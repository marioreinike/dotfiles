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 id="214748366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Lst>
  <p:sldSz cy="5143500" cx="9144000"/>
  <p:notesSz cx="6858000" cy="9144000"/>
  <p:embeddedFontLst>
    <p:embeddedFont>
      <p:font typeface="Plus Jakarta Sans ExtraBold"/>
      <p:bold r:id="rId54"/>
      <p:boldItalic r:id="rId55"/>
    </p:embeddedFont>
    <p:embeddedFont>
      <p:font typeface="Plus Jakarta Sans"/>
      <p:regular r:id="rId56"/>
      <p:bold r:id="rId57"/>
      <p:italic r:id="rId58"/>
      <p:boldItalic r:id="rId59"/>
    </p:embeddedFont>
    <p:embeddedFont>
      <p:font typeface="Plus Jakarta Sans SemiBold"/>
      <p:regular r:id="rId60"/>
      <p:bold r:id="rId61"/>
      <p:italic r:id="rId62"/>
      <p:boldItalic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PlusJakartaSansSemiBold-italic.fntdata"/><Relationship Id="rId61" Type="http://schemas.openxmlformats.org/officeDocument/2006/relationships/font" Target="fonts/PlusJakartaSansSemiBold-bold.fntdata"/><Relationship Id="rId20" Type="http://schemas.openxmlformats.org/officeDocument/2006/relationships/slide" Target="slides/slide14.xml"/><Relationship Id="rId63" Type="http://schemas.openxmlformats.org/officeDocument/2006/relationships/font" Target="fonts/PlusJakartaSansSemiBold-boldItalic.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PlusJakartaSansSemiBold-regular.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font" Target="fonts/PlusJakartaSansExtraBold-boldItalic.fntdata"/><Relationship Id="rId10" Type="http://schemas.openxmlformats.org/officeDocument/2006/relationships/slide" Target="slides/slide4.xml"/><Relationship Id="rId54" Type="http://schemas.openxmlformats.org/officeDocument/2006/relationships/font" Target="fonts/PlusJakartaSansExtraBold-bold.fntdata"/><Relationship Id="rId13" Type="http://schemas.openxmlformats.org/officeDocument/2006/relationships/slide" Target="slides/slide7.xml"/><Relationship Id="rId57" Type="http://schemas.openxmlformats.org/officeDocument/2006/relationships/font" Target="fonts/PlusJakartaSans-bold.fntdata"/><Relationship Id="rId12" Type="http://schemas.openxmlformats.org/officeDocument/2006/relationships/slide" Target="slides/slide6.xml"/><Relationship Id="rId56" Type="http://schemas.openxmlformats.org/officeDocument/2006/relationships/font" Target="fonts/PlusJakartaSans-regular.fntdata"/><Relationship Id="rId15" Type="http://schemas.openxmlformats.org/officeDocument/2006/relationships/slide" Target="slides/slide9.xml"/><Relationship Id="rId59" Type="http://schemas.openxmlformats.org/officeDocument/2006/relationships/font" Target="fonts/PlusJakartaSans-boldItalic.fntdata"/><Relationship Id="rId14" Type="http://schemas.openxmlformats.org/officeDocument/2006/relationships/slide" Target="slides/slide8.xml"/><Relationship Id="rId58" Type="http://schemas.openxmlformats.org/officeDocument/2006/relationships/font" Target="fonts/PlusJakartaSans-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ed1603f444_1_2: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 name="Google Shape;58;g3ed1603f444_1_2: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sz="900"/>
          </a:p>
        </p:txBody>
      </p:sp>
      <p:sp>
        <p:nvSpPr>
          <p:cNvPr id="59" name="Google Shape;59;g3ed1603f444_1_2: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ed1603f444_1_19: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 name="Google Shape;74;g3ed1603f444_1_19: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sz="900"/>
          </a:p>
        </p:txBody>
      </p:sp>
      <p:sp>
        <p:nvSpPr>
          <p:cNvPr id="75" name="Google Shape;75;g3ed1603f444_1_19: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ed1603f444_1_51: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g3ed1603f444_1_51: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sz="900"/>
          </a:p>
        </p:txBody>
      </p:sp>
      <p:sp>
        <p:nvSpPr>
          <p:cNvPr id="107" name="Google Shape;107;g3ed1603f444_1_51: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ed1603f444_1_62: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g3ed1603f444_1_62: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sz="900"/>
          </a:p>
        </p:txBody>
      </p:sp>
      <p:sp>
        <p:nvSpPr>
          <p:cNvPr id="118" name="Google Shape;118;g3ed1603f444_1_62: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ed1603f444_1_86: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g3ed1603f444_1_86: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sz="900"/>
          </a:p>
        </p:txBody>
      </p:sp>
      <p:sp>
        <p:nvSpPr>
          <p:cNvPr id="150" name="Google Shape;150;g3ed1603f444_1_86: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ed1603f444_1_112: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g3ed1603f444_1_112: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sz="900"/>
          </a:p>
        </p:txBody>
      </p:sp>
      <p:sp>
        <p:nvSpPr>
          <p:cNvPr id="175" name="Google Shape;175;g3ed1603f444_1_112: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d1603f444_1_131: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g3ed1603f444_1_131: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sz="900"/>
          </a:p>
        </p:txBody>
      </p:sp>
      <p:sp>
        <p:nvSpPr>
          <p:cNvPr id="197" name="Google Shape;197;g3ed1603f444_1_131: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e80b8f6d23_0_0: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g3e80b8f6d23_0_0: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sz="900"/>
          </a:p>
        </p:txBody>
      </p:sp>
      <p:sp>
        <p:nvSpPr>
          <p:cNvPr id="232" name="Google Shape;232;g3e80b8f6d23_0_0: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ed1603f444_1_164: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g3ed1603f444_1_164: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sz="900"/>
          </a:p>
        </p:txBody>
      </p:sp>
      <p:sp>
        <p:nvSpPr>
          <p:cNvPr id="265" name="Google Shape;265;g3ed1603f444_1_164: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ed1603f444_1_175: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g3ed1603f444_1_175: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sz="900"/>
          </a:p>
        </p:txBody>
      </p:sp>
      <p:sp>
        <p:nvSpPr>
          <p:cNvPr id="276" name="Google Shape;276;g3ed1603f444_1_175: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ed1603f444_1_203: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g3ed1603f444_1_203: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sz="900"/>
          </a:p>
        </p:txBody>
      </p:sp>
      <p:sp>
        <p:nvSpPr>
          <p:cNvPr id="301" name="Google Shape;301;g3ed1603f444_1_203: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ed1603f444_1_228: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5" name="Google Shape;325;g3ed1603f444_1_228: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sz="900"/>
          </a:p>
        </p:txBody>
      </p:sp>
      <p:sp>
        <p:nvSpPr>
          <p:cNvPr id="326" name="Google Shape;326;g3ed1603f444_1_228: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ed1603f444_1_258: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9" name="Google Shape;359;g3ed1603f444_1_258: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sz="900"/>
          </a:p>
        </p:txBody>
      </p:sp>
      <p:sp>
        <p:nvSpPr>
          <p:cNvPr id="360" name="Google Shape;360;g3ed1603f444_1_258: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ed1603f444_1_291: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g3ed1603f444_1_291: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sz="900"/>
          </a:p>
        </p:txBody>
      </p:sp>
      <p:sp>
        <p:nvSpPr>
          <p:cNvPr id="393" name="Google Shape;393;g3ed1603f444_1_291: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ed1603f444_1_326: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7" name="Google Shape;427;g3ed1603f444_1_326: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sz="900"/>
          </a:p>
        </p:txBody>
      </p:sp>
      <p:sp>
        <p:nvSpPr>
          <p:cNvPr id="428" name="Google Shape;428;g3ed1603f444_1_326: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3e80b8f6d23_0_105: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6" name="Google Shape;486;g3e80b8f6d23_0_105: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sz="900"/>
          </a:p>
        </p:txBody>
      </p:sp>
      <p:sp>
        <p:nvSpPr>
          <p:cNvPr id="487" name="Google Shape;487;g3e80b8f6d23_0_105: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3ed1603f444_1_385: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7" name="Google Shape;547;g3ed1603f444_1_385: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sz="900"/>
          </a:p>
        </p:txBody>
      </p:sp>
      <p:sp>
        <p:nvSpPr>
          <p:cNvPr id="548" name="Google Shape;548;g3ed1603f444_1_385: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ed1603f444_1_412: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4" name="Google Shape;574;g3ed1603f444_1_412: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sz="900"/>
          </a:p>
        </p:txBody>
      </p:sp>
      <p:sp>
        <p:nvSpPr>
          <p:cNvPr id="575" name="Google Shape;575;g3ed1603f444_1_412: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ed1603f444_1_449: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0" name="Google Shape;610;g3ed1603f444_1_449: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sz="900"/>
          </a:p>
        </p:txBody>
      </p:sp>
      <p:sp>
        <p:nvSpPr>
          <p:cNvPr id="611" name="Google Shape;611;g3ed1603f444_1_449: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3ed1603f444_1_498: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8" name="Google Shape;658;g3ed1603f444_1_498: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sz="900"/>
          </a:p>
        </p:txBody>
      </p:sp>
      <p:sp>
        <p:nvSpPr>
          <p:cNvPr id="659" name="Google Shape;659;g3ed1603f444_1_498: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3ed1603f444_1_515: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5" name="Google Shape;675;g3ed1603f444_1_515: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sz="900"/>
          </a:p>
        </p:txBody>
      </p:sp>
      <p:sp>
        <p:nvSpPr>
          <p:cNvPr id="676" name="Google Shape;676;g3ed1603f444_1_515: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3ed1603f444_1_545: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0" name="Google Shape;710;g3ed1603f444_1_545: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sz="900"/>
          </a:p>
        </p:txBody>
      </p:sp>
      <p:sp>
        <p:nvSpPr>
          <p:cNvPr id="711" name="Google Shape;711;g3ed1603f444_1_545: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3e80b8f6d23_0_184: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4" name="Google Shape;734;g3e80b8f6d23_0_184: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sz="900"/>
          </a:p>
        </p:txBody>
      </p:sp>
      <p:sp>
        <p:nvSpPr>
          <p:cNvPr id="735" name="Google Shape;735;g3e80b8f6d23_0_184: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g3ed1603f444_1_569: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2" name="Google Shape;772;g3ed1603f444_1_569: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sz="900"/>
          </a:p>
        </p:txBody>
      </p:sp>
      <p:sp>
        <p:nvSpPr>
          <p:cNvPr id="773" name="Google Shape;773;g3ed1603f444_1_569: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g3ed1603f444_1_596: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9" name="Google Shape;799;g3ed1603f444_1_596: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sz="900"/>
          </a:p>
        </p:txBody>
      </p:sp>
      <p:sp>
        <p:nvSpPr>
          <p:cNvPr id="800" name="Google Shape;800;g3ed1603f444_1_596: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g3ed1603f444_1_624: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7" name="Google Shape;827;g3ed1603f444_1_624: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sz="900"/>
          </a:p>
        </p:txBody>
      </p:sp>
      <p:sp>
        <p:nvSpPr>
          <p:cNvPr id="828" name="Google Shape;828;g3ed1603f444_1_624: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g3ed1603f444_1_665: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8" name="Google Shape;868;g3ed1603f444_1_665: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sz="900"/>
          </a:p>
        </p:txBody>
      </p:sp>
      <p:sp>
        <p:nvSpPr>
          <p:cNvPr id="869" name="Google Shape;869;g3ed1603f444_1_665: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g3ed1603f444_1_699: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3" name="Google Shape;903;g3ed1603f444_1_699: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sz="900"/>
          </a:p>
        </p:txBody>
      </p:sp>
      <p:sp>
        <p:nvSpPr>
          <p:cNvPr id="904" name="Google Shape;904;g3ed1603f444_1_699: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 name="Shape 930"/>
        <p:cNvGrpSpPr/>
        <p:nvPr/>
      </p:nvGrpSpPr>
      <p:grpSpPr>
        <a:xfrm>
          <a:off x="0" y="0"/>
          <a:ext cx="0" cy="0"/>
          <a:chOff x="0" y="0"/>
          <a:chExt cx="0" cy="0"/>
        </a:xfrm>
      </p:grpSpPr>
      <p:sp>
        <p:nvSpPr>
          <p:cNvPr id="931" name="Google Shape;931;g3e80b8f6d23_0_34: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2" name="Google Shape;932;g3e80b8f6d23_0_34: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sz="900"/>
          </a:p>
        </p:txBody>
      </p:sp>
      <p:sp>
        <p:nvSpPr>
          <p:cNvPr id="933" name="Google Shape;933;g3e80b8f6d23_0_34: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g3ed1603f444_1_728: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0" name="Google Shape;960;g3ed1603f444_1_728: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sz="900"/>
          </a:p>
        </p:txBody>
      </p:sp>
      <p:sp>
        <p:nvSpPr>
          <p:cNvPr id="961" name="Google Shape;961;g3ed1603f444_1_728: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0" name="Shape 970"/>
        <p:cNvGrpSpPr/>
        <p:nvPr/>
      </p:nvGrpSpPr>
      <p:grpSpPr>
        <a:xfrm>
          <a:off x="0" y="0"/>
          <a:ext cx="0" cy="0"/>
          <a:chOff x="0" y="0"/>
          <a:chExt cx="0" cy="0"/>
        </a:xfrm>
      </p:grpSpPr>
      <p:sp>
        <p:nvSpPr>
          <p:cNvPr id="971" name="Google Shape;971;g3ed1603f444_1_741: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2" name="Google Shape;972;g3ed1603f444_1_741: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sz="900"/>
          </a:p>
        </p:txBody>
      </p:sp>
      <p:sp>
        <p:nvSpPr>
          <p:cNvPr id="973" name="Google Shape;973;g3ed1603f444_1_741: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7" name="Shape 987"/>
        <p:cNvGrpSpPr/>
        <p:nvPr/>
      </p:nvGrpSpPr>
      <p:grpSpPr>
        <a:xfrm>
          <a:off x="0" y="0"/>
          <a:ext cx="0" cy="0"/>
          <a:chOff x="0" y="0"/>
          <a:chExt cx="0" cy="0"/>
        </a:xfrm>
      </p:grpSpPr>
      <p:sp>
        <p:nvSpPr>
          <p:cNvPr id="988" name="Google Shape;988;g3ed1603f444_1_758: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9" name="Google Shape;989;g3ed1603f444_1_758: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sz="900"/>
          </a:p>
        </p:txBody>
      </p:sp>
      <p:sp>
        <p:nvSpPr>
          <p:cNvPr id="990" name="Google Shape;990;g3ed1603f444_1_758: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g3ed1603f444_1_774: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5" name="Google Shape;1005;g3ed1603f444_1_774: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sz="900"/>
          </a:p>
        </p:txBody>
      </p:sp>
      <p:sp>
        <p:nvSpPr>
          <p:cNvPr id="1006" name="Google Shape;1006;g3ed1603f444_1_774: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0" name="Shape 1020"/>
        <p:cNvGrpSpPr/>
        <p:nvPr/>
      </p:nvGrpSpPr>
      <p:grpSpPr>
        <a:xfrm>
          <a:off x="0" y="0"/>
          <a:ext cx="0" cy="0"/>
          <a:chOff x="0" y="0"/>
          <a:chExt cx="0" cy="0"/>
        </a:xfrm>
      </p:grpSpPr>
      <p:sp>
        <p:nvSpPr>
          <p:cNvPr id="1021" name="Google Shape;1021;g3ed1603f444_1_793: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2" name="Google Shape;1022;g3ed1603f444_1_793: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sz="900"/>
          </a:p>
        </p:txBody>
      </p:sp>
      <p:sp>
        <p:nvSpPr>
          <p:cNvPr id="1023" name="Google Shape;1023;g3ed1603f444_1_793: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2" name="Shape 1042"/>
        <p:cNvGrpSpPr/>
        <p:nvPr/>
      </p:nvGrpSpPr>
      <p:grpSpPr>
        <a:xfrm>
          <a:off x="0" y="0"/>
          <a:ext cx="0" cy="0"/>
          <a:chOff x="0" y="0"/>
          <a:chExt cx="0" cy="0"/>
        </a:xfrm>
      </p:grpSpPr>
      <p:sp>
        <p:nvSpPr>
          <p:cNvPr id="1043" name="Google Shape;1043;g3ed1603f444_1_815: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4" name="Google Shape;1044;g3ed1603f444_1_815: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sz="900"/>
          </a:p>
        </p:txBody>
      </p:sp>
      <p:sp>
        <p:nvSpPr>
          <p:cNvPr id="1045" name="Google Shape;1045;g3ed1603f444_1_815: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5" name="Shape 1065"/>
        <p:cNvGrpSpPr/>
        <p:nvPr/>
      </p:nvGrpSpPr>
      <p:grpSpPr>
        <a:xfrm>
          <a:off x="0" y="0"/>
          <a:ext cx="0" cy="0"/>
          <a:chOff x="0" y="0"/>
          <a:chExt cx="0" cy="0"/>
        </a:xfrm>
      </p:grpSpPr>
      <p:sp>
        <p:nvSpPr>
          <p:cNvPr id="1066" name="Google Shape;1066;g3ed1603f444_1_838: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7" name="Google Shape;1067;g3ed1603f444_1_838: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sz="900"/>
          </a:p>
        </p:txBody>
      </p:sp>
      <p:sp>
        <p:nvSpPr>
          <p:cNvPr id="1068" name="Google Shape;1068;g3ed1603f444_1_838: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5" name="Shape 1085"/>
        <p:cNvGrpSpPr/>
        <p:nvPr/>
      </p:nvGrpSpPr>
      <p:grpSpPr>
        <a:xfrm>
          <a:off x="0" y="0"/>
          <a:ext cx="0" cy="0"/>
          <a:chOff x="0" y="0"/>
          <a:chExt cx="0" cy="0"/>
        </a:xfrm>
      </p:grpSpPr>
      <p:sp>
        <p:nvSpPr>
          <p:cNvPr id="1086" name="Google Shape;1086;g3ed1603f444_1_858: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7" name="Google Shape;1087;g3ed1603f444_1_858: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sz="900"/>
          </a:p>
        </p:txBody>
      </p:sp>
      <p:sp>
        <p:nvSpPr>
          <p:cNvPr id="1088" name="Google Shape;1088;g3ed1603f444_1_858: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1" name="Shape 1101"/>
        <p:cNvGrpSpPr/>
        <p:nvPr/>
      </p:nvGrpSpPr>
      <p:grpSpPr>
        <a:xfrm>
          <a:off x="0" y="0"/>
          <a:ext cx="0" cy="0"/>
          <a:chOff x="0" y="0"/>
          <a:chExt cx="0" cy="0"/>
        </a:xfrm>
      </p:grpSpPr>
      <p:sp>
        <p:nvSpPr>
          <p:cNvPr id="1102" name="Google Shape;1102;g3ed1603f444_1_874: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3" name="Google Shape;1103;g3ed1603f444_1_874: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sz="900"/>
          </a:p>
        </p:txBody>
      </p:sp>
      <p:sp>
        <p:nvSpPr>
          <p:cNvPr id="1104" name="Google Shape;1104;g3ed1603f444_1_874: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5" name="Shape 1125"/>
        <p:cNvGrpSpPr/>
        <p:nvPr/>
      </p:nvGrpSpPr>
      <p:grpSpPr>
        <a:xfrm>
          <a:off x="0" y="0"/>
          <a:ext cx="0" cy="0"/>
          <a:chOff x="0" y="0"/>
          <a:chExt cx="0" cy="0"/>
        </a:xfrm>
      </p:grpSpPr>
      <p:sp>
        <p:nvSpPr>
          <p:cNvPr id="1126" name="Google Shape;1126;g3ed1603f444_1_898: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7" name="Google Shape;1127;g3ed1603f444_1_898: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sz="900"/>
          </a:p>
        </p:txBody>
      </p:sp>
      <p:sp>
        <p:nvSpPr>
          <p:cNvPr id="1128" name="Google Shape;1128;g3ed1603f444_1_898: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g3e589d15456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g3e589d15456_0_40: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5" name="Shape 1215"/>
        <p:cNvGrpSpPr/>
        <p:nvPr/>
      </p:nvGrpSpPr>
      <p:grpSpPr>
        <a:xfrm>
          <a:off x="0" y="0"/>
          <a:ext cx="0" cy="0"/>
          <a:chOff x="0" y="0"/>
          <a:chExt cx="0" cy="0"/>
        </a:xfrm>
      </p:grpSpPr>
      <p:sp>
        <p:nvSpPr>
          <p:cNvPr id="1216" name="Google Shape;1216;g3e589d15456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g3e589d15456_0_115: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1" name="Shape 1291"/>
        <p:cNvGrpSpPr/>
        <p:nvPr/>
      </p:nvGrpSpPr>
      <p:grpSpPr>
        <a:xfrm>
          <a:off x="0" y="0"/>
          <a:ext cx="0" cy="0"/>
          <a:chOff x="0" y="0"/>
          <a:chExt cx="0" cy="0"/>
        </a:xfrm>
      </p:grpSpPr>
      <p:sp>
        <p:nvSpPr>
          <p:cNvPr id="1292" name="Google Shape;1292;g3e589d15456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g3e589d15456_0_190: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7" name="Shape 1367"/>
        <p:cNvGrpSpPr/>
        <p:nvPr/>
      </p:nvGrpSpPr>
      <p:grpSpPr>
        <a:xfrm>
          <a:off x="0" y="0"/>
          <a:ext cx="0" cy="0"/>
          <a:chOff x="0" y="0"/>
          <a:chExt cx="0" cy="0"/>
        </a:xfrm>
      </p:grpSpPr>
      <p:sp>
        <p:nvSpPr>
          <p:cNvPr id="1368" name="Google Shape;1368;g3e589d15456_0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g3e589d15456_0_265: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3" name="Shape 1443"/>
        <p:cNvGrpSpPr/>
        <p:nvPr/>
      </p:nvGrpSpPr>
      <p:grpSpPr>
        <a:xfrm>
          <a:off x="0" y="0"/>
          <a:ext cx="0" cy="0"/>
          <a:chOff x="0" y="0"/>
          <a:chExt cx="0" cy="0"/>
        </a:xfrm>
      </p:grpSpPr>
      <p:sp>
        <p:nvSpPr>
          <p:cNvPr id="1444" name="Google Shape;1444;g3e589d15456_0_3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g3e589d15456_0_340: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9" name="Shape 1519"/>
        <p:cNvGrpSpPr/>
        <p:nvPr/>
      </p:nvGrpSpPr>
      <p:grpSpPr>
        <a:xfrm>
          <a:off x="0" y="0"/>
          <a:ext cx="0" cy="0"/>
          <a:chOff x="0" y="0"/>
          <a:chExt cx="0" cy="0"/>
        </a:xfrm>
      </p:grpSpPr>
      <p:sp>
        <p:nvSpPr>
          <p:cNvPr id="1520" name="Google Shape;1520;g3e589d15456_0_5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g3e589d15456_0_538: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5" name="Shape 1635"/>
        <p:cNvGrpSpPr/>
        <p:nvPr/>
      </p:nvGrpSpPr>
      <p:grpSpPr>
        <a:xfrm>
          <a:off x="0" y="0"/>
          <a:ext cx="0" cy="0"/>
          <a:chOff x="0" y="0"/>
          <a:chExt cx="0" cy="0"/>
        </a:xfrm>
      </p:grpSpPr>
      <p:sp>
        <p:nvSpPr>
          <p:cNvPr id="1636" name="Google Shape;1636;g3e589d15456_0_8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g3e589d15456_0_875: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0" name="Shape 1730"/>
        <p:cNvGrpSpPr/>
        <p:nvPr/>
      </p:nvGrpSpPr>
      <p:grpSpPr>
        <a:xfrm>
          <a:off x="0" y="0"/>
          <a:ext cx="0" cy="0"/>
          <a:chOff x="0" y="0"/>
          <a:chExt cx="0" cy="0"/>
        </a:xfrm>
      </p:grpSpPr>
      <p:sp>
        <p:nvSpPr>
          <p:cNvPr id="1731" name="Google Shape;1731;g3ed173df21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g3ed173df21b_0_0: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spTree>
      <p:nvGrpSpPr>
        <p:cNvPr id="51" name="Shape 51"/>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5"/>
          <p:cNvSpPr txBox="1"/>
          <p:nvPr>
            <p:ph idx="10" type="dt"/>
          </p:nvPr>
        </p:nvSpPr>
        <p:spPr>
          <a:xfrm>
            <a:off x="342909" y="4767263"/>
            <a:ext cx="1600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4" name="Google Shape;54;p15"/>
          <p:cNvSpPr txBox="1"/>
          <p:nvPr>
            <p:ph idx="11" type="ftr"/>
          </p:nvPr>
        </p:nvSpPr>
        <p:spPr>
          <a:xfrm>
            <a:off x="2343212" y="4767263"/>
            <a:ext cx="2171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5" name="Google Shape;55;p15"/>
          <p:cNvSpPr txBox="1"/>
          <p:nvPr>
            <p:ph idx="12" type="sldNum"/>
          </p:nvPr>
        </p:nvSpPr>
        <p:spPr>
          <a:xfrm>
            <a:off x="4915031" y="4767263"/>
            <a:ext cx="1600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sz="1100"/>
            </a:lvl1pPr>
            <a:lvl2pPr indent="0" lvl="1" marL="0" algn="r">
              <a:spcBef>
                <a:spcPts val="0"/>
              </a:spcBef>
              <a:buNone/>
              <a:defRPr sz="1100"/>
            </a:lvl2pPr>
            <a:lvl3pPr indent="0" lvl="2" marL="0" algn="r">
              <a:spcBef>
                <a:spcPts val="0"/>
              </a:spcBef>
              <a:buNone/>
              <a:defRPr sz="1100"/>
            </a:lvl3pPr>
            <a:lvl4pPr indent="0" lvl="3" marL="0" algn="r">
              <a:spcBef>
                <a:spcPts val="0"/>
              </a:spcBef>
              <a:buNone/>
              <a:defRPr sz="1100"/>
            </a:lvl4pPr>
            <a:lvl5pPr indent="0" lvl="4" marL="0" algn="r">
              <a:spcBef>
                <a:spcPts val="0"/>
              </a:spcBef>
              <a:buNone/>
              <a:defRPr sz="1100"/>
            </a:lvl5pPr>
            <a:lvl6pPr indent="0" lvl="5" marL="0" algn="r">
              <a:spcBef>
                <a:spcPts val="0"/>
              </a:spcBef>
              <a:buNone/>
              <a:defRPr sz="1100"/>
            </a:lvl6pPr>
            <a:lvl7pPr indent="0" lvl="6" marL="0" algn="r">
              <a:spcBef>
                <a:spcPts val="0"/>
              </a:spcBef>
              <a:buNone/>
              <a:defRPr sz="1100"/>
            </a:lvl7pPr>
            <a:lvl8pPr indent="0" lvl="7" marL="0" algn="r">
              <a:spcBef>
                <a:spcPts val="0"/>
              </a:spcBef>
              <a:buNone/>
              <a:defRPr sz="1100"/>
            </a:lvl8pPr>
            <a:lvl9pPr indent="0" lvl="8" marL="0" algn="r">
              <a:spcBef>
                <a:spcPts val="0"/>
              </a:spcBef>
              <a:buNone/>
              <a:defRPr sz="11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rgbClr val="F1F5FF"/>
            </a:gs>
            <a:gs pos="100000">
              <a:srgbClr val="D6E3FC"/>
            </a:gs>
          </a:gsLst>
          <a:lin ang="5400012" scaled="0"/>
        </a:gra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1F5FF"/>
            </a:gs>
            <a:gs pos="100000">
              <a:srgbClr val="D6E3FC"/>
            </a:gs>
          </a:gsLst>
          <a:lin ang="5400012" scaled="0"/>
        </a:gradFill>
      </p:bgPr>
    </p:bg>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 id="214748366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4.png"/><Relationship Id="rId5"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30.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39.png"/><Relationship Id="rId4" Type="http://schemas.openxmlformats.org/officeDocument/2006/relationships/image" Target="../media/image10.png"/><Relationship Id="rId5"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63.png"/><Relationship Id="rId4" Type="http://schemas.openxmlformats.org/officeDocument/2006/relationships/image" Target="../media/image39.png"/><Relationship Id="rId5" Type="http://schemas.openxmlformats.org/officeDocument/2006/relationships/image" Target="../media/image56.png"/><Relationship Id="rId6" Type="http://schemas.openxmlformats.org/officeDocument/2006/relationships/image" Target="../media/image12.png"/><Relationship Id="rId7"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4.png"/><Relationship Id="rId4" Type="http://schemas.openxmlformats.org/officeDocument/2006/relationships/image" Target="../media/image22.png"/><Relationship Id="rId5"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2.png"/><Relationship Id="rId4" Type="http://schemas.openxmlformats.org/officeDocument/2006/relationships/image" Target="../media/image37.png"/><Relationship Id="rId5" Type="http://schemas.openxmlformats.org/officeDocument/2006/relationships/image" Target="../media/image1.png"/><Relationship Id="rId6"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34.png"/><Relationship Id="rId10" Type="http://schemas.openxmlformats.org/officeDocument/2006/relationships/image" Target="../media/image38.png"/><Relationship Id="rId9" Type="http://schemas.openxmlformats.org/officeDocument/2006/relationships/image" Target="../media/image45.png"/><Relationship Id="rId5" Type="http://schemas.openxmlformats.org/officeDocument/2006/relationships/image" Target="../media/image33.png"/><Relationship Id="rId6" Type="http://schemas.openxmlformats.org/officeDocument/2006/relationships/image" Target="../media/image35.png"/><Relationship Id="rId7" Type="http://schemas.openxmlformats.org/officeDocument/2006/relationships/image" Target="../media/image59.png"/><Relationship Id="rId8" Type="http://schemas.openxmlformats.org/officeDocument/2006/relationships/image" Target="../media/image3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4.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4.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1.png"/><Relationship Id="rId4" Type="http://schemas.openxmlformats.org/officeDocument/2006/relationships/image" Target="../media/image5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image62.jp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 Id="rId3" Type="http://schemas.openxmlformats.org/officeDocument/2006/relationships/image" Target="../media/image67.jpg"/><Relationship Id="rId4" Type="http://schemas.openxmlformats.org/officeDocument/2006/relationships/image" Target="../media/image37.png"/><Relationship Id="rId5"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 Id="rId3" Type="http://schemas.openxmlformats.org/officeDocument/2006/relationships/image" Target="../media/image66.jpg"/><Relationship Id="rId4" Type="http://schemas.openxmlformats.org/officeDocument/2006/relationships/image" Target="../media/image10.png"/><Relationship Id="rId5" Type="http://schemas.openxmlformats.org/officeDocument/2006/relationships/image" Target="../media/image4.png"/><Relationship Id="rId6"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image" Target="../media/image82.jpg"/><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62.jpg"/><Relationship Id="rId4" Type="http://schemas.openxmlformats.org/officeDocument/2006/relationships/image" Target="../media/image86.png"/><Relationship Id="rId5"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 Id="rId3" Type="http://schemas.openxmlformats.org/officeDocument/2006/relationships/image" Target="../media/image1.png"/><Relationship Id="rId4" Type="http://schemas.openxmlformats.org/officeDocument/2006/relationships/image" Target="../media/image5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 Id="rId3" Type="http://schemas.openxmlformats.org/officeDocument/2006/relationships/image" Target="../media/image66.jpg"/><Relationship Id="rId4"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 Id="rId3" Type="http://schemas.openxmlformats.org/officeDocument/2006/relationships/image" Target="../media/image67.jpg"/><Relationship Id="rId4"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 Id="rId3"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 Id="rId3" Type="http://schemas.openxmlformats.org/officeDocument/2006/relationships/image" Target="../media/image12.png"/><Relationship Id="rId4" Type="http://schemas.openxmlformats.org/officeDocument/2006/relationships/image" Target="../media/image2.png"/><Relationship Id="rId5" Type="http://schemas.openxmlformats.org/officeDocument/2006/relationships/image" Target="../media/image7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C0E1E"/>
            </a:gs>
            <a:gs pos="100000">
              <a:srgbClr val="14336F"/>
            </a:gs>
          </a:gsLst>
          <a:lin ang="5400012" scaled="0"/>
        </a:gradFill>
      </p:bgPr>
    </p:bg>
    <p:spTree>
      <p:nvGrpSpPr>
        <p:cNvPr id="60" name="Shape 60"/>
        <p:cNvGrpSpPr/>
        <p:nvPr/>
      </p:nvGrpSpPr>
      <p:grpSpPr>
        <a:xfrm>
          <a:off x="0" y="0"/>
          <a:ext cx="0" cy="0"/>
          <a:chOff x="0" y="0"/>
          <a:chExt cx="0" cy="0"/>
        </a:xfrm>
      </p:grpSpPr>
      <p:pic>
        <p:nvPicPr>
          <p:cNvPr descr="preencoded.png" id="61" name="Google Shape;61;p16"/>
          <p:cNvPicPr preferRelativeResize="0"/>
          <p:nvPr/>
        </p:nvPicPr>
        <p:blipFill rotWithShape="1">
          <a:blip r:embed="rId3">
            <a:alphaModFix/>
          </a:blip>
          <a:srcRect b="0" l="0" r="0" t="0"/>
          <a:stretch/>
        </p:blipFill>
        <p:spPr>
          <a:xfrm>
            <a:off x="571500" y="457200"/>
            <a:ext cx="1082650" cy="209550"/>
          </a:xfrm>
          <a:prstGeom prst="rect">
            <a:avLst/>
          </a:prstGeom>
          <a:noFill/>
          <a:ln>
            <a:noFill/>
          </a:ln>
        </p:spPr>
      </p:pic>
      <p:sp>
        <p:nvSpPr>
          <p:cNvPr id="62" name="Google Shape;62;p16"/>
          <p:cNvSpPr/>
          <p:nvPr/>
        </p:nvSpPr>
        <p:spPr>
          <a:xfrm>
            <a:off x="571500" y="1401143"/>
            <a:ext cx="8241000" cy="201900"/>
          </a:xfrm>
          <a:prstGeom prst="rect">
            <a:avLst/>
          </a:prstGeom>
          <a:noFill/>
          <a:ln>
            <a:noFill/>
          </a:ln>
        </p:spPr>
        <p:txBody>
          <a:bodyPr anchorCtr="0" anchor="t" bIns="12700" lIns="12700" spcFirstLastPara="1" rIns="12700" wrap="square" tIns="12700">
            <a:noAutofit/>
          </a:bodyPr>
          <a:lstStyle/>
          <a:p>
            <a:pPr indent="0" lvl="0" marL="0" marR="0" rtl="0" algn="l">
              <a:lnSpc>
                <a:spcPct val="160000"/>
              </a:lnSpc>
              <a:spcBef>
                <a:spcPts val="0"/>
              </a:spcBef>
              <a:spcAft>
                <a:spcPts val="0"/>
              </a:spcAft>
              <a:buClr>
                <a:srgbClr val="779CEC"/>
              </a:buClr>
              <a:buSzPts val="900"/>
              <a:buFont typeface="Plus Jakarta Sans"/>
              <a:buNone/>
            </a:pPr>
            <a:r>
              <a:rPr b="1" i="0" lang="en" sz="1000" u="none" cap="none" strike="noStrike">
                <a:solidFill>
                  <a:srgbClr val="779CEC"/>
                </a:solidFill>
                <a:latin typeface="Plus Jakarta Sans"/>
                <a:ea typeface="Plus Jakarta Sans"/>
                <a:cs typeface="Plus Jakarta Sans"/>
                <a:sym typeface="Plus Jakarta Sans"/>
              </a:rPr>
              <a:t>PRESENTACIÓN COMERCIAL · 2026</a:t>
            </a:r>
            <a:endParaRPr b="0" i="0" sz="1000" u="none" cap="none" strike="noStrike">
              <a:solidFill>
                <a:schemeClr val="dk1"/>
              </a:solidFill>
              <a:latin typeface="Calibri"/>
              <a:ea typeface="Calibri"/>
              <a:cs typeface="Calibri"/>
              <a:sym typeface="Calibri"/>
            </a:endParaRPr>
          </a:p>
        </p:txBody>
      </p:sp>
      <p:sp>
        <p:nvSpPr>
          <p:cNvPr id="63" name="Google Shape;63;p16"/>
          <p:cNvSpPr/>
          <p:nvPr/>
        </p:nvSpPr>
        <p:spPr>
          <a:xfrm>
            <a:off x="571500" y="1784000"/>
            <a:ext cx="5628300" cy="1281900"/>
          </a:xfrm>
          <a:prstGeom prst="rect">
            <a:avLst/>
          </a:prstGeom>
          <a:noFill/>
          <a:ln>
            <a:noFill/>
          </a:ln>
        </p:spPr>
        <p:txBody>
          <a:bodyPr anchorCtr="0" anchor="t" bIns="12700" lIns="12700" spcFirstLastPara="1" rIns="12700" wrap="square" tIns="12700">
            <a:noAutofit/>
          </a:bodyPr>
          <a:lstStyle/>
          <a:p>
            <a:pPr indent="0" lvl="0" marL="0" marR="0" rtl="0" algn="l">
              <a:lnSpc>
                <a:spcPct val="80000"/>
              </a:lnSpc>
              <a:spcBef>
                <a:spcPts val="0"/>
              </a:spcBef>
              <a:spcAft>
                <a:spcPts val="0"/>
              </a:spcAft>
              <a:buClr>
                <a:srgbClr val="FFFFFF"/>
              </a:buClr>
              <a:buSzPts val="4900"/>
              <a:buFont typeface="Plus Jakarta Sans"/>
              <a:buNone/>
            </a:pPr>
            <a:r>
              <a:rPr b="1" i="0" lang="en" sz="4900" u="none" cap="none" strike="noStrike">
                <a:solidFill>
                  <a:srgbClr val="FFFFFF"/>
                </a:solidFill>
                <a:latin typeface="Plus Jakarta Sans"/>
                <a:ea typeface="Plus Jakarta Sans"/>
                <a:cs typeface="Plus Jakarta Sans"/>
                <a:sym typeface="Plus Jakarta Sans"/>
              </a:rPr>
              <a:t>La IA que </a:t>
            </a:r>
            <a:r>
              <a:rPr b="1" i="1" lang="en" sz="4900" u="none" cap="none" strike="noStrike">
                <a:solidFill>
                  <a:srgbClr val="779CEC"/>
                </a:solidFill>
                <a:latin typeface="Plus Jakarta Sans"/>
                <a:ea typeface="Plus Jakarta Sans"/>
                <a:cs typeface="Plus Jakarta Sans"/>
                <a:sym typeface="Plus Jakarta Sans"/>
              </a:rPr>
              <a:t>impulsa </a:t>
            </a:r>
            <a:r>
              <a:rPr b="1" i="0" lang="en" sz="4900" u="none" cap="none" strike="noStrike">
                <a:solidFill>
                  <a:srgbClr val="FFFFFF"/>
                </a:solidFill>
                <a:latin typeface="Plus Jakarta Sans"/>
                <a:ea typeface="Plus Jakarta Sans"/>
                <a:cs typeface="Plus Jakarta Sans"/>
                <a:sym typeface="Plus Jakarta Sans"/>
              </a:rPr>
              <a:t>tu crecimiento</a:t>
            </a:r>
            <a:endParaRPr b="0" i="0" sz="4900" u="none" cap="none" strike="noStrike">
              <a:solidFill>
                <a:schemeClr val="dk1"/>
              </a:solidFill>
              <a:latin typeface="Calibri"/>
              <a:ea typeface="Calibri"/>
              <a:cs typeface="Calibri"/>
              <a:sym typeface="Calibri"/>
            </a:endParaRPr>
          </a:p>
        </p:txBody>
      </p:sp>
      <p:sp>
        <p:nvSpPr>
          <p:cNvPr id="64" name="Google Shape;64;p16"/>
          <p:cNvSpPr/>
          <p:nvPr/>
        </p:nvSpPr>
        <p:spPr>
          <a:xfrm>
            <a:off x="571500" y="3142208"/>
            <a:ext cx="5101590" cy="447675"/>
          </a:xfrm>
          <a:prstGeom prst="rect">
            <a:avLst/>
          </a:prstGeom>
          <a:noFill/>
          <a:ln>
            <a:noFill/>
          </a:ln>
        </p:spPr>
        <p:txBody>
          <a:bodyPr anchorCtr="0" anchor="t" bIns="12700" lIns="12700" spcFirstLastPara="1" rIns="12700" wrap="square" tIns="12700">
            <a:noAutofit/>
          </a:bodyPr>
          <a:lstStyle/>
          <a:p>
            <a:pPr indent="0" lvl="0" marL="0" marR="0" rtl="0" algn="l">
              <a:lnSpc>
                <a:spcPct val="125000"/>
              </a:lnSpc>
              <a:spcBef>
                <a:spcPts val="0"/>
              </a:spcBef>
              <a:spcAft>
                <a:spcPts val="0"/>
              </a:spcAft>
              <a:buClr>
                <a:srgbClr val="FFFFFF"/>
              </a:buClr>
              <a:buSzPts val="1400"/>
              <a:buFont typeface="Plus Jakarta Sans"/>
              <a:buNone/>
            </a:pPr>
            <a:r>
              <a:rPr b="0" i="0" lang="en" sz="1400" u="none" cap="none" strike="noStrike">
                <a:solidFill>
                  <a:srgbClr val="FFFFFF"/>
                </a:solidFill>
                <a:latin typeface="Plus Jakarta Sans"/>
                <a:ea typeface="Plus Jakarta Sans"/>
                <a:cs typeface="Plus Jakarta Sans"/>
                <a:sym typeface="Plus Jakarta Sans"/>
              </a:rPr>
              <a:t>Reemplaza este subtítulo con la promesa central de tu presentación, en una sola línea.</a:t>
            </a:r>
            <a:endParaRPr b="0" i="0" sz="1400" u="none" cap="none" strike="noStrike">
              <a:solidFill>
                <a:schemeClr val="dk1"/>
              </a:solidFill>
              <a:latin typeface="Calibri"/>
              <a:ea typeface="Calibri"/>
              <a:cs typeface="Calibri"/>
              <a:sym typeface="Calibri"/>
            </a:endParaRPr>
          </a:p>
        </p:txBody>
      </p:sp>
      <p:sp>
        <p:nvSpPr>
          <p:cNvPr id="65" name="Google Shape;65;p16"/>
          <p:cNvSpPr/>
          <p:nvPr/>
        </p:nvSpPr>
        <p:spPr>
          <a:xfrm>
            <a:off x="571500" y="4348163"/>
            <a:ext cx="1299344" cy="161925"/>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900"/>
              <a:buFont typeface="Plus Jakarta Sans"/>
              <a:buNone/>
            </a:pPr>
            <a:r>
              <a:rPr b="1" i="0" lang="en" sz="900" u="none" cap="none" strike="noStrike">
                <a:solidFill>
                  <a:srgbClr val="64748B"/>
                </a:solidFill>
                <a:latin typeface="Plus Jakarta Sans"/>
                <a:ea typeface="Plus Jakarta Sans"/>
                <a:cs typeface="Plus Jakarta Sans"/>
                <a:sym typeface="Plus Jakarta Sans"/>
              </a:rPr>
              <a:t>PRESENTADO POR</a:t>
            </a:r>
            <a:endParaRPr b="0" i="0" sz="900" u="none" cap="none" strike="noStrike">
              <a:solidFill>
                <a:srgbClr val="64748B"/>
              </a:solidFill>
              <a:latin typeface="Calibri"/>
              <a:ea typeface="Calibri"/>
              <a:cs typeface="Calibri"/>
              <a:sym typeface="Calibri"/>
            </a:endParaRPr>
          </a:p>
        </p:txBody>
      </p:sp>
      <p:sp>
        <p:nvSpPr>
          <p:cNvPr id="66" name="Google Shape;66;p16"/>
          <p:cNvSpPr/>
          <p:nvPr/>
        </p:nvSpPr>
        <p:spPr>
          <a:xfrm>
            <a:off x="571500" y="4529138"/>
            <a:ext cx="1299344" cy="176213"/>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1000"/>
              <a:buFont typeface="Plus Jakarta Sans"/>
              <a:buNone/>
            </a:pPr>
            <a:r>
              <a:rPr b="1" i="0" lang="en" sz="1000" u="none" cap="none" strike="noStrike">
                <a:solidFill>
                  <a:srgbClr val="FFFFFF"/>
                </a:solidFill>
                <a:latin typeface="Plus Jakarta Sans"/>
                <a:ea typeface="Plus Jakarta Sans"/>
                <a:cs typeface="Plus Jakarta Sans"/>
                <a:sym typeface="Plus Jakarta Sans"/>
              </a:rPr>
              <a:t>Nombre Apellido</a:t>
            </a:r>
            <a:endParaRPr b="0" i="0" sz="1000" u="none" cap="none" strike="noStrike">
              <a:solidFill>
                <a:schemeClr val="dk1"/>
              </a:solidFill>
              <a:latin typeface="Calibri"/>
              <a:ea typeface="Calibri"/>
              <a:cs typeface="Calibri"/>
              <a:sym typeface="Calibri"/>
            </a:endParaRPr>
          </a:p>
        </p:txBody>
      </p:sp>
      <p:sp>
        <p:nvSpPr>
          <p:cNvPr id="67" name="Google Shape;67;p16"/>
          <p:cNvSpPr/>
          <p:nvPr/>
        </p:nvSpPr>
        <p:spPr>
          <a:xfrm>
            <a:off x="2261369" y="4348163"/>
            <a:ext cx="792510" cy="161925"/>
          </a:xfrm>
          <a:prstGeom prst="rect">
            <a:avLst/>
          </a:prstGeom>
          <a:noFill/>
          <a:ln>
            <a:noFill/>
          </a:ln>
        </p:spPr>
        <p:txBody>
          <a:bodyPr anchorCtr="0" anchor="t" bIns="12700" lIns="12700" spcFirstLastPara="1" rIns="12700" wrap="square" tIns="12700">
            <a:noAutofit/>
          </a:bodyPr>
          <a:lstStyle/>
          <a:p>
            <a:pPr indent="0" lvl="0" marL="0" marR="0" rtl="0" algn="l">
              <a:lnSpc>
                <a:spcPct val="100000"/>
              </a:lnSpc>
              <a:spcBef>
                <a:spcPts val="0"/>
              </a:spcBef>
              <a:spcAft>
                <a:spcPts val="0"/>
              </a:spcAft>
              <a:buClr>
                <a:srgbClr val="FFFFFF"/>
              </a:buClr>
              <a:buSzPts val="900"/>
              <a:buFont typeface="Plus Jakarta Sans"/>
              <a:buNone/>
            </a:pPr>
            <a:r>
              <a:rPr b="1" lang="en" sz="900">
                <a:solidFill>
                  <a:srgbClr val="64748B"/>
                </a:solidFill>
                <a:latin typeface="Plus Jakarta Sans"/>
                <a:ea typeface="Plus Jakarta Sans"/>
                <a:cs typeface="Plus Jakarta Sans"/>
                <a:sym typeface="Plus Jakarta Sans"/>
              </a:rPr>
              <a:t>EQUIPO</a:t>
            </a:r>
            <a:endParaRPr b="0" i="0" sz="900" u="none" cap="none" strike="noStrike">
              <a:solidFill>
                <a:schemeClr val="dk1"/>
              </a:solidFill>
              <a:latin typeface="Calibri"/>
              <a:ea typeface="Calibri"/>
              <a:cs typeface="Calibri"/>
              <a:sym typeface="Calibri"/>
            </a:endParaRPr>
          </a:p>
        </p:txBody>
      </p:sp>
      <p:sp>
        <p:nvSpPr>
          <p:cNvPr id="68" name="Google Shape;68;p16"/>
          <p:cNvSpPr/>
          <p:nvPr/>
        </p:nvSpPr>
        <p:spPr>
          <a:xfrm>
            <a:off x="2261378" y="4529150"/>
            <a:ext cx="1181700" cy="1761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1000"/>
              <a:buFont typeface="Plus Jakarta Sans"/>
              <a:buNone/>
            </a:pPr>
            <a:r>
              <a:rPr b="1" i="0" lang="en" sz="1000" u="none" cap="none" strike="noStrike">
                <a:solidFill>
                  <a:srgbClr val="FFFFFF"/>
                </a:solidFill>
                <a:latin typeface="Plus Jakarta Sans"/>
                <a:ea typeface="Plus Jakarta Sans"/>
                <a:cs typeface="Plus Jakarta Sans"/>
                <a:sym typeface="Plus Jakarta Sans"/>
              </a:rPr>
              <a:t>Área o cargo</a:t>
            </a:r>
            <a:endParaRPr b="0" i="0" sz="1000" u="none" cap="none" strike="noStrike">
              <a:solidFill>
                <a:schemeClr val="dk1"/>
              </a:solidFill>
              <a:latin typeface="Calibri"/>
              <a:ea typeface="Calibri"/>
              <a:cs typeface="Calibri"/>
              <a:sym typeface="Calibri"/>
            </a:endParaRPr>
          </a:p>
        </p:txBody>
      </p:sp>
      <p:sp>
        <p:nvSpPr>
          <p:cNvPr id="69" name="Google Shape;69;p16"/>
          <p:cNvSpPr/>
          <p:nvPr/>
        </p:nvSpPr>
        <p:spPr>
          <a:xfrm>
            <a:off x="3444404" y="4348163"/>
            <a:ext cx="618529" cy="161925"/>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900"/>
              <a:buFont typeface="Plus Jakarta Sans"/>
              <a:buNone/>
            </a:pPr>
            <a:r>
              <a:rPr b="1" lang="en" sz="900">
                <a:solidFill>
                  <a:srgbClr val="64748B"/>
                </a:solidFill>
                <a:latin typeface="Plus Jakarta Sans"/>
                <a:ea typeface="Plus Jakarta Sans"/>
                <a:cs typeface="Plus Jakarta Sans"/>
                <a:sym typeface="Plus Jakarta Sans"/>
              </a:rPr>
              <a:t>FECHA</a:t>
            </a:r>
            <a:endParaRPr b="0" i="0" sz="900" u="none" cap="none" strike="noStrike">
              <a:solidFill>
                <a:schemeClr val="dk1"/>
              </a:solidFill>
              <a:latin typeface="Calibri"/>
              <a:ea typeface="Calibri"/>
              <a:cs typeface="Calibri"/>
              <a:sym typeface="Calibri"/>
            </a:endParaRPr>
          </a:p>
        </p:txBody>
      </p:sp>
      <p:sp>
        <p:nvSpPr>
          <p:cNvPr id="70" name="Google Shape;70;p16"/>
          <p:cNvSpPr/>
          <p:nvPr/>
        </p:nvSpPr>
        <p:spPr>
          <a:xfrm>
            <a:off x="3444397" y="4529150"/>
            <a:ext cx="1181700" cy="1761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1000"/>
              <a:buFont typeface="Plus Jakarta Sans"/>
              <a:buNone/>
            </a:pPr>
            <a:r>
              <a:rPr b="1" i="0" lang="en" sz="1000" u="none" cap="none" strike="noStrike">
                <a:solidFill>
                  <a:srgbClr val="FFFFFF"/>
                </a:solidFill>
                <a:latin typeface="Plus Jakarta Sans"/>
                <a:ea typeface="Plus Jakarta Sans"/>
                <a:cs typeface="Plus Jakarta Sans"/>
                <a:sym typeface="Plus Jakarta Sans"/>
              </a:rPr>
              <a:t>Mes 2026</a:t>
            </a:r>
            <a:endParaRPr b="0" i="0" sz="1000" u="none" cap="none" strike="noStrike">
              <a:solidFill>
                <a:schemeClr val="dk1"/>
              </a:solidFill>
              <a:latin typeface="Calibri"/>
              <a:ea typeface="Calibri"/>
              <a:cs typeface="Calibri"/>
              <a:sym typeface="Calibri"/>
            </a:endParaRPr>
          </a:p>
        </p:txBody>
      </p:sp>
      <p:pic>
        <p:nvPicPr>
          <p:cNvPr id="71" name="Google Shape;71;p16"/>
          <p:cNvPicPr preferRelativeResize="0"/>
          <p:nvPr/>
        </p:nvPicPr>
        <p:blipFill>
          <a:blip r:embed="rId4">
            <a:alphaModFix/>
          </a:blip>
          <a:stretch>
            <a:fillRect/>
          </a:stretch>
        </p:blipFill>
        <p:spPr>
          <a:xfrm>
            <a:off x="5224576" y="504558"/>
            <a:ext cx="4511149" cy="41343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p:nvPr/>
        </p:nvSpPr>
        <p:spPr>
          <a:xfrm>
            <a:off x="571500" y="457200"/>
            <a:ext cx="8241030" cy="201922"/>
          </a:xfrm>
          <a:prstGeom prst="rect">
            <a:avLst/>
          </a:prstGeom>
          <a:noFill/>
          <a:ln>
            <a:noFill/>
          </a:ln>
        </p:spPr>
        <p:txBody>
          <a:bodyPr anchorCtr="0" anchor="t" bIns="12700" lIns="12700" spcFirstLastPara="1" rIns="12700" wrap="square" tIns="12700">
            <a:noAutofit/>
          </a:bodyPr>
          <a:lstStyle/>
          <a:p>
            <a:pPr indent="0" lvl="0" marL="0" marR="0" rtl="0" algn="l">
              <a:lnSpc>
                <a:spcPct val="160000"/>
              </a:lnSpc>
              <a:spcBef>
                <a:spcPts val="0"/>
              </a:spcBef>
              <a:spcAft>
                <a:spcPts val="0"/>
              </a:spcAft>
              <a:buClr>
                <a:srgbClr val="437AEF"/>
              </a:buClr>
              <a:buSzPts val="900"/>
              <a:buFont typeface="Plus Jakarta Sans"/>
              <a:buNone/>
            </a:pPr>
            <a:r>
              <a:rPr b="1" i="0" lang="en" sz="1100" u="none" cap="none" strike="noStrike">
                <a:solidFill>
                  <a:srgbClr val="437AEF"/>
                </a:solidFill>
                <a:latin typeface="Plus Jakarta Sans"/>
                <a:ea typeface="Plus Jakarta Sans"/>
                <a:cs typeface="Plus Jakarta Sans"/>
                <a:sym typeface="Plus Jakarta Sans"/>
              </a:rPr>
              <a:t>AGENDA</a:t>
            </a:r>
            <a:endParaRPr b="0" i="0" sz="1100" u="none" cap="none" strike="noStrike">
              <a:solidFill>
                <a:schemeClr val="dk1"/>
              </a:solidFill>
              <a:latin typeface="Calibri"/>
              <a:ea typeface="Calibri"/>
              <a:cs typeface="Calibri"/>
              <a:sym typeface="Calibri"/>
            </a:endParaRPr>
          </a:p>
        </p:txBody>
      </p:sp>
      <p:sp>
        <p:nvSpPr>
          <p:cNvPr id="78" name="Google Shape;78;p17"/>
          <p:cNvSpPr/>
          <p:nvPr/>
        </p:nvSpPr>
        <p:spPr>
          <a:xfrm>
            <a:off x="571500" y="725798"/>
            <a:ext cx="8241000" cy="378600"/>
          </a:xfrm>
          <a:prstGeom prst="rect">
            <a:avLst/>
          </a:prstGeom>
          <a:noFill/>
          <a:ln>
            <a:noFill/>
          </a:ln>
        </p:spPr>
        <p:txBody>
          <a:bodyPr anchorCtr="0" anchor="t" bIns="12700" lIns="12700" spcFirstLastPara="1" rIns="12700" wrap="square" tIns="12700">
            <a:noAutofit/>
          </a:bodyPr>
          <a:lstStyle/>
          <a:p>
            <a:pPr indent="0" lvl="0" marL="0" marR="0" rtl="0" algn="l">
              <a:lnSpc>
                <a:spcPct val="102000"/>
              </a:lnSpc>
              <a:spcBef>
                <a:spcPts val="0"/>
              </a:spcBef>
              <a:spcAft>
                <a:spcPts val="0"/>
              </a:spcAft>
              <a:buClr>
                <a:srgbClr val="020617"/>
              </a:buClr>
              <a:buSzPts val="2800"/>
              <a:buFont typeface="Plus Jakarta Sans"/>
              <a:buNone/>
            </a:pPr>
            <a:r>
              <a:rPr i="0" lang="en" sz="2800" u="none" cap="none" strike="noStrike">
                <a:solidFill>
                  <a:srgbClr val="020617"/>
                </a:solidFill>
                <a:latin typeface="Plus Jakarta Sans ExtraBold"/>
                <a:ea typeface="Plus Jakarta Sans ExtraBold"/>
                <a:cs typeface="Plus Jakarta Sans ExtraBold"/>
                <a:sym typeface="Plus Jakarta Sans ExtraBold"/>
              </a:rPr>
              <a:t>Lo que veremos hoy</a:t>
            </a:r>
            <a:endParaRPr i="0" sz="2800" u="none" cap="none" strike="noStrike">
              <a:solidFill>
                <a:schemeClr val="dk1"/>
              </a:solidFill>
              <a:latin typeface="Plus Jakarta Sans ExtraBold"/>
              <a:ea typeface="Plus Jakarta Sans ExtraBold"/>
              <a:cs typeface="Plus Jakarta Sans ExtraBold"/>
              <a:sym typeface="Plus Jakarta Sans ExtraBold"/>
            </a:endParaRPr>
          </a:p>
        </p:txBody>
      </p:sp>
      <p:sp>
        <p:nvSpPr>
          <p:cNvPr id="79" name="Google Shape;79;p17"/>
          <p:cNvSpPr/>
          <p:nvPr/>
        </p:nvSpPr>
        <p:spPr>
          <a:xfrm>
            <a:off x="571500" y="2527399"/>
            <a:ext cx="3786188" cy="4763"/>
          </a:xfrm>
          <a:prstGeom prst="rect">
            <a:avLst/>
          </a:prstGeom>
          <a:solidFill>
            <a:srgbClr val="E2E8F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80" name="Google Shape;80;p17"/>
          <p:cNvSpPr/>
          <p:nvPr/>
        </p:nvSpPr>
        <p:spPr>
          <a:xfrm>
            <a:off x="571500" y="2082329"/>
            <a:ext cx="419100" cy="259072"/>
          </a:xfrm>
          <a:prstGeom prst="rect">
            <a:avLst/>
          </a:prstGeom>
          <a:noFill/>
          <a:ln>
            <a:noFill/>
          </a:ln>
        </p:spPr>
        <p:txBody>
          <a:bodyPr anchorCtr="0" anchor="t" bIns="12700" lIns="12700" spcFirstLastPara="1" rIns="12700" wrap="square" tIns="12700">
            <a:noAutofit/>
          </a:bodyPr>
          <a:lstStyle/>
          <a:p>
            <a:pPr indent="0" lvl="0" marL="0" marR="0" rtl="0" algn="l">
              <a:lnSpc>
                <a:spcPct val="90000"/>
              </a:lnSpc>
              <a:spcBef>
                <a:spcPts val="0"/>
              </a:spcBef>
              <a:spcAft>
                <a:spcPts val="0"/>
              </a:spcAft>
              <a:buClr>
                <a:srgbClr val="437AEF"/>
              </a:buClr>
              <a:buSzPts val="2100"/>
              <a:buFont typeface="Plus Jakarta Sans"/>
              <a:buNone/>
            </a:pPr>
            <a:r>
              <a:rPr i="0" lang="en" sz="2100" u="none" cap="none" strike="noStrike">
                <a:solidFill>
                  <a:srgbClr val="437AEF"/>
                </a:solidFill>
                <a:latin typeface="Plus Jakarta Sans ExtraBold"/>
                <a:ea typeface="Plus Jakarta Sans ExtraBold"/>
                <a:cs typeface="Plus Jakarta Sans ExtraBold"/>
                <a:sym typeface="Plus Jakarta Sans ExtraBold"/>
              </a:rPr>
              <a:t>01</a:t>
            </a:r>
            <a:endParaRPr i="0" sz="2100" u="none" cap="none" strike="noStrike">
              <a:solidFill>
                <a:schemeClr val="dk1"/>
              </a:solidFill>
              <a:latin typeface="Plus Jakarta Sans ExtraBold"/>
              <a:ea typeface="Plus Jakarta Sans ExtraBold"/>
              <a:cs typeface="Plus Jakarta Sans ExtraBold"/>
              <a:sym typeface="Plus Jakarta Sans ExtraBold"/>
            </a:endParaRPr>
          </a:p>
        </p:txBody>
      </p:sp>
      <p:sp>
        <p:nvSpPr>
          <p:cNvPr id="81" name="Google Shape;81;p17"/>
          <p:cNvSpPr/>
          <p:nvPr/>
        </p:nvSpPr>
        <p:spPr>
          <a:xfrm>
            <a:off x="1085850" y="2020193"/>
            <a:ext cx="1838903" cy="20955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0F172A"/>
              </a:buClr>
              <a:buSzPts val="1200"/>
              <a:buFont typeface="Plus Jakarta Sans"/>
              <a:buNone/>
            </a:pPr>
            <a:r>
              <a:rPr b="1" i="0" lang="en" sz="1200" u="none" cap="none" strike="noStrike">
                <a:solidFill>
                  <a:srgbClr val="0F172A"/>
                </a:solidFill>
                <a:latin typeface="Plus Jakarta Sans"/>
                <a:ea typeface="Plus Jakarta Sans"/>
                <a:cs typeface="Plus Jakarta Sans"/>
                <a:sym typeface="Plus Jakarta Sans"/>
              </a:rPr>
              <a:t>Contexto y oportunidad</a:t>
            </a:r>
            <a:endParaRPr b="0" i="0" sz="1200" u="none" cap="none" strike="noStrike">
              <a:solidFill>
                <a:schemeClr val="dk1"/>
              </a:solidFill>
              <a:latin typeface="Calibri"/>
              <a:ea typeface="Calibri"/>
              <a:cs typeface="Calibri"/>
              <a:sym typeface="Calibri"/>
            </a:endParaRPr>
          </a:p>
        </p:txBody>
      </p:sp>
      <p:sp>
        <p:nvSpPr>
          <p:cNvPr id="82" name="Google Shape;82;p17"/>
          <p:cNvSpPr/>
          <p:nvPr/>
        </p:nvSpPr>
        <p:spPr>
          <a:xfrm>
            <a:off x="1085850" y="2239268"/>
            <a:ext cx="1838903" cy="164306"/>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64748B"/>
              </a:buClr>
              <a:buSzPts val="900"/>
              <a:buFont typeface="Plus Jakarta Sans"/>
              <a:buNone/>
            </a:pPr>
            <a:r>
              <a:rPr b="0" i="0" lang="en" sz="900" u="none" cap="none" strike="noStrike">
                <a:solidFill>
                  <a:srgbClr val="64748B"/>
                </a:solidFill>
                <a:latin typeface="Plus Jakarta Sans"/>
                <a:ea typeface="Plus Jakarta Sans"/>
                <a:cs typeface="Plus Jakarta Sans"/>
                <a:sym typeface="Plus Jakarta Sans"/>
              </a:rPr>
              <a:t>Breve descripción del punto.</a:t>
            </a:r>
            <a:endParaRPr b="0" i="0" sz="900" u="none" cap="none" strike="noStrike">
              <a:solidFill>
                <a:schemeClr val="dk1"/>
              </a:solidFill>
              <a:latin typeface="Calibri"/>
              <a:ea typeface="Calibri"/>
              <a:cs typeface="Calibri"/>
              <a:sym typeface="Calibri"/>
            </a:endParaRPr>
          </a:p>
        </p:txBody>
      </p:sp>
      <p:sp>
        <p:nvSpPr>
          <p:cNvPr id="83" name="Google Shape;83;p17"/>
          <p:cNvSpPr/>
          <p:nvPr/>
        </p:nvSpPr>
        <p:spPr>
          <a:xfrm>
            <a:off x="4786313" y="2527399"/>
            <a:ext cx="3786188" cy="4763"/>
          </a:xfrm>
          <a:prstGeom prst="rect">
            <a:avLst/>
          </a:prstGeom>
          <a:solidFill>
            <a:srgbClr val="E2E8F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84" name="Google Shape;84;p17"/>
          <p:cNvSpPr/>
          <p:nvPr/>
        </p:nvSpPr>
        <p:spPr>
          <a:xfrm>
            <a:off x="4786313" y="2082329"/>
            <a:ext cx="419100" cy="259072"/>
          </a:xfrm>
          <a:prstGeom prst="rect">
            <a:avLst/>
          </a:prstGeom>
          <a:noFill/>
          <a:ln>
            <a:noFill/>
          </a:ln>
        </p:spPr>
        <p:txBody>
          <a:bodyPr anchorCtr="0" anchor="t" bIns="12700" lIns="12700" spcFirstLastPara="1" rIns="12700" wrap="square" tIns="12700">
            <a:noAutofit/>
          </a:bodyPr>
          <a:lstStyle/>
          <a:p>
            <a:pPr indent="0" lvl="0" marL="0" marR="0" rtl="0" algn="l">
              <a:lnSpc>
                <a:spcPct val="90000"/>
              </a:lnSpc>
              <a:spcBef>
                <a:spcPts val="0"/>
              </a:spcBef>
              <a:spcAft>
                <a:spcPts val="0"/>
              </a:spcAft>
              <a:buClr>
                <a:srgbClr val="437AEF"/>
              </a:buClr>
              <a:buSzPts val="2100"/>
              <a:buFont typeface="Plus Jakarta Sans"/>
              <a:buNone/>
            </a:pPr>
            <a:r>
              <a:rPr i="0" lang="en" sz="2100" u="none" cap="none" strike="noStrike">
                <a:solidFill>
                  <a:srgbClr val="437AEF"/>
                </a:solidFill>
                <a:latin typeface="Plus Jakarta Sans ExtraBold"/>
                <a:ea typeface="Plus Jakarta Sans ExtraBold"/>
                <a:cs typeface="Plus Jakarta Sans ExtraBold"/>
                <a:sym typeface="Plus Jakarta Sans ExtraBold"/>
              </a:rPr>
              <a:t>02</a:t>
            </a:r>
            <a:endParaRPr i="0" sz="2100" u="none" cap="none" strike="noStrike">
              <a:solidFill>
                <a:schemeClr val="dk1"/>
              </a:solidFill>
              <a:latin typeface="Plus Jakarta Sans ExtraBold"/>
              <a:ea typeface="Plus Jakarta Sans ExtraBold"/>
              <a:cs typeface="Plus Jakarta Sans ExtraBold"/>
              <a:sym typeface="Plus Jakarta Sans ExtraBold"/>
            </a:endParaRPr>
          </a:p>
        </p:txBody>
      </p:sp>
      <p:sp>
        <p:nvSpPr>
          <p:cNvPr id="85" name="Google Shape;85;p17"/>
          <p:cNvSpPr/>
          <p:nvPr/>
        </p:nvSpPr>
        <p:spPr>
          <a:xfrm>
            <a:off x="5300663" y="2020193"/>
            <a:ext cx="1599114" cy="20955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0F172A"/>
              </a:buClr>
              <a:buSzPts val="1200"/>
              <a:buFont typeface="Plus Jakarta Sans"/>
              <a:buNone/>
            </a:pPr>
            <a:r>
              <a:rPr b="1" i="0" lang="en" sz="1200" u="none" cap="none" strike="noStrike">
                <a:solidFill>
                  <a:srgbClr val="0F172A"/>
                </a:solidFill>
                <a:latin typeface="Plus Jakarta Sans"/>
                <a:ea typeface="Plus Jakarta Sans"/>
                <a:cs typeface="Plus Jakarta Sans"/>
                <a:sym typeface="Plus Jakarta Sans"/>
              </a:rPr>
              <a:t>La solución Vambe</a:t>
            </a:r>
            <a:endParaRPr b="0" i="0" sz="1200" u="none" cap="none" strike="noStrike">
              <a:solidFill>
                <a:schemeClr val="dk1"/>
              </a:solidFill>
              <a:latin typeface="Calibri"/>
              <a:ea typeface="Calibri"/>
              <a:cs typeface="Calibri"/>
              <a:sym typeface="Calibri"/>
            </a:endParaRPr>
          </a:p>
        </p:txBody>
      </p:sp>
      <p:sp>
        <p:nvSpPr>
          <p:cNvPr id="86" name="Google Shape;86;p17"/>
          <p:cNvSpPr/>
          <p:nvPr/>
        </p:nvSpPr>
        <p:spPr>
          <a:xfrm>
            <a:off x="5300663" y="2239268"/>
            <a:ext cx="1599114" cy="164306"/>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64748B"/>
              </a:buClr>
              <a:buSzPts val="900"/>
              <a:buFont typeface="Plus Jakarta Sans"/>
              <a:buNone/>
            </a:pPr>
            <a:r>
              <a:rPr b="0" i="0" lang="en" sz="900" u="none" cap="none" strike="noStrike">
                <a:solidFill>
                  <a:srgbClr val="64748B"/>
                </a:solidFill>
                <a:latin typeface="Plus Jakarta Sans"/>
                <a:ea typeface="Plus Jakarta Sans"/>
                <a:cs typeface="Plus Jakarta Sans"/>
                <a:sym typeface="Plus Jakarta Sans"/>
              </a:rPr>
              <a:t>Breve descripción del punto.</a:t>
            </a:r>
            <a:endParaRPr b="0" i="0" sz="900" u="none" cap="none" strike="noStrike">
              <a:solidFill>
                <a:schemeClr val="dk1"/>
              </a:solidFill>
              <a:latin typeface="Calibri"/>
              <a:ea typeface="Calibri"/>
              <a:cs typeface="Calibri"/>
              <a:sym typeface="Calibri"/>
            </a:endParaRPr>
          </a:p>
        </p:txBody>
      </p:sp>
      <p:sp>
        <p:nvSpPr>
          <p:cNvPr id="87" name="Google Shape;87;p17"/>
          <p:cNvSpPr/>
          <p:nvPr/>
        </p:nvSpPr>
        <p:spPr>
          <a:xfrm>
            <a:off x="571500" y="3182243"/>
            <a:ext cx="3786188" cy="4763"/>
          </a:xfrm>
          <a:prstGeom prst="rect">
            <a:avLst/>
          </a:prstGeom>
          <a:solidFill>
            <a:srgbClr val="E2E8F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88" name="Google Shape;88;p17"/>
          <p:cNvSpPr/>
          <p:nvPr/>
        </p:nvSpPr>
        <p:spPr>
          <a:xfrm>
            <a:off x="571500" y="2737173"/>
            <a:ext cx="419100" cy="259072"/>
          </a:xfrm>
          <a:prstGeom prst="rect">
            <a:avLst/>
          </a:prstGeom>
          <a:noFill/>
          <a:ln>
            <a:noFill/>
          </a:ln>
        </p:spPr>
        <p:txBody>
          <a:bodyPr anchorCtr="0" anchor="t" bIns="12700" lIns="12700" spcFirstLastPara="1" rIns="12700" wrap="square" tIns="12700">
            <a:noAutofit/>
          </a:bodyPr>
          <a:lstStyle/>
          <a:p>
            <a:pPr indent="0" lvl="0" marL="0" marR="0" rtl="0" algn="l">
              <a:lnSpc>
                <a:spcPct val="90000"/>
              </a:lnSpc>
              <a:spcBef>
                <a:spcPts val="0"/>
              </a:spcBef>
              <a:spcAft>
                <a:spcPts val="0"/>
              </a:spcAft>
              <a:buClr>
                <a:srgbClr val="437AEF"/>
              </a:buClr>
              <a:buSzPts val="2100"/>
              <a:buFont typeface="Plus Jakarta Sans"/>
              <a:buNone/>
            </a:pPr>
            <a:r>
              <a:rPr i="0" lang="en" sz="2100" u="none" cap="none" strike="noStrike">
                <a:solidFill>
                  <a:srgbClr val="437AEF"/>
                </a:solidFill>
                <a:latin typeface="Plus Jakarta Sans ExtraBold"/>
                <a:ea typeface="Plus Jakarta Sans ExtraBold"/>
                <a:cs typeface="Plus Jakarta Sans ExtraBold"/>
                <a:sym typeface="Plus Jakarta Sans ExtraBold"/>
              </a:rPr>
              <a:t>03</a:t>
            </a:r>
            <a:endParaRPr i="0" sz="2100" u="none" cap="none" strike="noStrike">
              <a:solidFill>
                <a:schemeClr val="dk1"/>
              </a:solidFill>
              <a:latin typeface="Plus Jakarta Sans ExtraBold"/>
              <a:ea typeface="Plus Jakarta Sans ExtraBold"/>
              <a:cs typeface="Plus Jakarta Sans ExtraBold"/>
              <a:sym typeface="Plus Jakarta Sans ExtraBold"/>
            </a:endParaRPr>
          </a:p>
        </p:txBody>
      </p:sp>
      <p:sp>
        <p:nvSpPr>
          <p:cNvPr id="89" name="Google Shape;89;p17"/>
          <p:cNvSpPr/>
          <p:nvPr/>
        </p:nvSpPr>
        <p:spPr>
          <a:xfrm>
            <a:off x="1085850" y="2675037"/>
            <a:ext cx="1599114" cy="20955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0F172A"/>
              </a:buClr>
              <a:buSzPts val="1200"/>
              <a:buFont typeface="Plus Jakarta Sans"/>
              <a:buNone/>
            </a:pPr>
            <a:r>
              <a:rPr b="1" i="0" lang="en" sz="1200" u="none" cap="none" strike="noStrike">
                <a:solidFill>
                  <a:srgbClr val="0F172A"/>
                </a:solidFill>
                <a:latin typeface="Plus Jakarta Sans"/>
                <a:ea typeface="Plus Jakarta Sans"/>
                <a:cs typeface="Plus Jakarta Sans"/>
                <a:sym typeface="Plus Jakarta Sans"/>
              </a:rPr>
              <a:t>Cómo funciona</a:t>
            </a:r>
            <a:endParaRPr b="0" i="0" sz="1200" u="none" cap="none" strike="noStrike">
              <a:solidFill>
                <a:schemeClr val="dk1"/>
              </a:solidFill>
              <a:latin typeface="Calibri"/>
              <a:ea typeface="Calibri"/>
              <a:cs typeface="Calibri"/>
              <a:sym typeface="Calibri"/>
            </a:endParaRPr>
          </a:p>
        </p:txBody>
      </p:sp>
      <p:sp>
        <p:nvSpPr>
          <p:cNvPr id="90" name="Google Shape;90;p17"/>
          <p:cNvSpPr/>
          <p:nvPr/>
        </p:nvSpPr>
        <p:spPr>
          <a:xfrm>
            <a:off x="1085850" y="2894112"/>
            <a:ext cx="1599114" cy="164306"/>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64748B"/>
              </a:buClr>
              <a:buSzPts val="900"/>
              <a:buFont typeface="Plus Jakarta Sans"/>
              <a:buNone/>
            </a:pPr>
            <a:r>
              <a:rPr b="0" i="0" lang="en" sz="900" u="none" cap="none" strike="noStrike">
                <a:solidFill>
                  <a:srgbClr val="64748B"/>
                </a:solidFill>
                <a:latin typeface="Plus Jakarta Sans"/>
                <a:ea typeface="Plus Jakarta Sans"/>
                <a:cs typeface="Plus Jakarta Sans"/>
                <a:sym typeface="Plus Jakarta Sans"/>
              </a:rPr>
              <a:t>Breve descripción del punto.</a:t>
            </a:r>
            <a:endParaRPr b="0" i="0" sz="900" u="none" cap="none" strike="noStrike">
              <a:solidFill>
                <a:schemeClr val="dk1"/>
              </a:solidFill>
              <a:latin typeface="Calibri"/>
              <a:ea typeface="Calibri"/>
              <a:cs typeface="Calibri"/>
              <a:sym typeface="Calibri"/>
            </a:endParaRPr>
          </a:p>
        </p:txBody>
      </p:sp>
      <p:sp>
        <p:nvSpPr>
          <p:cNvPr id="91" name="Google Shape;91;p17"/>
          <p:cNvSpPr/>
          <p:nvPr/>
        </p:nvSpPr>
        <p:spPr>
          <a:xfrm>
            <a:off x="4786313" y="3182243"/>
            <a:ext cx="3786188" cy="4763"/>
          </a:xfrm>
          <a:prstGeom prst="rect">
            <a:avLst/>
          </a:prstGeom>
          <a:solidFill>
            <a:srgbClr val="E2E8F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92" name="Google Shape;92;p17"/>
          <p:cNvSpPr/>
          <p:nvPr/>
        </p:nvSpPr>
        <p:spPr>
          <a:xfrm>
            <a:off x="4786313" y="2737173"/>
            <a:ext cx="419100" cy="259072"/>
          </a:xfrm>
          <a:prstGeom prst="rect">
            <a:avLst/>
          </a:prstGeom>
          <a:noFill/>
          <a:ln>
            <a:noFill/>
          </a:ln>
        </p:spPr>
        <p:txBody>
          <a:bodyPr anchorCtr="0" anchor="t" bIns="12700" lIns="12700" spcFirstLastPara="1" rIns="12700" wrap="square" tIns="12700">
            <a:noAutofit/>
          </a:bodyPr>
          <a:lstStyle/>
          <a:p>
            <a:pPr indent="0" lvl="0" marL="0" marR="0" rtl="0" algn="l">
              <a:lnSpc>
                <a:spcPct val="90000"/>
              </a:lnSpc>
              <a:spcBef>
                <a:spcPts val="0"/>
              </a:spcBef>
              <a:spcAft>
                <a:spcPts val="0"/>
              </a:spcAft>
              <a:buClr>
                <a:srgbClr val="437AEF"/>
              </a:buClr>
              <a:buSzPts val="2100"/>
              <a:buFont typeface="Plus Jakarta Sans"/>
              <a:buNone/>
            </a:pPr>
            <a:r>
              <a:rPr i="0" lang="en" sz="2100" u="none" cap="none" strike="noStrike">
                <a:solidFill>
                  <a:srgbClr val="437AEF"/>
                </a:solidFill>
                <a:latin typeface="Plus Jakarta Sans ExtraBold"/>
                <a:ea typeface="Plus Jakarta Sans ExtraBold"/>
                <a:cs typeface="Plus Jakarta Sans ExtraBold"/>
                <a:sym typeface="Plus Jakarta Sans ExtraBold"/>
              </a:rPr>
              <a:t>04</a:t>
            </a:r>
            <a:endParaRPr i="0" sz="2100" u="none" cap="none" strike="noStrike">
              <a:solidFill>
                <a:schemeClr val="dk1"/>
              </a:solidFill>
              <a:latin typeface="Plus Jakarta Sans ExtraBold"/>
              <a:ea typeface="Plus Jakarta Sans ExtraBold"/>
              <a:cs typeface="Plus Jakarta Sans ExtraBold"/>
              <a:sym typeface="Plus Jakarta Sans ExtraBold"/>
            </a:endParaRPr>
          </a:p>
        </p:txBody>
      </p:sp>
      <p:sp>
        <p:nvSpPr>
          <p:cNvPr id="93" name="Google Shape;93;p17"/>
          <p:cNvSpPr/>
          <p:nvPr/>
        </p:nvSpPr>
        <p:spPr>
          <a:xfrm>
            <a:off x="5300663" y="2675037"/>
            <a:ext cx="1599114" cy="20955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0F172A"/>
              </a:buClr>
              <a:buSzPts val="1200"/>
              <a:buFont typeface="Plus Jakarta Sans"/>
              <a:buNone/>
            </a:pPr>
            <a:r>
              <a:rPr b="1" i="0" lang="en" sz="1200" u="none" cap="none" strike="noStrike">
                <a:solidFill>
                  <a:srgbClr val="0F172A"/>
                </a:solidFill>
                <a:latin typeface="Plus Jakarta Sans"/>
                <a:ea typeface="Plus Jakarta Sans"/>
                <a:cs typeface="Plus Jakarta Sans"/>
                <a:sym typeface="Plus Jakarta Sans"/>
              </a:rPr>
              <a:t>Resultados y casos</a:t>
            </a:r>
            <a:endParaRPr b="0" i="0" sz="1200" u="none" cap="none" strike="noStrike">
              <a:solidFill>
                <a:schemeClr val="dk1"/>
              </a:solidFill>
              <a:latin typeface="Calibri"/>
              <a:ea typeface="Calibri"/>
              <a:cs typeface="Calibri"/>
              <a:sym typeface="Calibri"/>
            </a:endParaRPr>
          </a:p>
        </p:txBody>
      </p:sp>
      <p:sp>
        <p:nvSpPr>
          <p:cNvPr id="94" name="Google Shape;94;p17"/>
          <p:cNvSpPr/>
          <p:nvPr/>
        </p:nvSpPr>
        <p:spPr>
          <a:xfrm>
            <a:off x="5300663" y="2894112"/>
            <a:ext cx="1599114" cy="164306"/>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64748B"/>
              </a:buClr>
              <a:buSzPts val="900"/>
              <a:buFont typeface="Plus Jakarta Sans"/>
              <a:buNone/>
            </a:pPr>
            <a:r>
              <a:rPr b="0" i="0" lang="en" sz="900" u="none" cap="none" strike="noStrike">
                <a:solidFill>
                  <a:srgbClr val="64748B"/>
                </a:solidFill>
                <a:latin typeface="Plus Jakarta Sans"/>
                <a:ea typeface="Plus Jakarta Sans"/>
                <a:cs typeface="Plus Jakarta Sans"/>
                <a:sym typeface="Plus Jakarta Sans"/>
              </a:rPr>
              <a:t>Breve descripción del punto.</a:t>
            </a:r>
            <a:endParaRPr b="0" i="0" sz="900" u="none" cap="none" strike="noStrike">
              <a:solidFill>
                <a:schemeClr val="dk1"/>
              </a:solidFill>
              <a:latin typeface="Calibri"/>
              <a:ea typeface="Calibri"/>
              <a:cs typeface="Calibri"/>
              <a:sym typeface="Calibri"/>
            </a:endParaRPr>
          </a:p>
        </p:txBody>
      </p:sp>
      <p:sp>
        <p:nvSpPr>
          <p:cNvPr id="95" name="Google Shape;95;p17"/>
          <p:cNvSpPr/>
          <p:nvPr/>
        </p:nvSpPr>
        <p:spPr>
          <a:xfrm>
            <a:off x="571500" y="3392016"/>
            <a:ext cx="419100" cy="259072"/>
          </a:xfrm>
          <a:prstGeom prst="rect">
            <a:avLst/>
          </a:prstGeom>
          <a:noFill/>
          <a:ln>
            <a:noFill/>
          </a:ln>
        </p:spPr>
        <p:txBody>
          <a:bodyPr anchorCtr="0" anchor="t" bIns="12700" lIns="12700" spcFirstLastPara="1" rIns="12700" wrap="square" tIns="12700">
            <a:noAutofit/>
          </a:bodyPr>
          <a:lstStyle/>
          <a:p>
            <a:pPr indent="0" lvl="0" marL="0" marR="0" rtl="0" algn="l">
              <a:lnSpc>
                <a:spcPct val="90000"/>
              </a:lnSpc>
              <a:spcBef>
                <a:spcPts val="0"/>
              </a:spcBef>
              <a:spcAft>
                <a:spcPts val="0"/>
              </a:spcAft>
              <a:buClr>
                <a:srgbClr val="437AEF"/>
              </a:buClr>
              <a:buSzPts val="2100"/>
              <a:buFont typeface="Plus Jakarta Sans"/>
              <a:buNone/>
            </a:pPr>
            <a:r>
              <a:rPr i="0" lang="en" sz="2100" u="none" cap="none" strike="noStrike">
                <a:solidFill>
                  <a:srgbClr val="437AEF"/>
                </a:solidFill>
                <a:latin typeface="Plus Jakarta Sans ExtraBold"/>
                <a:ea typeface="Plus Jakarta Sans ExtraBold"/>
                <a:cs typeface="Plus Jakarta Sans ExtraBold"/>
                <a:sym typeface="Plus Jakarta Sans ExtraBold"/>
              </a:rPr>
              <a:t>05</a:t>
            </a:r>
            <a:endParaRPr i="0" sz="2100" u="none" cap="none" strike="noStrike">
              <a:solidFill>
                <a:schemeClr val="dk1"/>
              </a:solidFill>
              <a:latin typeface="Plus Jakarta Sans ExtraBold"/>
              <a:ea typeface="Plus Jakarta Sans ExtraBold"/>
              <a:cs typeface="Plus Jakarta Sans ExtraBold"/>
              <a:sym typeface="Plus Jakarta Sans ExtraBold"/>
            </a:endParaRPr>
          </a:p>
        </p:txBody>
      </p:sp>
      <p:sp>
        <p:nvSpPr>
          <p:cNvPr id="96" name="Google Shape;96;p17"/>
          <p:cNvSpPr/>
          <p:nvPr/>
        </p:nvSpPr>
        <p:spPr>
          <a:xfrm>
            <a:off x="1085850" y="3329881"/>
            <a:ext cx="1722783" cy="20955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0F172A"/>
              </a:buClr>
              <a:buSzPts val="1200"/>
              <a:buFont typeface="Plus Jakarta Sans"/>
              <a:buNone/>
            </a:pPr>
            <a:r>
              <a:rPr b="1" i="0" lang="en" sz="1200" u="none" cap="none" strike="noStrike">
                <a:solidFill>
                  <a:srgbClr val="0F172A"/>
                </a:solidFill>
                <a:latin typeface="Plus Jakarta Sans"/>
                <a:ea typeface="Plus Jakarta Sans"/>
                <a:cs typeface="Plus Jakarta Sans"/>
                <a:sym typeface="Plus Jakarta Sans"/>
              </a:rPr>
              <a:t>Plan e implementación</a:t>
            </a:r>
            <a:endParaRPr b="0" i="0" sz="1200" u="none" cap="none" strike="noStrike">
              <a:solidFill>
                <a:schemeClr val="dk1"/>
              </a:solidFill>
              <a:latin typeface="Calibri"/>
              <a:ea typeface="Calibri"/>
              <a:cs typeface="Calibri"/>
              <a:sym typeface="Calibri"/>
            </a:endParaRPr>
          </a:p>
        </p:txBody>
      </p:sp>
      <p:sp>
        <p:nvSpPr>
          <p:cNvPr id="97" name="Google Shape;97;p17"/>
          <p:cNvSpPr/>
          <p:nvPr/>
        </p:nvSpPr>
        <p:spPr>
          <a:xfrm>
            <a:off x="1085850" y="3548956"/>
            <a:ext cx="1722783" cy="1643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64748B"/>
              </a:buClr>
              <a:buSzPts val="900"/>
              <a:buFont typeface="Plus Jakarta Sans"/>
              <a:buNone/>
            </a:pPr>
            <a:r>
              <a:rPr b="0" i="0" lang="en" sz="900" u="none" cap="none" strike="noStrike">
                <a:solidFill>
                  <a:srgbClr val="64748B"/>
                </a:solidFill>
                <a:latin typeface="Plus Jakarta Sans"/>
                <a:ea typeface="Plus Jakarta Sans"/>
                <a:cs typeface="Plus Jakarta Sans"/>
                <a:sym typeface="Plus Jakarta Sans"/>
              </a:rPr>
              <a:t>Breve descripción del punto.</a:t>
            </a:r>
            <a:endParaRPr b="0" i="0" sz="900" u="none" cap="none" strike="noStrike">
              <a:solidFill>
                <a:schemeClr val="dk1"/>
              </a:solidFill>
              <a:latin typeface="Calibri"/>
              <a:ea typeface="Calibri"/>
              <a:cs typeface="Calibri"/>
              <a:sym typeface="Calibri"/>
            </a:endParaRPr>
          </a:p>
        </p:txBody>
      </p:sp>
      <p:sp>
        <p:nvSpPr>
          <p:cNvPr id="98" name="Google Shape;98;p17"/>
          <p:cNvSpPr/>
          <p:nvPr/>
        </p:nvSpPr>
        <p:spPr>
          <a:xfrm>
            <a:off x="4786313" y="3392016"/>
            <a:ext cx="419100" cy="259072"/>
          </a:xfrm>
          <a:prstGeom prst="rect">
            <a:avLst/>
          </a:prstGeom>
          <a:noFill/>
          <a:ln>
            <a:noFill/>
          </a:ln>
        </p:spPr>
        <p:txBody>
          <a:bodyPr anchorCtr="0" anchor="t" bIns="12700" lIns="12700" spcFirstLastPara="1" rIns="12700" wrap="square" tIns="12700">
            <a:noAutofit/>
          </a:bodyPr>
          <a:lstStyle/>
          <a:p>
            <a:pPr indent="0" lvl="0" marL="0" marR="0" rtl="0" algn="l">
              <a:lnSpc>
                <a:spcPct val="90000"/>
              </a:lnSpc>
              <a:spcBef>
                <a:spcPts val="0"/>
              </a:spcBef>
              <a:spcAft>
                <a:spcPts val="0"/>
              </a:spcAft>
              <a:buClr>
                <a:srgbClr val="437AEF"/>
              </a:buClr>
              <a:buSzPts val="2100"/>
              <a:buFont typeface="Plus Jakarta Sans"/>
              <a:buNone/>
            </a:pPr>
            <a:r>
              <a:rPr i="0" lang="en" sz="2100" u="none" cap="none" strike="noStrike">
                <a:solidFill>
                  <a:srgbClr val="437AEF"/>
                </a:solidFill>
                <a:latin typeface="Plus Jakarta Sans ExtraBold"/>
                <a:ea typeface="Plus Jakarta Sans ExtraBold"/>
                <a:cs typeface="Plus Jakarta Sans ExtraBold"/>
                <a:sym typeface="Plus Jakarta Sans ExtraBold"/>
              </a:rPr>
              <a:t>06</a:t>
            </a:r>
            <a:endParaRPr i="0" sz="2100" u="none" cap="none" strike="noStrike">
              <a:solidFill>
                <a:schemeClr val="dk1"/>
              </a:solidFill>
              <a:latin typeface="Plus Jakarta Sans ExtraBold"/>
              <a:ea typeface="Plus Jakarta Sans ExtraBold"/>
              <a:cs typeface="Plus Jakarta Sans ExtraBold"/>
              <a:sym typeface="Plus Jakarta Sans ExtraBold"/>
            </a:endParaRPr>
          </a:p>
        </p:txBody>
      </p:sp>
      <p:sp>
        <p:nvSpPr>
          <p:cNvPr id="99" name="Google Shape;99;p17"/>
          <p:cNvSpPr/>
          <p:nvPr/>
        </p:nvSpPr>
        <p:spPr>
          <a:xfrm>
            <a:off x="5300663" y="3329881"/>
            <a:ext cx="1599114" cy="20955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0F172A"/>
              </a:buClr>
              <a:buSzPts val="1200"/>
              <a:buFont typeface="Plus Jakarta Sans"/>
              <a:buNone/>
            </a:pPr>
            <a:r>
              <a:rPr b="1" i="0" lang="en" sz="1200" u="none" cap="none" strike="noStrike">
                <a:solidFill>
                  <a:srgbClr val="0F172A"/>
                </a:solidFill>
                <a:latin typeface="Plus Jakarta Sans"/>
                <a:ea typeface="Plus Jakarta Sans"/>
                <a:cs typeface="Plus Jakarta Sans"/>
                <a:sym typeface="Plus Jakarta Sans"/>
              </a:rPr>
              <a:t>Próximos pasos</a:t>
            </a:r>
            <a:endParaRPr b="0" i="0" sz="1200" u="none" cap="none" strike="noStrike">
              <a:solidFill>
                <a:schemeClr val="dk1"/>
              </a:solidFill>
              <a:latin typeface="Calibri"/>
              <a:ea typeface="Calibri"/>
              <a:cs typeface="Calibri"/>
              <a:sym typeface="Calibri"/>
            </a:endParaRPr>
          </a:p>
        </p:txBody>
      </p:sp>
      <p:sp>
        <p:nvSpPr>
          <p:cNvPr id="100" name="Google Shape;100;p17"/>
          <p:cNvSpPr/>
          <p:nvPr/>
        </p:nvSpPr>
        <p:spPr>
          <a:xfrm>
            <a:off x="5300663" y="3548956"/>
            <a:ext cx="1599114" cy="1643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64748B"/>
              </a:buClr>
              <a:buSzPts val="900"/>
              <a:buFont typeface="Plus Jakarta Sans"/>
              <a:buNone/>
            </a:pPr>
            <a:r>
              <a:rPr b="0" i="0" lang="en" sz="900" u="none" cap="none" strike="noStrike">
                <a:solidFill>
                  <a:srgbClr val="64748B"/>
                </a:solidFill>
                <a:latin typeface="Plus Jakarta Sans"/>
                <a:ea typeface="Plus Jakarta Sans"/>
                <a:cs typeface="Plus Jakarta Sans"/>
                <a:sym typeface="Plus Jakarta Sans"/>
              </a:rPr>
              <a:t>Breve descripción del punto.</a:t>
            </a:r>
            <a:endParaRPr b="0" i="0" sz="900" u="none" cap="none" strike="noStrike">
              <a:solidFill>
                <a:schemeClr val="dk1"/>
              </a:solidFill>
              <a:latin typeface="Calibri"/>
              <a:ea typeface="Calibri"/>
              <a:cs typeface="Calibri"/>
              <a:sym typeface="Calibri"/>
            </a:endParaRPr>
          </a:p>
        </p:txBody>
      </p:sp>
      <p:pic>
        <p:nvPicPr>
          <p:cNvPr descr="preencoded.png" id="101" name="Google Shape;101;p17"/>
          <p:cNvPicPr preferRelativeResize="0"/>
          <p:nvPr/>
        </p:nvPicPr>
        <p:blipFill rotWithShape="1">
          <a:blip r:embed="rId3">
            <a:alphaModFix/>
          </a:blip>
          <a:srcRect b="0" l="0" r="0" t="0"/>
          <a:stretch/>
        </p:blipFill>
        <p:spPr>
          <a:xfrm>
            <a:off x="571500" y="4767263"/>
            <a:ext cx="664369" cy="128588"/>
          </a:xfrm>
          <a:prstGeom prst="rect">
            <a:avLst/>
          </a:prstGeom>
          <a:noFill/>
          <a:ln>
            <a:noFill/>
          </a:ln>
        </p:spPr>
      </p:pic>
      <p:sp>
        <p:nvSpPr>
          <p:cNvPr id="102" name="Google Shape;102;p17"/>
          <p:cNvSpPr/>
          <p:nvPr/>
        </p:nvSpPr>
        <p:spPr>
          <a:xfrm>
            <a:off x="8466200" y="4777978"/>
            <a:ext cx="144401" cy="1262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94A3B8"/>
              </a:buClr>
              <a:buSzPts val="700"/>
              <a:buFont typeface="Plus Jakarta Sans"/>
              <a:buNone/>
            </a:pPr>
            <a:r>
              <a:rPr b="1" i="0" lang="en" sz="700" u="none" cap="none" strike="noStrike">
                <a:solidFill>
                  <a:srgbClr val="94A3B8"/>
                </a:solidFill>
                <a:latin typeface="Plus Jakarta Sans"/>
                <a:ea typeface="Plus Jakarta Sans"/>
                <a:cs typeface="Plus Jakarta Sans"/>
                <a:sym typeface="Plus Jakarta Sans"/>
              </a:rPr>
              <a:t>02</a:t>
            </a:r>
            <a:endParaRPr b="0" i="0" sz="700" u="none" cap="none" strike="noStrike">
              <a:solidFill>
                <a:schemeClr val="dk1"/>
              </a:solidFill>
              <a:latin typeface="Calibri"/>
              <a:ea typeface="Calibri"/>
              <a:cs typeface="Calibri"/>
              <a:sym typeface="Calibri"/>
            </a:endParaRPr>
          </a:p>
        </p:txBody>
      </p:sp>
      <p:pic>
        <p:nvPicPr>
          <p:cNvPr id="103" name="Google Shape;103;p17"/>
          <p:cNvPicPr preferRelativeResize="0"/>
          <p:nvPr/>
        </p:nvPicPr>
        <p:blipFill>
          <a:blip r:embed="rId4">
            <a:alphaModFix/>
          </a:blip>
          <a:stretch>
            <a:fillRect/>
          </a:stretch>
        </p:blipFill>
        <p:spPr>
          <a:xfrm>
            <a:off x="7004541" y="-176200"/>
            <a:ext cx="2762920" cy="253214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C0E1E"/>
            </a:gs>
            <a:gs pos="100000">
              <a:srgbClr val="14336F"/>
            </a:gs>
          </a:gsLst>
          <a:lin ang="5400012" scaled="0"/>
        </a:gradFill>
      </p:bgPr>
    </p:bg>
    <p:spTree>
      <p:nvGrpSpPr>
        <p:cNvPr id="108" name="Shape 108"/>
        <p:cNvGrpSpPr/>
        <p:nvPr/>
      </p:nvGrpSpPr>
      <p:grpSpPr>
        <a:xfrm>
          <a:off x="0" y="0"/>
          <a:ext cx="0" cy="0"/>
          <a:chOff x="0" y="0"/>
          <a:chExt cx="0" cy="0"/>
        </a:xfrm>
      </p:grpSpPr>
      <p:sp>
        <p:nvSpPr>
          <p:cNvPr id="109" name="Google Shape;109;p18"/>
          <p:cNvSpPr/>
          <p:nvPr/>
        </p:nvSpPr>
        <p:spPr>
          <a:xfrm>
            <a:off x="571500" y="2003115"/>
            <a:ext cx="1530477" cy="984870"/>
          </a:xfrm>
          <a:prstGeom prst="rect">
            <a:avLst/>
          </a:prstGeom>
          <a:noFill/>
          <a:ln>
            <a:noFill/>
          </a:ln>
        </p:spPr>
        <p:txBody>
          <a:bodyPr anchorCtr="0" anchor="t" bIns="12700" lIns="12700" spcFirstLastPara="1" rIns="12700" wrap="square" tIns="12700">
            <a:noAutofit/>
          </a:bodyPr>
          <a:lstStyle/>
          <a:p>
            <a:pPr indent="0" lvl="0" marL="0" marR="0" rtl="0" algn="l">
              <a:lnSpc>
                <a:spcPct val="78000"/>
              </a:lnSpc>
              <a:spcBef>
                <a:spcPts val="0"/>
              </a:spcBef>
              <a:spcAft>
                <a:spcPts val="0"/>
              </a:spcAft>
              <a:buClr>
                <a:srgbClr val="7FA4F4"/>
              </a:buClr>
              <a:buSzPts val="9800"/>
              <a:buFont typeface="Plus Jakarta Sans"/>
              <a:buNone/>
            </a:pPr>
            <a:r>
              <a:rPr b="1" i="0" lang="en" sz="9800" u="none" cap="none" strike="noStrike">
                <a:solidFill>
                  <a:srgbClr val="7FA4F4"/>
                </a:solidFill>
                <a:latin typeface="Plus Jakarta Sans"/>
                <a:ea typeface="Plus Jakarta Sans"/>
                <a:cs typeface="Plus Jakarta Sans"/>
                <a:sym typeface="Plus Jakarta Sans"/>
              </a:rPr>
              <a:t>01</a:t>
            </a:r>
            <a:endParaRPr b="0" i="0" sz="9800" u="none" cap="none" strike="noStrike">
              <a:solidFill>
                <a:schemeClr val="dk1"/>
              </a:solidFill>
              <a:latin typeface="Calibri"/>
              <a:ea typeface="Calibri"/>
              <a:cs typeface="Calibri"/>
              <a:sym typeface="Calibri"/>
            </a:endParaRPr>
          </a:p>
        </p:txBody>
      </p:sp>
      <p:sp>
        <p:nvSpPr>
          <p:cNvPr id="110" name="Google Shape;110;p18"/>
          <p:cNvSpPr/>
          <p:nvPr/>
        </p:nvSpPr>
        <p:spPr>
          <a:xfrm>
            <a:off x="2343150" y="1910060"/>
            <a:ext cx="9525" cy="1151929"/>
          </a:xfrm>
          <a:prstGeom prst="rect">
            <a:avLst/>
          </a:prstGeom>
          <a:solidFill>
            <a:srgbClr val="FFFFFF">
              <a:alpha val="1607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11" name="Google Shape;111;p18"/>
          <p:cNvSpPr/>
          <p:nvPr/>
        </p:nvSpPr>
        <p:spPr>
          <a:xfrm>
            <a:off x="2638425" y="1910060"/>
            <a:ext cx="3728085" cy="201922"/>
          </a:xfrm>
          <a:prstGeom prst="rect">
            <a:avLst/>
          </a:prstGeom>
          <a:noFill/>
          <a:ln>
            <a:noFill/>
          </a:ln>
        </p:spPr>
        <p:txBody>
          <a:bodyPr anchorCtr="0" anchor="t" bIns="12700" lIns="12700" spcFirstLastPara="1" rIns="12700" wrap="square" tIns="12700">
            <a:noAutofit/>
          </a:bodyPr>
          <a:lstStyle/>
          <a:p>
            <a:pPr indent="0" lvl="0" marL="0" marR="0" rtl="0" algn="l">
              <a:lnSpc>
                <a:spcPct val="160000"/>
              </a:lnSpc>
              <a:spcBef>
                <a:spcPts val="0"/>
              </a:spcBef>
              <a:spcAft>
                <a:spcPts val="0"/>
              </a:spcAft>
              <a:buClr>
                <a:srgbClr val="779CEC"/>
              </a:buClr>
              <a:buSzPts val="900"/>
              <a:buFont typeface="Plus Jakarta Sans"/>
              <a:buNone/>
            </a:pPr>
            <a:r>
              <a:rPr b="1" i="0" lang="en" sz="1100" u="none" cap="none" strike="noStrike">
                <a:solidFill>
                  <a:srgbClr val="779CEC"/>
                </a:solidFill>
                <a:latin typeface="Plus Jakarta Sans"/>
                <a:ea typeface="Plus Jakarta Sans"/>
                <a:cs typeface="Plus Jakarta Sans"/>
                <a:sym typeface="Plus Jakarta Sans"/>
              </a:rPr>
              <a:t>SECCIÓN 01</a:t>
            </a:r>
            <a:endParaRPr b="0" i="0" sz="1100" u="none" cap="none" strike="noStrike">
              <a:solidFill>
                <a:schemeClr val="dk1"/>
              </a:solidFill>
              <a:latin typeface="Calibri"/>
              <a:ea typeface="Calibri"/>
              <a:cs typeface="Calibri"/>
              <a:sym typeface="Calibri"/>
            </a:endParaRPr>
          </a:p>
        </p:txBody>
      </p:sp>
      <p:sp>
        <p:nvSpPr>
          <p:cNvPr id="112" name="Google Shape;112;p18"/>
          <p:cNvSpPr/>
          <p:nvPr/>
        </p:nvSpPr>
        <p:spPr>
          <a:xfrm>
            <a:off x="2638425" y="2169133"/>
            <a:ext cx="3728085" cy="378507"/>
          </a:xfrm>
          <a:prstGeom prst="rect">
            <a:avLst/>
          </a:prstGeom>
          <a:noFill/>
          <a:ln>
            <a:noFill/>
          </a:ln>
        </p:spPr>
        <p:txBody>
          <a:bodyPr anchorCtr="0" anchor="t" bIns="12700" lIns="12700" spcFirstLastPara="1" rIns="12700" wrap="square" tIns="12700">
            <a:noAutofit/>
          </a:bodyPr>
          <a:lstStyle/>
          <a:p>
            <a:pPr indent="0" lvl="0" marL="0" marR="0" rtl="0" algn="l">
              <a:lnSpc>
                <a:spcPct val="102000"/>
              </a:lnSpc>
              <a:spcBef>
                <a:spcPts val="0"/>
              </a:spcBef>
              <a:spcAft>
                <a:spcPts val="0"/>
              </a:spcAft>
              <a:buClr>
                <a:srgbClr val="FFFFFF"/>
              </a:buClr>
              <a:buSzPts val="2800"/>
              <a:buFont typeface="Plus Jakarta Sans"/>
              <a:buNone/>
            </a:pPr>
            <a:r>
              <a:rPr b="1" i="0" lang="en" sz="2800" u="none" cap="none" strike="noStrike">
                <a:solidFill>
                  <a:srgbClr val="FFFFFF"/>
                </a:solidFill>
                <a:latin typeface="Plus Jakarta Sans"/>
                <a:ea typeface="Plus Jakarta Sans"/>
                <a:cs typeface="Plus Jakarta Sans"/>
                <a:sym typeface="Plus Jakarta Sans"/>
              </a:rPr>
              <a:t>Título de la sección</a:t>
            </a:r>
            <a:endParaRPr b="0" i="0" sz="2800" u="none" cap="none" strike="noStrike">
              <a:solidFill>
                <a:schemeClr val="dk1"/>
              </a:solidFill>
              <a:latin typeface="Calibri"/>
              <a:ea typeface="Calibri"/>
              <a:cs typeface="Calibri"/>
              <a:sym typeface="Calibri"/>
            </a:endParaRPr>
          </a:p>
        </p:txBody>
      </p:sp>
      <p:sp>
        <p:nvSpPr>
          <p:cNvPr id="113" name="Google Shape;113;p18"/>
          <p:cNvSpPr/>
          <p:nvPr/>
        </p:nvSpPr>
        <p:spPr>
          <a:xfrm>
            <a:off x="2638425" y="2633365"/>
            <a:ext cx="3728085" cy="447675"/>
          </a:xfrm>
          <a:prstGeom prst="rect">
            <a:avLst/>
          </a:prstGeom>
          <a:noFill/>
          <a:ln>
            <a:noFill/>
          </a:ln>
        </p:spPr>
        <p:txBody>
          <a:bodyPr anchorCtr="0" anchor="t" bIns="12700" lIns="12700" spcFirstLastPara="1" rIns="12700" wrap="square" tIns="12700">
            <a:noAutofit/>
          </a:bodyPr>
          <a:lstStyle/>
          <a:p>
            <a:pPr indent="0" lvl="0" marL="0" marR="0" rtl="0" algn="l">
              <a:lnSpc>
                <a:spcPct val="125000"/>
              </a:lnSpc>
              <a:spcBef>
                <a:spcPts val="0"/>
              </a:spcBef>
              <a:spcAft>
                <a:spcPts val="0"/>
              </a:spcAft>
              <a:buClr>
                <a:srgbClr val="FFFFFF"/>
              </a:buClr>
              <a:buSzPts val="1400"/>
              <a:buFont typeface="Plus Jakarta Sans"/>
              <a:buNone/>
            </a:pPr>
            <a:r>
              <a:rPr b="0" i="0" lang="en" sz="1400" u="none" cap="none" strike="noStrike">
                <a:solidFill>
                  <a:srgbClr val="FFFFFF"/>
                </a:solidFill>
                <a:latin typeface="Plus Jakarta Sans"/>
                <a:ea typeface="Plus Jakarta Sans"/>
                <a:cs typeface="Plus Jakarta Sans"/>
                <a:sym typeface="Plus Jakarta Sans"/>
              </a:rPr>
              <a:t>Una línea que adelanta de qué trata esta parte.</a:t>
            </a:r>
            <a:endParaRPr b="0" i="0" sz="1400" u="none" cap="none" strike="noStrike">
              <a:solidFill>
                <a:schemeClr val="dk1"/>
              </a:solidFill>
              <a:latin typeface="Calibri"/>
              <a:ea typeface="Calibri"/>
              <a:cs typeface="Calibri"/>
              <a:sym typeface="Calibri"/>
            </a:endParaRPr>
          </a:p>
        </p:txBody>
      </p:sp>
      <p:pic>
        <p:nvPicPr>
          <p:cNvPr id="114" name="Google Shape;114;p18"/>
          <p:cNvPicPr preferRelativeResize="0"/>
          <p:nvPr/>
        </p:nvPicPr>
        <p:blipFill>
          <a:blip r:embed="rId3">
            <a:alphaModFix/>
          </a:blip>
          <a:stretch>
            <a:fillRect/>
          </a:stretch>
        </p:blipFill>
        <p:spPr>
          <a:xfrm>
            <a:off x="6177750" y="2371423"/>
            <a:ext cx="3175801" cy="291055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9"/>
          <p:cNvSpPr/>
          <p:nvPr/>
        </p:nvSpPr>
        <p:spPr>
          <a:xfrm>
            <a:off x="571500" y="457200"/>
            <a:ext cx="8241030" cy="201922"/>
          </a:xfrm>
          <a:prstGeom prst="rect">
            <a:avLst/>
          </a:prstGeom>
          <a:noFill/>
          <a:ln>
            <a:noFill/>
          </a:ln>
        </p:spPr>
        <p:txBody>
          <a:bodyPr anchorCtr="0" anchor="t" bIns="12700" lIns="12700" spcFirstLastPara="1" rIns="12700" wrap="square" tIns="12700">
            <a:noAutofit/>
          </a:bodyPr>
          <a:lstStyle/>
          <a:p>
            <a:pPr indent="0" lvl="0" marL="0" marR="0" rtl="0" algn="l">
              <a:lnSpc>
                <a:spcPct val="160000"/>
              </a:lnSpc>
              <a:spcBef>
                <a:spcPts val="0"/>
              </a:spcBef>
              <a:spcAft>
                <a:spcPts val="0"/>
              </a:spcAft>
              <a:buClr>
                <a:srgbClr val="437AEF"/>
              </a:buClr>
              <a:buSzPts val="900"/>
              <a:buFont typeface="Plus Jakarta Sans"/>
              <a:buNone/>
            </a:pPr>
            <a:r>
              <a:rPr b="1" i="0" lang="en" sz="1100" u="none" cap="none" strike="noStrike">
                <a:solidFill>
                  <a:srgbClr val="437AEF"/>
                </a:solidFill>
                <a:latin typeface="Plus Jakarta Sans"/>
                <a:ea typeface="Plus Jakarta Sans"/>
                <a:cs typeface="Plus Jakarta Sans"/>
                <a:sym typeface="Plus Jakarta Sans"/>
              </a:rPr>
              <a:t>CONTENIDO</a:t>
            </a:r>
            <a:endParaRPr b="0" i="0" sz="1100" u="none" cap="none" strike="noStrike">
              <a:solidFill>
                <a:schemeClr val="dk1"/>
              </a:solidFill>
              <a:latin typeface="Calibri"/>
              <a:ea typeface="Calibri"/>
              <a:cs typeface="Calibri"/>
              <a:sym typeface="Calibri"/>
            </a:endParaRPr>
          </a:p>
        </p:txBody>
      </p:sp>
      <p:sp>
        <p:nvSpPr>
          <p:cNvPr id="121" name="Google Shape;121;p19"/>
          <p:cNvSpPr/>
          <p:nvPr/>
        </p:nvSpPr>
        <p:spPr>
          <a:xfrm>
            <a:off x="571500" y="725798"/>
            <a:ext cx="6376988" cy="378507"/>
          </a:xfrm>
          <a:prstGeom prst="rect">
            <a:avLst/>
          </a:prstGeom>
          <a:noFill/>
          <a:ln>
            <a:noFill/>
          </a:ln>
        </p:spPr>
        <p:txBody>
          <a:bodyPr anchorCtr="0" anchor="t" bIns="12700" lIns="12700" spcFirstLastPara="1" rIns="12700" wrap="square" tIns="12700">
            <a:noAutofit/>
          </a:bodyPr>
          <a:lstStyle/>
          <a:p>
            <a:pPr indent="0" lvl="0" marL="0" marR="0" rtl="0" algn="l">
              <a:lnSpc>
                <a:spcPct val="102000"/>
              </a:lnSpc>
              <a:spcBef>
                <a:spcPts val="0"/>
              </a:spcBef>
              <a:spcAft>
                <a:spcPts val="0"/>
              </a:spcAft>
              <a:buClr>
                <a:srgbClr val="020617"/>
              </a:buClr>
              <a:buSzPts val="2800"/>
              <a:buFont typeface="Plus Jakarta Sans"/>
              <a:buNone/>
            </a:pPr>
            <a:r>
              <a:rPr i="0" lang="en" sz="2800" u="none" cap="none" strike="noStrike">
                <a:solidFill>
                  <a:srgbClr val="020617"/>
                </a:solidFill>
                <a:latin typeface="Plus Jakarta Sans ExtraBold"/>
                <a:ea typeface="Plus Jakarta Sans ExtraBold"/>
                <a:cs typeface="Plus Jakarta Sans ExtraBold"/>
                <a:sym typeface="Plus Jakarta Sans ExtraBold"/>
              </a:rPr>
              <a:t>Un título claro que enmarca la idea</a:t>
            </a:r>
            <a:endParaRPr i="0" sz="2800" u="none" cap="none" strike="noStrike">
              <a:solidFill>
                <a:schemeClr val="dk1"/>
              </a:solidFill>
              <a:latin typeface="Plus Jakarta Sans ExtraBold"/>
              <a:ea typeface="Plus Jakarta Sans ExtraBold"/>
              <a:cs typeface="Plus Jakarta Sans ExtraBold"/>
              <a:sym typeface="Plus Jakarta Sans ExtraBold"/>
            </a:endParaRPr>
          </a:p>
        </p:txBody>
      </p:sp>
      <p:sp>
        <p:nvSpPr>
          <p:cNvPr id="122" name="Google Shape;122;p19"/>
          <p:cNvSpPr/>
          <p:nvPr/>
        </p:nvSpPr>
        <p:spPr>
          <a:xfrm>
            <a:off x="571500" y="1561504"/>
            <a:ext cx="3314700" cy="739200"/>
          </a:xfrm>
          <a:prstGeom prst="rect">
            <a:avLst/>
          </a:prstGeom>
          <a:noFill/>
          <a:ln>
            <a:noFill/>
          </a:ln>
        </p:spPr>
        <p:txBody>
          <a:bodyPr anchorCtr="0" anchor="t" bIns="12700" lIns="12700" spcFirstLastPara="1" rIns="12700" wrap="square" tIns="12700">
            <a:noAutofit/>
          </a:bodyPr>
          <a:lstStyle/>
          <a:p>
            <a:pPr indent="0" lvl="0" marL="0" marR="0" rtl="0" algn="l">
              <a:lnSpc>
                <a:spcPct val="115000"/>
              </a:lnSpc>
              <a:spcBef>
                <a:spcPts val="0"/>
              </a:spcBef>
              <a:spcAft>
                <a:spcPts val="0"/>
              </a:spcAft>
              <a:buClr>
                <a:srgbClr val="475569"/>
              </a:buClr>
              <a:buSzPts val="1400"/>
              <a:buFont typeface="Plus Jakarta Sans"/>
              <a:buNone/>
            </a:pPr>
            <a:r>
              <a:rPr b="0" i="0" lang="en" sz="1400" u="none" cap="none" strike="noStrike">
                <a:solidFill>
                  <a:srgbClr val="475569"/>
                </a:solidFill>
                <a:latin typeface="Plus Jakarta Sans"/>
                <a:ea typeface="Plus Jakarta Sans"/>
                <a:cs typeface="Plus Jakarta Sans"/>
                <a:sym typeface="Plus Jakarta Sans"/>
              </a:rPr>
              <a:t>Usa esta columna para introducir el tema con una o dos frases de contexto antes de entrar a los puntos clave.</a:t>
            </a:r>
            <a:endParaRPr b="0" i="0" sz="1400" u="none" cap="none" strike="noStrike">
              <a:solidFill>
                <a:schemeClr val="dk1"/>
              </a:solidFill>
              <a:latin typeface="Calibri"/>
              <a:ea typeface="Calibri"/>
              <a:cs typeface="Calibri"/>
              <a:sym typeface="Calibri"/>
            </a:endParaRPr>
          </a:p>
        </p:txBody>
      </p:sp>
      <p:sp>
        <p:nvSpPr>
          <p:cNvPr id="123" name="Google Shape;123;p19"/>
          <p:cNvSpPr/>
          <p:nvPr/>
        </p:nvSpPr>
        <p:spPr>
          <a:xfrm>
            <a:off x="571500" y="2560179"/>
            <a:ext cx="3218400" cy="273900"/>
          </a:xfrm>
          <a:prstGeom prst="roundRect">
            <a:avLst>
              <a:gd fmla="val 50000" name="adj"/>
            </a:avLst>
          </a:prstGeom>
          <a:noFill/>
          <a:ln cap="flat" cmpd="sng" w="14275">
            <a:solidFill>
              <a:srgbClr val="437AEF"/>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24" name="Google Shape;124;p19"/>
          <p:cNvSpPr/>
          <p:nvPr/>
        </p:nvSpPr>
        <p:spPr>
          <a:xfrm>
            <a:off x="692944" y="2624472"/>
            <a:ext cx="3072000" cy="1644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437AEF"/>
              </a:buClr>
              <a:buSzPts val="900"/>
              <a:buFont typeface="Plus Jakarta Sans"/>
              <a:buNone/>
            </a:pPr>
            <a:r>
              <a:rPr b="1" i="0" lang="en" sz="1000" u="none" cap="none" strike="noStrike">
                <a:solidFill>
                  <a:srgbClr val="437AEF"/>
                </a:solidFill>
                <a:latin typeface="Plus Jakarta Sans"/>
                <a:ea typeface="Plus Jakarta Sans"/>
                <a:cs typeface="Plus Jakarta Sans"/>
                <a:sym typeface="Plus Jakarta Sans"/>
              </a:rPr>
              <a:t>Idea de apoyo</a:t>
            </a:r>
            <a:endParaRPr b="0" i="0" sz="1000" u="none" cap="none" strike="noStrike">
              <a:solidFill>
                <a:schemeClr val="dk1"/>
              </a:solidFill>
              <a:latin typeface="Calibri"/>
              <a:ea typeface="Calibri"/>
              <a:cs typeface="Calibri"/>
              <a:sym typeface="Calibri"/>
            </a:endParaRPr>
          </a:p>
        </p:txBody>
      </p:sp>
      <p:sp>
        <p:nvSpPr>
          <p:cNvPr id="125" name="Google Shape;125;p19"/>
          <p:cNvSpPr/>
          <p:nvPr/>
        </p:nvSpPr>
        <p:spPr>
          <a:xfrm>
            <a:off x="4551760" y="1561504"/>
            <a:ext cx="2314500" cy="1977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0F172A"/>
              </a:buClr>
              <a:buSzPts val="1100"/>
              <a:buFont typeface="Plus Jakarta Sans"/>
              <a:buNone/>
            </a:pPr>
            <a:r>
              <a:rPr b="1" i="0" lang="en" sz="1100" u="none" cap="none" strike="noStrike">
                <a:solidFill>
                  <a:srgbClr val="0F172A"/>
                </a:solidFill>
                <a:latin typeface="Plus Jakarta Sans"/>
                <a:ea typeface="Plus Jakarta Sans"/>
                <a:cs typeface="Plus Jakarta Sans"/>
                <a:sym typeface="Plus Jakarta Sans"/>
              </a:rPr>
              <a:t>Primer punto destacado</a:t>
            </a:r>
            <a:endParaRPr b="0" i="0" sz="1100" u="none" cap="none" strike="noStrike">
              <a:solidFill>
                <a:schemeClr val="dk1"/>
              </a:solidFill>
              <a:latin typeface="Calibri"/>
              <a:ea typeface="Calibri"/>
              <a:cs typeface="Calibri"/>
              <a:sym typeface="Calibri"/>
            </a:endParaRPr>
          </a:p>
        </p:txBody>
      </p:sp>
      <p:sp>
        <p:nvSpPr>
          <p:cNvPr id="126" name="Google Shape;126;p19"/>
          <p:cNvSpPr/>
          <p:nvPr/>
        </p:nvSpPr>
        <p:spPr>
          <a:xfrm>
            <a:off x="4551760" y="1759149"/>
            <a:ext cx="2314500" cy="1644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75569"/>
              </a:buClr>
              <a:buSzPts val="900"/>
              <a:buFont typeface="Plus Jakarta Sans"/>
              <a:buNone/>
            </a:pPr>
            <a:r>
              <a:rPr b="0" i="0" lang="en" sz="900" u="none" cap="none" strike="noStrike">
                <a:solidFill>
                  <a:srgbClr val="475569"/>
                </a:solidFill>
                <a:latin typeface="Plus Jakarta Sans"/>
                <a:ea typeface="Plus Jakarta Sans"/>
                <a:cs typeface="Plus Jakarta Sans"/>
                <a:sym typeface="Plus Jakarta Sans"/>
              </a:rPr>
              <a:t>Descripción de apoyo en una o dos líneas.</a:t>
            </a:r>
            <a:endParaRPr b="0" i="0" sz="900" u="none" cap="none" strike="noStrike">
              <a:solidFill>
                <a:schemeClr val="dk1"/>
              </a:solidFill>
              <a:latin typeface="Calibri"/>
              <a:ea typeface="Calibri"/>
              <a:cs typeface="Calibri"/>
              <a:sym typeface="Calibri"/>
            </a:endParaRPr>
          </a:p>
        </p:txBody>
      </p:sp>
      <p:sp>
        <p:nvSpPr>
          <p:cNvPr id="127" name="Google Shape;127;p19"/>
          <p:cNvSpPr/>
          <p:nvPr/>
        </p:nvSpPr>
        <p:spPr>
          <a:xfrm>
            <a:off x="4551760" y="2090142"/>
            <a:ext cx="2314500" cy="1977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0F172A"/>
              </a:buClr>
              <a:buSzPts val="1100"/>
              <a:buFont typeface="Plus Jakarta Sans"/>
              <a:buNone/>
            </a:pPr>
            <a:r>
              <a:rPr b="1" i="0" lang="en" sz="1100" u="none" cap="none" strike="noStrike">
                <a:solidFill>
                  <a:srgbClr val="0F172A"/>
                </a:solidFill>
                <a:latin typeface="Plus Jakarta Sans"/>
                <a:ea typeface="Plus Jakarta Sans"/>
                <a:cs typeface="Plus Jakarta Sans"/>
                <a:sym typeface="Plus Jakarta Sans"/>
              </a:rPr>
              <a:t>Segundo punto destacado</a:t>
            </a:r>
            <a:endParaRPr b="0" i="0" sz="1100" u="none" cap="none" strike="noStrike">
              <a:solidFill>
                <a:schemeClr val="dk1"/>
              </a:solidFill>
              <a:latin typeface="Calibri"/>
              <a:ea typeface="Calibri"/>
              <a:cs typeface="Calibri"/>
              <a:sym typeface="Calibri"/>
            </a:endParaRPr>
          </a:p>
        </p:txBody>
      </p:sp>
      <p:sp>
        <p:nvSpPr>
          <p:cNvPr id="128" name="Google Shape;128;p19"/>
          <p:cNvSpPr/>
          <p:nvPr/>
        </p:nvSpPr>
        <p:spPr>
          <a:xfrm>
            <a:off x="4551760" y="2287786"/>
            <a:ext cx="2314500" cy="1644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75569"/>
              </a:buClr>
              <a:buSzPts val="900"/>
              <a:buFont typeface="Plus Jakarta Sans"/>
              <a:buNone/>
            </a:pPr>
            <a:r>
              <a:rPr b="0" i="0" lang="en" sz="900" u="none" cap="none" strike="noStrike">
                <a:solidFill>
                  <a:srgbClr val="475569"/>
                </a:solidFill>
                <a:latin typeface="Plus Jakarta Sans"/>
                <a:ea typeface="Plus Jakarta Sans"/>
                <a:cs typeface="Plus Jakarta Sans"/>
                <a:sym typeface="Plus Jakarta Sans"/>
              </a:rPr>
              <a:t>Descripción de apoyo en una o dos líneas.</a:t>
            </a:r>
            <a:endParaRPr b="0" i="0" sz="900" u="none" cap="none" strike="noStrike">
              <a:solidFill>
                <a:schemeClr val="dk1"/>
              </a:solidFill>
              <a:latin typeface="Calibri"/>
              <a:ea typeface="Calibri"/>
              <a:cs typeface="Calibri"/>
              <a:sym typeface="Calibri"/>
            </a:endParaRPr>
          </a:p>
        </p:txBody>
      </p:sp>
      <p:sp>
        <p:nvSpPr>
          <p:cNvPr id="129" name="Google Shape;129;p19"/>
          <p:cNvSpPr/>
          <p:nvPr/>
        </p:nvSpPr>
        <p:spPr>
          <a:xfrm>
            <a:off x="4551760" y="2618780"/>
            <a:ext cx="2314500" cy="1977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0F172A"/>
              </a:buClr>
              <a:buSzPts val="1100"/>
              <a:buFont typeface="Plus Jakarta Sans"/>
              <a:buNone/>
            </a:pPr>
            <a:r>
              <a:rPr b="1" i="0" lang="en" sz="1100" u="none" cap="none" strike="noStrike">
                <a:solidFill>
                  <a:srgbClr val="0F172A"/>
                </a:solidFill>
                <a:latin typeface="Plus Jakarta Sans"/>
                <a:ea typeface="Plus Jakarta Sans"/>
                <a:cs typeface="Plus Jakarta Sans"/>
                <a:sym typeface="Plus Jakarta Sans"/>
              </a:rPr>
              <a:t>Tercer punto destacado</a:t>
            </a:r>
            <a:endParaRPr b="0" i="0" sz="1100" u="none" cap="none" strike="noStrike">
              <a:solidFill>
                <a:schemeClr val="dk1"/>
              </a:solidFill>
              <a:latin typeface="Calibri"/>
              <a:ea typeface="Calibri"/>
              <a:cs typeface="Calibri"/>
              <a:sym typeface="Calibri"/>
            </a:endParaRPr>
          </a:p>
        </p:txBody>
      </p:sp>
      <p:sp>
        <p:nvSpPr>
          <p:cNvPr id="130" name="Google Shape;130;p19"/>
          <p:cNvSpPr/>
          <p:nvPr/>
        </p:nvSpPr>
        <p:spPr>
          <a:xfrm>
            <a:off x="4551760" y="2816424"/>
            <a:ext cx="2314500" cy="1644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75569"/>
              </a:buClr>
              <a:buSzPts val="900"/>
              <a:buFont typeface="Plus Jakarta Sans"/>
              <a:buNone/>
            </a:pPr>
            <a:r>
              <a:rPr b="0" i="0" lang="en" sz="900" u="none" cap="none" strike="noStrike">
                <a:solidFill>
                  <a:srgbClr val="475569"/>
                </a:solidFill>
                <a:latin typeface="Plus Jakarta Sans"/>
                <a:ea typeface="Plus Jakarta Sans"/>
                <a:cs typeface="Plus Jakarta Sans"/>
                <a:sym typeface="Plus Jakarta Sans"/>
              </a:rPr>
              <a:t>Descripción de apoyo en una o dos líneas.</a:t>
            </a:r>
            <a:endParaRPr b="0" i="0" sz="900" u="none" cap="none" strike="noStrike">
              <a:solidFill>
                <a:schemeClr val="dk1"/>
              </a:solidFill>
              <a:latin typeface="Calibri"/>
              <a:ea typeface="Calibri"/>
              <a:cs typeface="Calibri"/>
              <a:sym typeface="Calibri"/>
            </a:endParaRPr>
          </a:p>
        </p:txBody>
      </p:sp>
      <p:sp>
        <p:nvSpPr>
          <p:cNvPr id="131" name="Google Shape;131;p19"/>
          <p:cNvSpPr/>
          <p:nvPr/>
        </p:nvSpPr>
        <p:spPr>
          <a:xfrm>
            <a:off x="4551760" y="3147417"/>
            <a:ext cx="2314500" cy="1977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0F172A"/>
              </a:buClr>
              <a:buSzPts val="1100"/>
              <a:buFont typeface="Plus Jakarta Sans"/>
              <a:buNone/>
            </a:pPr>
            <a:r>
              <a:rPr b="1" i="0" lang="en" sz="1100" u="none" cap="none" strike="noStrike">
                <a:solidFill>
                  <a:srgbClr val="0F172A"/>
                </a:solidFill>
                <a:latin typeface="Plus Jakarta Sans"/>
                <a:ea typeface="Plus Jakarta Sans"/>
                <a:cs typeface="Plus Jakarta Sans"/>
                <a:sym typeface="Plus Jakarta Sans"/>
              </a:rPr>
              <a:t>Cuarto punto destacado</a:t>
            </a:r>
            <a:endParaRPr b="0" i="0" sz="1100" u="none" cap="none" strike="noStrike">
              <a:solidFill>
                <a:schemeClr val="dk1"/>
              </a:solidFill>
              <a:latin typeface="Calibri"/>
              <a:ea typeface="Calibri"/>
              <a:cs typeface="Calibri"/>
              <a:sym typeface="Calibri"/>
            </a:endParaRPr>
          </a:p>
        </p:txBody>
      </p:sp>
      <p:sp>
        <p:nvSpPr>
          <p:cNvPr id="132" name="Google Shape;132;p19"/>
          <p:cNvSpPr/>
          <p:nvPr/>
        </p:nvSpPr>
        <p:spPr>
          <a:xfrm>
            <a:off x="4551760" y="3345061"/>
            <a:ext cx="2314500" cy="1644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75569"/>
              </a:buClr>
              <a:buSzPts val="900"/>
              <a:buFont typeface="Plus Jakarta Sans"/>
              <a:buNone/>
            </a:pPr>
            <a:r>
              <a:rPr b="0" i="0" lang="en" sz="900" u="none" cap="none" strike="noStrike">
                <a:solidFill>
                  <a:srgbClr val="475569"/>
                </a:solidFill>
                <a:latin typeface="Plus Jakarta Sans"/>
                <a:ea typeface="Plus Jakarta Sans"/>
                <a:cs typeface="Plus Jakarta Sans"/>
                <a:sym typeface="Plus Jakarta Sans"/>
              </a:rPr>
              <a:t>Descripción de apoyo en una o dos líneas.</a:t>
            </a:r>
            <a:endParaRPr b="0" i="0" sz="900" u="none" cap="none" strike="noStrike">
              <a:solidFill>
                <a:schemeClr val="dk1"/>
              </a:solidFill>
              <a:latin typeface="Calibri"/>
              <a:ea typeface="Calibri"/>
              <a:cs typeface="Calibri"/>
              <a:sym typeface="Calibri"/>
            </a:endParaRPr>
          </a:p>
        </p:txBody>
      </p:sp>
      <p:pic>
        <p:nvPicPr>
          <p:cNvPr descr="preencoded.png" id="133" name="Google Shape;133;p19"/>
          <p:cNvPicPr preferRelativeResize="0"/>
          <p:nvPr/>
        </p:nvPicPr>
        <p:blipFill rotWithShape="1">
          <a:blip r:embed="rId3">
            <a:alphaModFix/>
          </a:blip>
          <a:srcRect b="0" l="0" r="0" t="0"/>
          <a:stretch/>
        </p:blipFill>
        <p:spPr>
          <a:xfrm>
            <a:off x="571500" y="4767263"/>
            <a:ext cx="664369" cy="128588"/>
          </a:xfrm>
          <a:prstGeom prst="rect">
            <a:avLst/>
          </a:prstGeom>
          <a:noFill/>
          <a:ln>
            <a:noFill/>
          </a:ln>
        </p:spPr>
      </p:pic>
      <p:sp>
        <p:nvSpPr>
          <p:cNvPr id="134" name="Google Shape;134;p19"/>
          <p:cNvSpPr/>
          <p:nvPr/>
        </p:nvSpPr>
        <p:spPr>
          <a:xfrm>
            <a:off x="8466201" y="4777975"/>
            <a:ext cx="390900" cy="1263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94A3B8"/>
              </a:buClr>
              <a:buSzPts val="700"/>
              <a:buFont typeface="Plus Jakarta Sans"/>
              <a:buNone/>
            </a:pPr>
            <a:r>
              <a:rPr b="1" i="0" lang="en" sz="700" u="none" cap="none" strike="noStrike">
                <a:solidFill>
                  <a:srgbClr val="94A3B8"/>
                </a:solidFill>
                <a:latin typeface="Plus Jakarta Sans"/>
                <a:ea typeface="Plus Jakarta Sans"/>
                <a:cs typeface="Plus Jakarta Sans"/>
                <a:sym typeface="Plus Jakarta Sans"/>
              </a:rPr>
              <a:t>04</a:t>
            </a:r>
            <a:endParaRPr b="0" i="0" sz="700" u="none" cap="none" strike="noStrike">
              <a:solidFill>
                <a:schemeClr val="dk1"/>
              </a:solidFill>
              <a:latin typeface="Calibri"/>
              <a:ea typeface="Calibri"/>
              <a:cs typeface="Calibri"/>
              <a:sym typeface="Calibri"/>
            </a:endParaRPr>
          </a:p>
        </p:txBody>
      </p:sp>
      <p:grpSp>
        <p:nvGrpSpPr>
          <p:cNvPr id="135" name="Google Shape;135;p19"/>
          <p:cNvGrpSpPr/>
          <p:nvPr/>
        </p:nvGrpSpPr>
        <p:grpSpPr>
          <a:xfrm>
            <a:off x="4218383" y="1589563"/>
            <a:ext cx="219066" cy="219061"/>
            <a:chOff x="3803891" y="1700784"/>
            <a:chExt cx="1536228" cy="1536192"/>
          </a:xfrm>
        </p:grpSpPr>
        <p:sp>
          <p:nvSpPr>
            <p:cNvPr id="136" name="Google Shape;136;p19"/>
            <p:cNvSpPr/>
            <p:nvPr/>
          </p:nvSpPr>
          <p:spPr>
            <a:xfrm>
              <a:off x="3803891" y="1700784"/>
              <a:ext cx="1536228" cy="1536192"/>
            </a:xfrm>
            <a:custGeom>
              <a:rect b="b" l="l" r="r" t="t"/>
              <a:pathLst>
                <a:path extrusionOk="0" h="4800" w="4800">
                  <a:moveTo>
                    <a:pt x="500" y="0"/>
                  </a:moveTo>
                  <a:lnTo>
                    <a:pt x="4300" y="0"/>
                  </a:lnTo>
                  <a:cubicBezTo>
                    <a:pt x="4576" y="0"/>
                    <a:pt x="4800" y="224"/>
                    <a:pt x="4800" y="500"/>
                  </a:cubicBezTo>
                  <a:lnTo>
                    <a:pt x="4800" y="4300"/>
                  </a:lnTo>
                  <a:cubicBezTo>
                    <a:pt x="4800" y="4576"/>
                    <a:pt x="4576" y="4800"/>
                    <a:pt x="4300" y="4800"/>
                  </a:cubicBezTo>
                  <a:lnTo>
                    <a:pt x="500" y="4800"/>
                  </a:lnTo>
                  <a:cubicBezTo>
                    <a:pt x="224" y="4800"/>
                    <a:pt x="0" y="4576"/>
                    <a:pt x="0" y="4300"/>
                  </a:cubicBezTo>
                  <a:lnTo>
                    <a:pt x="0" y="500"/>
                  </a:lnTo>
                  <a:cubicBezTo>
                    <a:pt x="0" y="224"/>
                    <a:pt x="224" y="0"/>
                    <a:pt x="500" y="0"/>
                  </a:cubicBezTo>
                  <a:close/>
                </a:path>
              </a:pathLst>
            </a:custGeom>
            <a:solidFill>
              <a:srgbClr val="437AEF"/>
            </a:solidFill>
            <a:ln>
              <a:noFill/>
            </a:ln>
          </p:spPr>
          <p:txBody>
            <a:bodyPr anchorCtr="0" anchor="t" bIns="4900" lIns="9775" spcFirstLastPara="1" rIns="9775" wrap="square" tIns="4900">
              <a:noAutofit/>
            </a:bodyPr>
            <a:lstStyle/>
            <a:p>
              <a:pPr indent="0" lvl="0" marL="0" marR="0" rtl="0" algn="l">
                <a:spcBef>
                  <a:spcPts val="0"/>
                </a:spcBef>
                <a:spcAft>
                  <a:spcPts val="0"/>
                </a:spcAft>
                <a:buNone/>
              </a:pPr>
              <a:r>
                <a:t/>
              </a:r>
              <a:endParaRPr sz="200">
                <a:solidFill>
                  <a:schemeClr val="dk1"/>
                </a:solidFill>
                <a:latin typeface="Calibri"/>
                <a:ea typeface="Calibri"/>
                <a:cs typeface="Calibri"/>
                <a:sym typeface="Calibri"/>
              </a:endParaRPr>
            </a:p>
          </p:txBody>
        </p:sp>
        <p:sp>
          <p:nvSpPr>
            <p:cNvPr id="137" name="Google Shape;137;p19"/>
            <p:cNvSpPr/>
            <p:nvPr/>
          </p:nvSpPr>
          <p:spPr>
            <a:xfrm>
              <a:off x="3803891" y="1700784"/>
              <a:ext cx="1536228" cy="1536192"/>
            </a:xfrm>
            <a:custGeom>
              <a:rect b="b" l="l" r="r" t="t"/>
              <a:pathLst>
                <a:path extrusionOk="0" fill="none" h="4800" w="4800">
                  <a:moveTo>
                    <a:pt x="1300" y="2300"/>
                  </a:moveTo>
                  <a:lnTo>
                    <a:pt x="2072" y="3200"/>
                  </a:lnTo>
                  <a:lnTo>
                    <a:pt x="3500" y="1400"/>
                  </a:lnTo>
                </a:path>
              </a:pathLst>
            </a:custGeom>
            <a:noFill/>
            <a:ln cap="rnd" cmpd="sng" w="13700">
              <a:solidFill>
                <a:srgbClr val="FFFFFF"/>
              </a:solidFill>
              <a:prstDash val="solid"/>
              <a:round/>
              <a:headEnd len="sm" w="sm" type="none"/>
              <a:tailEnd len="sm" w="sm" type="none"/>
            </a:ln>
          </p:spPr>
          <p:txBody>
            <a:bodyPr anchorCtr="0" anchor="t" bIns="4900" lIns="9775" spcFirstLastPara="1" rIns="9775" wrap="square" tIns="4900">
              <a:noAutofit/>
            </a:bodyPr>
            <a:lstStyle/>
            <a:p>
              <a:pPr indent="0" lvl="0" marL="0" marR="0" rtl="0" algn="l">
                <a:spcBef>
                  <a:spcPts val="0"/>
                </a:spcBef>
                <a:spcAft>
                  <a:spcPts val="0"/>
                </a:spcAft>
                <a:buNone/>
              </a:pPr>
              <a:r>
                <a:t/>
              </a:r>
              <a:endParaRPr sz="200">
                <a:solidFill>
                  <a:schemeClr val="dk1"/>
                </a:solidFill>
                <a:latin typeface="Calibri"/>
                <a:ea typeface="Calibri"/>
                <a:cs typeface="Calibri"/>
                <a:sym typeface="Calibri"/>
              </a:endParaRPr>
            </a:p>
          </p:txBody>
        </p:sp>
      </p:grpSp>
      <p:grpSp>
        <p:nvGrpSpPr>
          <p:cNvPr id="138" name="Google Shape;138;p19"/>
          <p:cNvGrpSpPr/>
          <p:nvPr/>
        </p:nvGrpSpPr>
        <p:grpSpPr>
          <a:xfrm>
            <a:off x="4218383" y="2130538"/>
            <a:ext cx="219066" cy="219061"/>
            <a:chOff x="3803891" y="1700784"/>
            <a:chExt cx="1536228" cy="1536192"/>
          </a:xfrm>
        </p:grpSpPr>
        <p:sp>
          <p:nvSpPr>
            <p:cNvPr id="139" name="Google Shape;139;p19"/>
            <p:cNvSpPr/>
            <p:nvPr/>
          </p:nvSpPr>
          <p:spPr>
            <a:xfrm>
              <a:off x="3803891" y="1700784"/>
              <a:ext cx="1536228" cy="1536192"/>
            </a:xfrm>
            <a:custGeom>
              <a:rect b="b" l="l" r="r" t="t"/>
              <a:pathLst>
                <a:path extrusionOk="0" h="4800" w="4800">
                  <a:moveTo>
                    <a:pt x="500" y="0"/>
                  </a:moveTo>
                  <a:lnTo>
                    <a:pt x="4300" y="0"/>
                  </a:lnTo>
                  <a:cubicBezTo>
                    <a:pt x="4576" y="0"/>
                    <a:pt x="4800" y="224"/>
                    <a:pt x="4800" y="500"/>
                  </a:cubicBezTo>
                  <a:lnTo>
                    <a:pt x="4800" y="4300"/>
                  </a:lnTo>
                  <a:cubicBezTo>
                    <a:pt x="4800" y="4576"/>
                    <a:pt x="4576" y="4800"/>
                    <a:pt x="4300" y="4800"/>
                  </a:cubicBezTo>
                  <a:lnTo>
                    <a:pt x="500" y="4800"/>
                  </a:lnTo>
                  <a:cubicBezTo>
                    <a:pt x="224" y="4800"/>
                    <a:pt x="0" y="4576"/>
                    <a:pt x="0" y="4300"/>
                  </a:cubicBezTo>
                  <a:lnTo>
                    <a:pt x="0" y="500"/>
                  </a:lnTo>
                  <a:cubicBezTo>
                    <a:pt x="0" y="224"/>
                    <a:pt x="224" y="0"/>
                    <a:pt x="500" y="0"/>
                  </a:cubicBezTo>
                  <a:close/>
                </a:path>
              </a:pathLst>
            </a:custGeom>
            <a:solidFill>
              <a:srgbClr val="437AEF"/>
            </a:solidFill>
            <a:ln>
              <a:noFill/>
            </a:ln>
          </p:spPr>
          <p:txBody>
            <a:bodyPr anchorCtr="0" anchor="t" bIns="4900" lIns="9775" spcFirstLastPara="1" rIns="9775" wrap="square" tIns="4900">
              <a:noAutofit/>
            </a:bodyPr>
            <a:lstStyle/>
            <a:p>
              <a:pPr indent="0" lvl="0" marL="0" marR="0" rtl="0" algn="l">
                <a:spcBef>
                  <a:spcPts val="0"/>
                </a:spcBef>
                <a:spcAft>
                  <a:spcPts val="0"/>
                </a:spcAft>
                <a:buNone/>
              </a:pPr>
              <a:r>
                <a:t/>
              </a:r>
              <a:endParaRPr sz="200">
                <a:solidFill>
                  <a:schemeClr val="dk1"/>
                </a:solidFill>
                <a:latin typeface="Calibri"/>
                <a:ea typeface="Calibri"/>
                <a:cs typeface="Calibri"/>
                <a:sym typeface="Calibri"/>
              </a:endParaRPr>
            </a:p>
          </p:txBody>
        </p:sp>
        <p:sp>
          <p:nvSpPr>
            <p:cNvPr id="140" name="Google Shape;140;p19"/>
            <p:cNvSpPr/>
            <p:nvPr/>
          </p:nvSpPr>
          <p:spPr>
            <a:xfrm>
              <a:off x="3803891" y="1700784"/>
              <a:ext cx="1536228" cy="1536192"/>
            </a:xfrm>
            <a:custGeom>
              <a:rect b="b" l="l" r="r" t="t"/>
              <a:pathLst>
                <a:path extrusionOk="0" fill="none" h="4800" w="4800">
                  <a:moveTo>
                    <a:pt x="1300" y="2300"/>
                  </a:moveTo>
                  <a:lnTo>
                    <a:pt x="2072" y="3200"/>
                  </a:lnTo>
                  <a:lnTo>
                    <a:pt x="3500" y="1400"/>
                  </a:lnTo>
                </a:path>
              </a:pathLst>
            </a:custGeom>
            <a:noFill/>
            <a:ln cap="rnd" cmpd="sng" w="13700">
              <a:solidFill>
                <a:srgbClr val="FFFFFF"/>
              </a:solidFill>
              <a:prstDash val="solid"/>
              <a:round/>
              <a:headEnd len="sm" w="sm" type="none"/>
              <a:tailEnd len="sm" w="sm" type="none"/>
            </a:ln>
          </p:spPr>
          <p:txBody>
            <a:bodyPr anchorCtr="0" anchor="t" bIns="4900" lIns="9775" spcFirstLastPara="1" rIns="9775" wrap="square" tIns="4900">
              <a:noAutofit/>
            </a:bodyPr>
            <a:lstStyle/>
            <a:p>
              <a:pPr indent="0" lvl="0" marL="0" marR="0" rtl="0" algn="l">
                <a:spcBef>
                  <a:spcPts val="0"/>
                </a:spcBef>
                <a:spcAft>
                  <a:spcPts val="0"/>
                </a:spcAft>
                <a:buNone/>
              </a:pPr>
              <a:r>
                <a:t/>
              </a:r>
              <a:endParaRPr sz="200">
                <a:solidFill>
                  <a:schemeClr val="dk1"/>
                </a:solidFill>
                <a:latin typeface="Calibri"/>
                <a:ea typeface="Calibri"/>
                <a:cs typeface="Calibri"/>
                <a:sym typeface="Calibri"/>
              </a:endParaRPr>
            </a:p>
          </p:txBody>
        </p:sp>
      </p:grpSp>
      <p:grpSp>
        <p:nvGrpSpPr>
          <p:cNvPr id="141" name="Google Shape;141;p19"/>
          <p:cNvGrpSpPr/>
          <p:nvPr/>
        </p:nvGrpSpPr>
        <p:grpSpPr>
          <a:xfrm>
            <a:off x="4218383" y="2671513"/>
            <a:ext cx="219066" cy="219061"/>
            <a:chOff x="3803891" y="1700784"/>
            <a:chExt cx="1536228" cy="1536192"/>
          </a:xfrm>
        </p:grpSpPr>
        <p:sp>
          <p:nvSpPr>
            <p:cNvPr id="142" name="Google Shape;142;p19"/>
            <p:cNvSpPr/>
            <p:nvPr/>
          </p:nvSpPr>
          <p:spPr>
            <a:xfrm>
              <a:off x="3803891" y="1700784"/>
              <a:ext cx="1536228" cy="1536192"/>
            </a:xfrm>
            <a:custGeom>
              <a:rect b="b" l="l" r="r" t="t"/>
              <a:pathLst>
                <a:path extrusionOk="0" h="4800" w="4800">
                  <a:moveTo>
                    <a:pt x="500" y="0"/>
                  </a:moveTo>
                  <a:lnTo>
                    <a:pt x="4300" y="0"/>
                  </a:lnTo>
                  <a:cubicBezTo>
                    <a:pt x="4576" y="0"/>
                    <a:pt x="4800" y="224"/>
                    <a:pt x="4800" y="500"/>
                  </a:cubicBezTo>
                  <a:lnTo>
                    <a:pt x="4800" y="4300"/>
                  </a:lnTo>
                  <a:cubicBezTo>
                    <a:pt x="4800" y="4576"/>
                    <a:pt x="4576" y="4800"/>
                    <a:pt x="4300" y="4800"/>
                  </a:cubicBezTo>
                  <a:lnTo>
                    <a:pt x="500" y="4800"/>
                  </a:lnTo>
                  <a:cubicBezTo>
                    <a:pt x="224" y="4800"/>
                    <a:pt x="0" y="4576"/>
                    <a:pt x="0" y="4300"/>
                  </a:cubicBezTo>
                  <a:lnTo>
                    <a:pt x="0" y="500"/>
                  </a:lnTo>
                  <a:cubicBezTo>
                    <a:pt x="0" y="224"/>
                    <a:pt x="224" y="0"/>
                    <a:pt x="500" y="0"/>
                  </a:cubicBezTo>
                  <a:close/>
                </a:path>
              </a:pathLst>
            </a:custGeom>
            <a:solidFill>
              <a:srgbClr val="437AEF"/>
            </a:solidFill>
            <a:ln>
              <a:noFill/>
            </a:ln>
          </p:spPr>
          <p:txBody>
            <a:bodyPr anchorCtr="0" anchor="t" bIns="4900" lIns="9775" spcFirstLastPara="1" rIns="9775" wrap="square" tIns="4900">
              <a:noAutofit/>
            </a:bodyPr>
            <a:lstStyle/>
            <a:p>
              <a:pPr indent="0" lvl="0" marL="0" marR="0" rtl="0" algn="l">
                <a:spcBef>
                  <a:spcPts val="0"/>
                </a:spcBef>
                <a:spcAft>
                  <a:spcPts val="0"/>
                </a:spcAft>
                <a:buNone/>
              </a:pPr>
              <a:r>
                <a:t/>
              </a:r>
              <a:endParaRPr sz="200">
                <a:solidFill>
                  <a:schemeClr val="dk1"/>
                </a:solidFill>
                <a:latin typeface="Calibri"/>
                <a:ea typeface="Calibri"/>
                <a:cs typeface="Calibri"/>
                <a:sym typeface="Calibri"/>
              </a:endParaRPr>
            </a:p>
          </p:txBody>
        </p:sp>
        <p:sp>
          <p:nvSpPr>
            <p:cNvPr id="143" name="Google Shape;143;p19"/>
            <p:cNvSpPr/>
            <p:nvPr/>
          </p:nvSpPr>
          <p:spPr>
            <a:xfrm>
              <a:off x="3803891" y="1700784"/>
              <a:ext cx="1536228" cy="1536192"/>
            </a:xfrm>
            <a:custGeom>
              <a:rect b="b" l="l" r="r" t="t"/>
              <a:pathLst>
                <a:path extrusionOk="0" fill="none" h="4800" w="4800">
                  <a:moveTo>
                    <a:pt x="1300" y="2300"/>
                  </a:moveTo>
                  <a:lnTo>
                    <a:pt x="2072" y="3200"/>
                  </a:lnTo>
                  <a:lnTo>
                    <a:pt x="3500" y="1400"/>
                  </a:lnTo>
                </a:path>
              </a:pathLst>
            </a:custGeom>
            <a:noFill/>
            <a:ln cap="rnd" cmpd="sng" w="13700">
              <a:solidFill>
                <a:srgbClr val="FFFFFF"/>
              </a:solidFill>
              <a:prstDash val="solid"/>
              <a:round/>
              <a:headEnd len="sm" w="sm" type="none"/>
              <a:tailEnd len="sm" w="sm" type="none"/>
            </a:ln>
          </p:spPr>
          <p:txBody>
            <a:bodyPr anchorCtr="0" anchor="t" bIns="4900" lIns="9775" spcFirstLastPara="1" rIns="9775" wrap="square" tIns="4900">
              <a:noAutofit/>
            </a:bodyPr>
            <a:lstStyle/>
            <a:p>
              <a:pPr indent="0" lvl="0" marL="0" marR="0" rtl="0" algn="l">
                <a:spcBef>
                  <a:spcPts val="0"/>
                </a:spcBef>
                <a:spcAft>
                  <a:spcPts val="0"/>
                </a:spcAft>
                <a:buNone/>
              </a:pPr>
              <a:r>
                <a:t/>
              </a:r>
              <a:endParaRPr sz="200">
                <a:solidFill>
                  <a:schemeClr val="dk1"/>
                </a:solidFill>
                <a:latin typeface="Calibri"/>
                <a:ea typeface="Calibri"/>
                <a:cs typeface="Calibri"/>
                <a:sym typeface="Calibri"/>
              </a:endParaRPr>
            </a:p>
          </p:txBody>
        </p:sp>
      </p:grpSp>
      <p:grpSp>
        <p:nvGrpSpPr>
          <p:cNvPr id="144" name="Google Shape;144;p19"/>
          <p:cNvGrpSpPr/>
          <p:nvPr/>
        </p:nvGrpSpPr>
        <p:grpSpPr>
          <a:xfrm>
            <a:off x="4218383" y="3184738"/>
            <a:ext cx="219066" cy="219061"/>
            <a:chOff x="3803891" y="1700784"/>
            <a:chExt cx="1536228" cy="1536192"/>
          </a:xfrm>
        </p:grpSpPr>
        <p:sp>
          <p:nvSpPr>
            <p:cNvPr id="145" name="Google Shape;145;p19"/>
            <p:cNvSpPr/>
            <p:nvPr/>
          </p:nvSpPr>
          <p:spPr>
            <a:xfrm>
              <a:off x="3803891" y="1700784"/>
              <a:ext cx="1536228" cy="1536192"/>
            </a:xfrm>
            <a:custGeom>
              <a:rect b="b" l="l" r="r" t="t"/>
              <a:pathLst>
                <a:path extrusionOk="0" h="4800" w="4800">
                  <a:moveTo>
                    <a:pt x="500" y="0"/>
                  </a:moveTo>
                  <a:lnTo>
                    <a:pt x="4300" y="0"/>
                  </a:lnTo>
                  <a:cubicBezTo>
                    <a:pt x="4576" y="0"/>
                    <a:pt x="4800" y="224"/>
                    <a:pt x="4800" y="500"/>
                  </a:cubicBezTo>
                  <a:lnTo>
                    <a:pt x="4800" y="4300"/>
                  </a:lnTo>
                  <a:cubicBezTo>
                    <a:pt x="4800" y="4576"/>
                    <a:pt x="4576" y="4800"/>
                    <a:pt x="4300" y="4800"/>
                  </a:cubicBezTo>
                  <a:lnTo>
                    <a:pt x="500" y="4800"/>
                  </a:lnTo>
                  <a:cubicBezTo>
                    <a:pt x="224" y="4800"/>
                    <a:pt x="0" y="4576"/>
                    <a:pt x="0" y="4300"/>
                  </a:cubicBezTo>
                  <a:lnTo>
                    <a:pt x="0" y="500"/>
                  </a:lnTo>
                  <a:cubicBezTo>
                    <a:pt x="0" y="224"/>
                    <a:pt x="224" y="0"/>
                    <a:pt x="500" y="0"/>
                  </a:cubicBezTo>
                  <a:close/>
                </a:path>
              </a:pathLst>
            </a:custGeom>
            <a:solidFill>
              <a:srgbClr val="437AEF"/>
            </a:solidFill>
            <a:ln>
              <a:noFill/>
            </a:ln>
          </p:spPr>
          <p:txBody>
            <a:bodyPr anchorCtr="0" anchor="t" bIns="4900" lIns="9775" spcFirstLastPara="1" rIns="9775" wrap="square" tIns="4900">
              <a:noAutofit/>
            </a:bodyPr>
            <a:lstStyle/>
            <a:p>
              <a:pPr indent="0" lvl="0" marL="0" marR="0" rtl="0" algn="l">
                <a:spcBef>
                  <a:spcPts val="0"/>
                </a:spcBef>
                <a:spcAft>
                  <a:spcPts val="0"/>
                </a:spcAft>
                <a:buNone/>
              </a:pPr>
              <a:r>
                <a:t/>
              </a:r>
              <a:endParaRPr sz="200">
                <a:solidFill>
                  <a:schemeClr val="dk1"/>
                </a:solidFill>
                <a:latin typeface="Calibri"/>
                <a:ea typeface="Calibri"/>
                <a:cs typeface="Calibri"/>
                <a:sym typeface="Calibri"/>
              </a:endParaRPr>
            </a:p>
          </p:txBody>
        </p:sp>
        <p:sp>
          <p:nvSpPr>
            <p:cNvPr id="146" name="Google Shape;146;p19"/>
            <p:cNvSpPr/>
            <p:nvPr/>
          </p:nvSpPr>
          <p:spPr>
            <a:xfrm>
              <a:off x="3803891" y="1700784"/>
              <a:ext cx="1536228" cy="1536192"/>
            </a:xfrm>
            <a:custGeom>
              <a:rect b="b" l="l" r="r" t="t"/>
              <a:pathLst>
                <a:path extrusionOk="0" fill="none" h="4800" w="4800">
                  <a:moveTo>
                    <a:pt x="1300" y="2300"/>
                  </a:moveTo>
                  <a:lnTo>
                    <a:pt x="2072" y="3200"/>
                  </a:lnTo>
                  <a:lnTo>
                    <a:pt x="3500" y="1400"/>
                  </a:lnTo>
                </a:path>
              </a:pathLst>
            </a:custGeom>
            <a:noFill/>
            <a:ln cap="rnd" cmpd="sng" w="13700">
              <a:solidFill>
                <a:srgbClr val="FFFFFF"/>
              </a:solidFill>
              <a:prstDash val="solid"/>
              <a:round/>
              <a:headEnd len="sm" w="sm" type="none"/>
              <a:tailEnd len="sm" w="sm" type="none"/>
            </a:ln>
          </p:spPr>
          <p:txBody>
            <a:bodyPr anchorCtr="0" anchor="t" bIns="4900" lIns="9775" spcFirstLastPara="1" rIns="9775" wrap="square" tIns="4900">
              <a:noAutofit/>
            </a:bodyPr>
            <a:lstStyle/>
            <a:p>
              <a:pPr indent="0" lvl="0" marL="0" marR="0" rtl="0" algn="l">
                <a:spcBef>
                  <a:spcPts val="0"/>
                </a:spcBef>
                <a:spcAft>
                  <a:spcPts val="0"/>
                </a:spcAft>
                <a:buNone/>
              </a:pPr>
              <a:r>
                <a:t/>
              </a:r>
              <a:endParaRPr sz="200">
                <a:solidFill>
                  <a:schemeClr val="dk1"/>
                </a:solidFill>
                <a:latin typeface="Calibri"/>
                <a:ea typeface="Calibri"/>
                <a:cs typeface="Calibri"/>
                <a:sym typeface="Calibri"/>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pic>
        <p:nvPicPr>
          <p:cNvPr descr="preencoded.png" id="152" name="Google Shape;152;p20"/>
          <p:cNvPicPr preferRelativeResize="0"/>
          <p:nvPr/>
        </p:nvPicPr>
        <p:blipFill rotWithShape="1">
          <a:blip r:embed="rId3">
            <a:alphaModFix amt="35000"/>
          </a:blip>
          <a:srcRect b="0" l="0" r="0" t="0"/>
          <a:stretch/>
        </p:blipFill>
        <p:spPr>
          <a:xfrm>
            <a:off x="6757175" y="326921"/>
            <a:ext cx="2857500" cy="2620380"/>
          </a:xfrm>
          <a:prstGeom prst="rect">
            <a:avLst/>
          </a:prstGeom>
          <a:noFill/>
          <a:ln>
            <a:noFill/>
          </a:ln>
        </p:spPr>
      </p:pic>
      <p:sp>
        <p:nvSpPr>
          <p:cNvPr id="153" name="Google Shape;153;p20"/>
          <p:cNvSpPr/>
          <p:nvPr/>
        </p:nvSpPr>
        <p:spPr>
          <a:xfrm>
            <a:off x="4800600" y="1752136"/>
            <a:ext cx="3771900" cy="2024400"/>
          </a:xfrm>
          <a:prstGeom prst="roundRect">
            <a:avLst>
              <a:gd fmla="val 7207" name="adj"/>
            </a:avLst>
          </a:prstGeom>
          <a:solidFill>
            <a:srgbClr val="F4F7F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 name="Google Shape;154;p20"/>
          <p:cNvSpPr/>
          <p:nvPr/>
        </p:nvSpPr>
        <p:spPr>
          <a:xfrm>
            <a:off x="4800600" y="1415525"/>
            <a:ext cx="3771900" cy="512100"/>
          </a:xfrm>
          <a:prstGeom prst="round2SameRect">
            <a:avLst>
              <a:gd fmla="val 16667" name="adj1"/>
              <a:gd fmla="val 0" name="adj2"/>
            </a:avLst>
          </a:prstGeom>
          <a:solidFill>
            <a:srgbClr val="437A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 name="Google Shape;155;p20"/>
          <p:cNvSpPr/>
          <p:nvPr/>
        </p:nvSpPr>
        <p:spPr>
          <a:xfrm>
            <a:off x="571500" y="1195611"/>
            <a:ext cx="3885057" cy="201923"/>
          </a:xfrm>
          <a:prstGeom prst="rect">
            <a:avLst/>
          </a:prstGeom>
          <a:noFill/>
          <a:ln>
            <a:noFill/>
          </a:ln>
        </p:spPr>
        <p:txBody>
          <a:bodyPr anchorCtr="0" anchor="t" bIns="12700" lIns="12700" spcFirstLastPara="1" rIns="12700" wrap="square" tIns="12700">
            <a:noAutofit/>
          </a:bodyPr>
          <a:lstStyle/>
          <a:p>
            <a:pPr indent="0" lvl="0" marL="0" marR="0" rtl="0" algn="l">
              <a:lnSpc>
                <a:spcPct val="160000"/>
              </a:lnSpc>
              <a:spcBef>
                <a:spcPts val="0"/>
              </a:spcBef>
              <a:spcAft>
                <a:spcPts val="0"/>
              </a:spcAft>
              <a:buClr>
                <a:srgbClr val="437AEF"/>
              </a:buClr>
              <a:buSzPts val="900"/>
              <a:buFont typeface="Plus Jakarta Sans"/>
              <a:buNone/>
            </a:pPr>
            <a:r>
              <a:rPr b="1" i="0" lang="en" sz="1100" u="none" cap="none" strike="noStrike">
                <a:solidFill>
                  <a:srgbClr val="437AEF"/>
                </a:solidFill>
                <a:latin typeface="Plus Jakarta Sans"/>
                <a:ea typeface="Plus Jakarta Sans"/>
                <a:cs typeface="Plus Jakarta Sans"/>
                <a:sym typeface="Plus Jakarta Sans"/>
              </a:rPr>
              <a:t>TEXTO + VISUAL</a:t>
            </a:r>
            <a:endParaRPr b="0" i="0" sz="1100" u="none" cap="none" strike="noStrike">
              <a:solidFill>
                <a:schemeClr val="dk1"/>
              </a:solidFill>
              <a:latin typeface="Calibri"/>
              <a:ea typeface="Calibri"/>
              <a:cs typeface="Calibri"/>
              <a:sym typeface="Calibri"/>
            </a:endParaRPr>
          </a:p>
        </p:txBody>
      </p:sp>
      <p:sp>
        <p:nvSpPr>
          <p:cNvPr id="156" name="Google Shape;156;p20"/>
          <p:cNvSpPr/>
          <p:nvPr/>
        </p:nvSpPr>
        <p:spPr>
          <a:xfrm>
            <a:off x="571500" y="1464209"/>
            <a:ext cx="3885057" cy="737965"/>
          </a:xfrm>
          <a:prstGeom prst="rect">
            <a:avLst/>
          </a:prstGeom>
          <a:noFill/>
          <a:ln>
            <a:noFill/>
          </a:ln>
        </p:spPr>
        <p:txBody>
          <a:bodyPr anchorCtr="0" anchor="t" bIns="12700" lIns="12700" spcFirstLastPara="1" rIns="12700" wrap="square" tIns="12700">
            <a:noAutofit/>
          </a:bodyPr>
          <a:lstStyle/>
          <a:p>
            <a:pPr indent="0" lvl="0" marL="0" marR="0" rtl="0" algn="l">
              <a:lnSpc>
                <a:spcPct val="100000"/>
              </a:lnSpc>
              <a:spcBef>
                <a:spcPts val="0"/>
              </a:spcBef>
              <a:spcAft>
                <a:spcPts val="0"/>
              </a:spcAft>
              <a:buClr>
                <a:srgbClr val="020617"/>
              </a:buClr>
              <a:buSzPts val="2800"/>
              <a:buFont typeface="Plus Jakarta Sans"/>
              <a:buNone/>
            </a:pPr>
            <a:r>
              <a:rPr i="0" lang="en" sz="2800" u="none" cap="none" strike="noStrike">
                <a:solidFill>
                  <a:srgbClr val="020617"/>
                </a:solidFill>
                <a:latin typeface="Plus Jakarta Sans ExtraBold"/>
                <a:ea typeface="Plus Jakarta Sans ExtraBold"/>
                <a:cs typeface="Plus Jakarta Sans ExtraBold"/>
                <a:sym typeface="Plus Jakarta Sans ExtraBold"/>
              </a:rPr>
              <a:t>Idea a la izquierda, evidencia a la derecha</a:t>
            </a:r>
            <a:endParaRPr i="0" sz="2800" u="none" cap="none" strike="noStrike">
              <a:solidFill>
                <a:schemeClr val="dk1"/>
              </a:solidFill>
              <a:latin typeface="Plus Jakarta Sans ExtraBold"/>
              <a:ea typeface="Plus Jakarta Sans ExtraBold"/>
              <a:cs typeface="Plus Jakarta Sans ExtraBold"/>
              <a:sym typeface="Plus Jakarta Sans ExtraBold"/>
            </a:endParaRPr>
          </a:p>
        </p:txBody>
      </p:sp>
      <p:sp>
        <p:nvSpPr>
          <p:cNvPr id="157" name="Google Shape;157;p20"/>
          <p:cNvSpPr/>
          <p:nvPr/>
        </p:nvSpPr>
        <p:spPr>
          <a:xfrm>
            <a:off x="571500" y="2425298"/>
            <a:ext cx="3041400" cy="1047900"/>
          </a:xfrm>
          <a:prstGeom prst="rect">
            <a:avLst/>
          </a:prstGeom>
          <a:noFill/>
          <a:ln>
            <a:noFill/>
          </a:ln>
        </p:spPr>
        <p:txBody>
          <a:bodyPr anchorCtr="0" anchor="t" bIns="12700" lIns="12700" spcFirstLastPara="1" rIns="12700" wrap="square" tIns="12700">
            <a:noAutofit/>
          </a:bodyPr>
          <a:lstStyle/>
          <a:p>
            <a:pPr indent="0" lvl="0" marL="0" marR="0" rtl="0" algn="l">
              <a:lnSpc>
                <a:spcPct val="115000"/>
              </a:lnSpc>
              <a:spcBef>
                <a:spcPts val="0"/>
              </a:spcBef>
              <a:spcAft>
                <a:spcPts val="0"/>
              </a:spcAft>
              <a:buClr>
                <a:srgbClr val="334155"/>
              </a:buClr>
              <a:buSzPts val="1400"/>
              <a:buFont typeface="Plus Jakarta Sans"/>
              <a:buNone/>
            </a:pPr>
            <a:r>
              <a:rPr b="0" i="0" lang="en" sz="1400" u="none" cap="none" strike="noStrike">
                <a:solidFill>
                  <a:srgbClr val="334155"/>
                </a:solidFill>
                <a:latin typeface="Plus Jakarta Sans"/>
                <a:ea typeface="Plus Jakarta Sans"/>
                <a:cs typeface="Plus Jakarta Sans"/>
                <a:sym typeface="Plus Jakarta Sans"/>
              </a:rPr>
              <a:t>Explica el concepto en esta columna y apóyalo con un visual de producto, una métrica o una captura a la derecha.</a:t>
            </a:r>
            <a:endParaRPr b="0" i="0" sz="1400" u="none" cap="none" strike="noStrike">
              <a:solidFill>
                <a:schemeClr val="dk1"/>
              </a:solidFill>
              <a:latin typeface="Calibri"/>
              <a:ea typeface="Calibri"/>
              <a:cs typeface="Calibri"/>
              <a:sym typeface="Calibri"/>
            </a:endParaRPr>
          </a:p>
        </p:txBody>
      </p:sp>
      <p:sp>
        <p:nvSpPr>
          <p:cNvPr id="158" name="Google Shape;158;p20"/>
          <p:cNvSpPr/>
          <p:nvPr/>
        </p:nvSpPr>
        <p:spPr>
          <a:xfrm>
            <a:off x="571500" y="3726173"/>
            <a:ext cx="23700" cy="202800"/>
          </a:xfrm>
          <a:prstGeom prst="rect">
            <a:avLst/>
          </a:prstGeom>
          <a:solidFill>
            <a:srgbClr val="437AE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59" name="Google Shape;159;p20"/>
          <p:cNvSpPr/>
          <p:nvPr/>
        </p:nvSpPr>
        <p:spPr>
          <a:xfrm>
            <a:off x="738188" y="3726173"/>
            <a:ext cx="3718500" cy="221700"/>
          </a:xfrm>
          <a:prstGeom prst="rect">
            <a:avLst/>
          </a:prstGeom>
          <a:noFill/>
          <a:ln>
            <a:noFill/>
          </a:ln>
        </p:spPr>
        <p:txBody>
          <a:bodyPr anchorCtr="0" anchor="t" bIns="12700" lIns="12700" spcFirstLastPara="1" rIns="12700" wrap="square" tIns="12700">
            <a:noAutofit/>
          </a:bodyPr>
          <a:lstStyle/>
          <a:p>
            <a:pPr indent="0" lvl="0" marL="0" marR="0" rtl="0" algn="l">
              <a:lnSpc>
                <a:spcPct val="112000"/>
              </a:lnSpc>
              <a:spcBef>
                <a:spcPts val="0"/>
              </a:spcBef>
              <a:spcAft>
                <a:spcPts val="0"/>
              </a:spcAft>
              <a:buClr>
                <a:srgbClr val="020617"/>
              </a:buClr>
              <a:buSzPts val="1400"/>
              <a:buFont typeface="Plus Jakarta Sans"/>
              <a:buNone/>
            </a:pPr>
            <a:r>
              <a:rPr b="1" i="0" lang="en" sz="1400" u="none" cap="none" strike="noStrike">
                <a:solidFill>
                  <a:srgbClr val="020617"/>
                </a:solidFill>
                <a:latin typeface="Plus Jakarta Sans"/>
                <a:ea typeface="Plus Jakarta Sans"/>
                <a:cs typeface="Plus Jakarta Sans"/>
                <a:sym typeface="Plus Jakarta Sans"/>
              </a:rPr>
              <a:t>Empieza gratis, </a:t>
            </a:r>
            <a:r>
              <a:rPr b="1" i="1" lang="en" sz="1400" u="none" cap="none" strike="noStrike">
                <a:solidFill>
                  <a:srgbClr val="437AEF"/>
                </a:solidFill>
                <a:latin typeface="Plus Jakarta Sans"/>
                <a:ea typeface="Plus Jakarta Sans"/>
                <a:cs typeface="Plus Jakarta Sans"/>
                <a:sym typeface="Plus Jakarta Sans"/>
              </a:rPr>
              <a:t>sin tarjeta</a:t>
            </a:r>
            <a:r>
              <a:rPr b="1" i="0" lang="en" sz="1400" u="none" cap="none" strike="noStrike">
                <a:solidFill>
                  <a:srgbClr val="020617"/>
                </a:solidFill>
                <a:latin typeface="Plus Jakarta Sans"/>
                <a:ea typeface="Plus Jakarta Sans"/>
                <a:cs typeface="Plus Jakarta Sans"/>
                <a:sym typeface="Plus Jakarta Sans"/>
              </a:rPr>
              <a:t>.</a:t>
            </a:r>
            <a:endParaRPr b="0" i="0" sz="1400" u="none" cap="none" strike="noStrike">
              <a:solidFill>
                <a:schemeClr val="dk1"/>
              </a:solidFill>
              <a:latin typeface="Calibri"/>
              <a:ea typeface="Calibri"/>
              <a:cs typeface="Calibri"/>
              <a:sym typeface="Calibri"/>
            </a:endParaRPr>
          </a:p>
        </p:txBody>
      </p:sp>
      <p:sp>
        <p:nvSpPr>
          <p:cNvPr id="160" name="Google Shape;160;p20"/>
          <p:cNvSpPr/>
          <p:nvPr/>
        </p:nvSpPr>
        <p:spPr>
          <a:xfrm>
            <a:off x="4953000" y="1552575"/>
            <a:ext cx="257175" cy="257175"/>
          </a:xfrm>
          <a:prstGeom prst="ellipse">
            <a:avLst/>
          </a:prstGeom>
          <a:solidFill>
            <a:srgbClr val="FFFF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descr="preencoded.png" id="161" name="Google Shape;161;p20"/>
          <p:cNvPicPr preferRelativeResize="0"/>
          <p:nvPr/>
        </p:nvPicPr>
        <p:blipFill rotWithShape="1">
          <a:blip r:embed="rId4">
            <a:alphaModFix/>
          </a:blip>
          <a:srcRect b="0" l="0" r="0" t="0"/>
          <a:stretch/>
        </p:blipFill>
        <p:spPr>
          <a:xfrm>
            <a:off x="5014913" y="1614488"/>
            <a:ext cx="133350" cy="133350"/>
          </a:xfrm>
          <a:prstGeom prst="rect">
            <a:avLst/>
          </a:prstGeom>
          <a:noFill/>
          <a:ln>
            <a:noFill/>
          </a:ln>
        </p:spPr>
      </p:pic>
      <p:sp>
        <p:nvSpPr>
          <p:cNvPr id="162" name="Google Shape;162;p20"/>
          <p:cNvSpPr/>
          <p:nvPr/>
        </p:nvSpPr>
        <p:spPr>
          <a:xfrm>
            <a:off x="5286375" y="1549000"/>
            <a:ext cx="1690800" cy="1761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1000"/>
              <a:buFont typeface="Plus Jakarta Sans"/>
              <a:buNone/>
            </a:pPr>
            <a:r>
              <a:rPr b="1" i="0" lang="en" sz="1000" u="none" cap="none" strike="noStrike">
                <a:solidFill>
                  <a:srgbClr val="FFFFFF"/>
                </a:solidFill>
                <a:latin typeface="Plus Jakarta Sans"/>
                <a:ea typeface="Plus Jakarta Sans"/>
                <a:cs typeface="Plus Jakarta Sans"/>
                <a:sym typeface="Plus Jakarta Sans"/>
              </a:rPr>
              <a:t>Asistente Vambe</a:t>
            </a:r>
            <a:endParaRPr b="0" i="0" sz="1000" u="none" cap="none" strike="noStrike">
              <a:solidFill>
                <a:schemeClr val="dk1"/>
              </a:solidFill>
              <a:latin typeface="Calibri"/>
              <a:ea typeface="Calibri"/>
              <a:cs typeface="Calibri"/>
              <a:sym typeface="Calibri"/>
            </a:endParaRPr>
          </a:p>
        </p:txBody>
      </p:sp>
      <p:sp>
        <p:nvSpPr>
          <p:cNvPr id="163" name="Google Shape;163;p20"/>
          <p:cNvSpPr/>
          <p:nvPr/>
        </p:nvSpPr>
        <p:spPr>
          <a:xfrm>
            <a:off x="5286375" y="1706165"/>
            <a:ext cx="1059098" cy="126206"/>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700"/>
              <a:buFont typeface="Plus Jakarta Sans"/>
              <a:buNone/>
            </a:pPr>
            <a:r>
              <a:rPr b="0" i="0" lang="en" sz="700" u="none" cap="none" strike="noStrike">
                <a:solidFill>
                  <a:srgbClr val="FFFFFF"/>
                </a:solidFill>
                <a:latin typeface="Plus Jakarta Sans"/>
                <a:ea typeface="Plus Jakarta Sans"/>
                <a:cs typeface="Plus Jakarta Sans"/>
                <a:sym typeface="Plus Jakarta Sans"/>
              </a:rPr>
              <a:t>en línea · responde 24/7</a:t>
            </a:r>
            <a:endParaRPr b="0" i="0" sz="700" u="none" cap="none" strike="noStrike">
              <a:solidFill>
                <a:schemeClr val="dk1"/>
              </a:solidFill>
              <a:latin typeface="Calibri"/>
              <a:ea typeface="Calibri"/>
              <a:cs typeface="Calibri"/>
              <a:sym typeface="Calibri"/>
            </a:endParaRPr>
          </a:p>
        </p:txBody>
      </p:sp>
      <p:sp>
        <p:nvSpPr>
          <p:cNvPr id="164" name="Google Shape;164;p20"/>
          <p:cNvSpPr/>
          <p:nvPr/>
        </p:nvSpPr>
        <p:spPr>
          <a:xfrm>
            <a:off x="4962525" y="2099072"/>
            <a:ext cx="2256495" cy="326231"/>
          </a:xfrm>
          <a:prstGeom prst="roundRect">
            <a:avLst>
              <a:gd fmla="val 29197" name="adj"/>
            </a:avLst>
          </a:prstGeom>
          <a:solidFill>
            <a:srgbClr val="FFFFFF"/>
          </a:solidFill>
          <a:ln cap="flat" cmpd="sng" w="9525">
            <a:solidFill>
              <a:srgbClr val="E2E8F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65" name="Google Shape;165;p20"/>
          <p:cNvSpPr/>
          <p:nvPr/>
        </p:nvSpPr>
        <p:spPr>
          <a:xfrm>
            <a:off x="5072063" y="2189560"/>
            <a:ext cx="2105115" cy="164306"/>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E293B"/>
              </a:buClr>
              <a:buSzPts val="900"/>
              <a:buFont typeface="Plus Jakarta Sans"/>
              <a:buNone/>
            </a:pPr>
            <a:r>
              <a:rPr b="0" i="0" lang="en" sz="900" u="none" cap="none" strike="noStrike">
                <a:solidFill>
                  <a:srgbClr val="1E293B"/>
                </a:solidFill>
                <a:latin typeface="Plus Jakarta Sans"/>
                <a:ea typeface="Plus Jakarta Sans"/>
                <a:cs typeface="Plus Jakarta Sans"/>
                <a:sym typeface="Plus Jakarta Sans"/>
              </a:rPr>
              <a:t>Hola, ¿tienen disponibilidad para hoy?</a:t>
            </a:r>
            <a:endParaRPr b="0" i="0" sz="900" u="none" cap="none" strike="noStrike">
              <a:solidFill>
                <a:schemeClr val="dk1"/>
              </a:solidFill>
              <a:latin typeface="Calibri"/>
              <a:ea typeface="Calibri"/>
              <a:cs typeface="Calibri"/>
              <a:sym typeface="Calibri"/>
            </a:endParaRPr>
          </a:p>
        </p:txBody>
      </p:sp>
      <p:sp>
        <p:nvSpPr>
          <p:cNvPr id="166" name="Google Shape;166;p20"/>
          <p:cNvSpPr/>
          <p:nvPr/>
        </p:nvSpPr>
        <p:spPr>
          <a:xfrm>
            <a:off x="5583176" y="2511028"/>
            <a:ext cx="2827400" cy="461963"/>
          </a:xfrm>
          <a:prstGeom prst="roundRect">
            <a:avLst>
              <a:gd fmla="val 20619" name="adj"/>
            </a:avLst>
          </a:prstGeom>
          <a:solidFill>
            <a:srgbClr val="437AE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67" name="Google Shape;167;p20"/>
          <p:cNvSpPr/>
          <p:nvPr/>
        </p:nvSpPr>
        <p:spPr>
          <a:xfrm>
            <a:off x="5687951" y="2596753"/>
            <a:ext cx="2702672" cy="309563"/>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900"/>
              <a:buFont typeface="Plus Jakarta Sans"/>
              <a:buNone/>
            </a:pPr>
            <a:r>
              <a:rPr b="0" i="0" lang="en" sz="900" u="none" cap="none" strike="noStrike">
                <a:solidFill>
                  <a:srgbClr val="FFFFFF"/>
                </a:solidFill>
                <a:latin typeface="Plus Jakarta Sans"/>
                <a:ea typeface="Plus Jakarta Sans"/>
                <a:cs typeface="Plus Jakarta Sans"/>
                <a:sym typeface="Plus Jakarta Sans"/>
              </a:rPr>
              <a:t>¡Claro! Tengo dos horarios disponibles. ¿Te reservo el de las 16:00?</a:t>
            </a:r>
            <a:endParaRPr b="0" i="0" sz="900" u="none" cap="none" strike="noStrike">
              <a:solidFill>
                <a:schemeClr val="dk1"/>
              </a:solidFill>
              <a:latin typeface="Calibri"/>
              <a:ea typeface="Calibri"/>
              <a:cs typeface="Calibri"/>
              <a:sym typeface="Calibri"/>
            </a:endParaRPr>
          </a:p>
        </p:txBody>
      </p:sp>
      <p:sp>
        <p:nvSpPr>
          <p:cNvPr id="168" name="Google Shape;168;p20"/>
          <p:cNvSpPr/>
          <p:nvPr/>
        </p:nvSpPr>
        <p:spPr>
          <a:xfrm>
            <a:off x="4962525" y="3058716"/>
            <a:ext cx="1278768" cy="326232"/>
          </a:xfrm>
          <a:prstGeom prst="roundRect">
            <a:avLst>
              <a:gd fmla="val 29197" name="adj"/>
            </a:avLst>
          </a:prstGeom>
          <a:solidFill>
            <a:srgbClr val="FFFFFF"/>
          </a:solidFill>
          <a:ln cap="flat" cmpd="sng" w="9525">
            <a:solidFill>
              <a:srgbClr val="E2E8F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69" name="Google Shape;169;p20"/>
          <p:cNvSpPr/>
          <p:nvPr/>
        </p:nvSpPr>
        <p:spPr>
          <a:xfrm>
            <a:off x="5072063" y="3149203"/>
            <a:ext cx="1098057" cy="1643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E293B"/>
              </a:buClr>
              <a:buSzPts val="900"/>
              <a:buFont typeface="Plus Jakarta Sans"/>
              <a:buNone/>
            </a:pPr>
            <a:r>
              <a:rPr b="0" i="0" lang="en" sz="900" u="none" cap="none" strike="noStrike">
                <a:solidFill>
                  <a:srgbClr val="1E293B"/>
                </a:solidFill>
                <a:latin typeface="Plus Jakarta Sans"/>
                <a:ea typeface="Plus Jakarta Sans"/>
                <a:cs typeface="Plus Jakarta Sans"/>
                <a:sym typeface="Plus Jakarta Sans"/>
              </a:rPr>
              <a:t>Perfecto, resérvalo.</a:t>
            </a:r>
            <a:endParaRPr b="0" i="0" sz="900" u="none" cap="none" strike="noStrike">
              <a:solidFill>
                <a:schemeClr val="dk1"/>
              </a:solidFill>
              <a:latin typeface="Calibri"/>
              <a:ea typeface="Calibri"/>
              <a:cs typeface="Calibri"/>
              <a:sym typeface="Calibri"/>
            </a:endParaRPr>
          </a:p>
        </p:txBody>
      </p:sp>
      <p:pic>
        <p:nvPicPr>
          <p:cNvPr descr="preencoded.png" id="170" name="Google Shape;170;p20"/>
          <p:cNvPicPr preferRelativeResize="0"/>
          <p:nvPr/>
        </p:nvPicPr>
        <p:blipFill rotWithShape="1">
          <a:blip r:embed="rId5">
            <a:alphaModFix/>
          </a:blip>
          <a:srcRect b="0" l="0" r="0" t="0"/>
          <a:stretch/>
        </p:blipFill>
        <p:spPr>
          <a:xfrm>
            <a:off x="571500" y="4767263"/>
            <a:ext cx="664369" cy="128588"/>
          </a:xfrm>
          <a:prstGeom prst="rect">
            <a:avLst/>
          </a:prstGeom>
          <a:noFill/>
          <a:ln>
            <a:noFill/>
          </a:ln>
        </p:spPr>
      </p:pic>
      <p:sp>
        <p:nvSpPr>
          <p:cNvPr id="171" name="Google Shape;171;p20"/>
          <p:cNvSpPr/>
          <p:nvPr/>
        </p:nvSpPr>
        <p:spPr>
          <a:xfrm>
            <a:off x="8466200" y="4777978"/>
            <a:ext cx="144401" cy="1262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94A3B8"/>
              </a:buClr>
              <a:buSzPts val="700"/>
              <a:buFont typeface="Plus Jakarta Sans"/>
              <a:buNone/>
            </a:pPr>
            <a:r>
              <a:rPr b="1" i="0" lang="en" sz="700" u="none" cap="none" strike="noStrike">
                <a:solidFill>
                  <a:srgbClr val="94A3B8"/>
                </a:solidFill>
                <a:latin typeface="Plus Jakarta Sans"/>
                <a:ea typeface="Plus Jakarta Sans"/>
                <a:cs typeface="Plus Jakarta Sans"/>
                <a:sym typeface="Plus Jakarta Sans"/>
              </a:rPr>
              <a:t>05</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1"/>
          <p:cNvSpPr/>
          <p:nvPr/>
        </p:nvSpPr>
        <p:spPr>
          <a:xfrm>
            <a:off x="4800600" y="3365162"/>
            <a:ext cx="3771900" cy="698700"/>
          </a:xfrm>
          <a:prstGeom prst="roundRect">
            <a:avLst>
              <a:gd fmla="val 7207" name="adj"/>
            </a:avLst>
          </a:prstGeom>
          <a:solidFill>
            <a:srgbClr val="F4F7F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8" name="Google Shape;178;p21"/>
          <p:cNvSpPr/>
          <p:nvPr/>
        </p:nvSpPr>
        <p:spPr>
          <a:xfrm>
            <a:off x="4800600" y="2522162"/>
            <a:ext cx="3771900" cy="698700"/>
          </a:xfrm>
          <a:prstGeom prst="roundRect">
            <a:avLst>
              <a:gd fmla="val 7207" name="adj"/>
            </a:avLst>
          </a:prstGeom>
          <a:solidFill>
            <a:srgbClr val="F4F7F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9" name="Google Shape;179;p21"/>
          <p:cNvSpPr/>
          <p:nvPr/>
        </p:nvSpPr>
        <p:spPr>
          <a:xfrm>
            <a:off x="4800600" y="1688499"/>
            <a:ext cx="3771900" cy="698700"/>
          </a:xfrm>
          <a:prstGeom prst="roundRect">
            <a:avLst>
              <a:gd fmla="val 7207" name="adj"/>
            </a:avLst>
          </a:prstGeom>
          <a:solidFill>
            <a:srgbClr val="F4F7F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0" name="Google Shape;180;p21"/>
          <p:cNvSpPr/>
          <p:nvPr/>
        </p:nvSpPr>
        <p:spPr>
          <a:xfrm>
            <a:off x="571500" y="457200"/>
            <a:ext cx="8241030" cy="201922"/>
          </a:xfrm>
          <a:prstGeom prst="rect">
            <a:avLst/>
          </a:prstGeom>
          <a:noFill/>
          <a:ln>
            <a:noFill/>
          </a:ln>
        </p:spPr>
        <p:txBody>
          <a:bodyPr anchorCtr="0" anchor="t" bIns="12700" lIns="12700" spcFirstLastPara="1" rIns="12700" wrap="square" tIns="12700">
            <a:noAutofit/>
          </a:bodyPr>
          <a:lstStyle/>
          <a:p>
            <a:pPr indent="0" lvl="0" marL="0" marR="0" rtl="0" algn="l">
              <a:lnSpc>
                <a:spcPct val="160000"/>
              </a:lnSpc>
              <a:spcBef>
                <a:spcPts val="0"/>
              </a:spcBef>
              <a:spcAft>
                <a:spcPts val="0"/>
              </a:spcAft>
              <a:buClr>
                <a:srgbClr val="437AEF"/>
              </a:buClr>
              <a:buSzPts val="900"/>
              <a:buFont typeface="Plus Jakarta Sans"/>
              <a:buNone/>
            </a:pPr>
            <a:r>
              <a:rPr b="1" i="0" lang="en" sz="1100" u="none" cap="none" strike="noStrike">
                <a:solidFill>
                  <a:srgbClr val="437AEF"/>
                </a:solidFill>
                <a:latin typeface="Plus Jakarta Sans"/>
                <a:ea typeface="Plus Jakarta Sans"/>
                <a:cs typeface="Plus Jakarta Sans"/>
                <a:sym typeface="Plus Jakarta Sans"/>
              </a:rPr>
              <a:t>EN NÚMEROS</a:t>
            </a:r>
            <a:endParaRPr b="0" i="0" sz="1100" u="none" cap="none" strike="noStrike">
              <a:solidFill>
                <a:schemeClr val="dk1"/>
              </a:solidFill>
              <a:latin typeface="Calibri"/>
              <a:ea typeface="Calibri"/>
              <a:cs typeface="Calibri"/>
              <a:sym typeface="Calibri"/>
            </a:endParaRPr>
          </a:p>
        </p:txBody>
      </p:sp>
      <p:sp>
        <p:nvSpPr>
          <p:cNvPr id="181" name="Google Shape;181;p21"/>
          <p:cNvSpPr/>
          <p:nvPr/>
        </p:nvSpPr>
        <p:spPr>
          <a:xfrm>
            <a:off x="571500" y="725798"/>
            <a:ext cx="8241030" cy="378507"/>
          </a:xfrm>
          <a:prstGeom prst="rect">
            <a:avLst/>
          </a:prstGeom>
          <a:noFill/>
          <a:ln>
            <a:noFill/>
          </a:ln>
        </p:spPr>
        <p:txBody>
          <a:bodyPr anchorCtr="0" anchor="t" bIns="12700" lIns="12700" spcFirstLastPara="1" rIns="12700" wrap="square" tIns="12700">
            <a:noAutofit/>
          </a:bodyPr>
          <a:lstStyle/>
          <a:p>
            <a:pPr indent="0" lvl="0" marL="0" marR="0" rtl="0" algn="l">
              <a:lnSpc>
                <a:spcPct val="102000"/>
              </a:lnSpc>
              <a:spcBef>
                <a:spcPts val="0"/>
              </a:spcBef>
              <a:spcAft>
                <a:spcPts val="0"/>
              </a:spcAft>
              <a:buClr>
                <a:srgbClr val="020617"/>
              </a:buClr>
              <a:buSzPts val="2800"/>
              <a:buFont typeface="Plus Jakarta Sans"/>
              <a:buNone/>
            </a:pPr>
            <a:r>
              <a:rPr i="0" lang="en" sz="2800" u="none" cap="none" strike="noStrike">
                <a:solidFill>
                  <a:srgbClr val="020617"/>
                </a:solidFill>
                <a:latin typeface="Plus Jakarta Sans ExtraBold"/>
                <a:ea typeface="Plus Jakarta Sans ExtraBold"/>
                <a:cs typeface="Plus Jakarta Sans ExtraBold"/>
                <a:sym typeface="Plus Jakarta Sans ExtraBold"/>
              </a:rPr>
              <a:t>El impacto, en una cifra</a:t>
            </a:r>
            <a:endParaRPr i="0" sz="2800" u="none" cap="none" strike="noStrike">
              <a:solidFill>
                <a:schemeClr val="dk1"/>
              </a:solidFill>
              <a:latin typeface="Plus Jakarta Sans ExtraBold"/>
              <a:ea typeface="Plus Jakarta Sans ExtraBold"/>
              <a:cs typeface="Plus Jakarta Sans ExtraBold"/>
              <a:sym typeface="Plus Jakarta Sans ExtraBold"/>
            </a:endParaRPr>
          </a:p>
        </p:txBody>
      </p:sp>
      <p:sp>
        <p:nvSpPr>
          <p:cNvPr id="182" name="Google Shape;182;p21"/>
          <p:cNvSpPr/>
          <p:nvPr/>
        </p:nvSpPr>
        <p:spPr>
          <a:xfrm>
            <a:off x="571500" y="1945184"/>
            <a:ext cx="4094724" cy="1304925"/>
          </a:xfrm>
          <a:prstGeom prst="rect">
            <a:avLst/>
          </a:prstGeom>
          <a:noFill/>
          <a:ln>
            <a:noFill/>
          </a:ln>
        </p:spPr>
        <p:txBody>
          <a:bodyPr anchorCtr="0" anchor="t" bIns="12700" lIns="12700" spcFirstLastPara="1" rIns="12700" wrap="square" tIns="12700">
            <a:noAutofit/>
          </a:bodyPr>
          <a:lstStyle/>
          <a:p>
            <a:pPr indent="0" lvl="0" marL="0" marR="0" rtl="0" algn="l">
              <a:lnSpc>
                <a:spcPct val="90000"/>
              </a:lnSpc>
              <a:spcBef>
                <a:spcPts val="0"/>
              </a:spcBef>
              <a:spcAft>
                <a:spcPts val="0"/>
              </a:spcAft>
              <a:buClr>
                <a:srgbClr val="437AEF"/>
              </a:buClr>
              <a:buSzPts val="11300"/>
              <a:buFont typeface="Plus Jakarta Sans"/>
              <a:buNone/>
            </a:pPr>
            <a:r>
              <a:rPr i="0" lang="en" sz="11300" u="none" cap="none" strike="noStrike">
                <a:solidFill>
                  <a:srgbClr val="437AEF"/>
                </a:solidFill>
                <a:latin typeface="Plus Jakarta Sans ExtraBold"/>
                <a:ea typeface="Plus Jakarta Sans ExtraBold"/>
                <a:cs typeface="Plus Jakarta Sans ExtraBold"/>
                <a:sym typeface="Plus Jakarta Sans ExtraBold"/>
              </a:rPr>
              <a:t>3.2</a:t>
            </a:r>
            <a:r>
              <a:rPr i="0" lang="en" sz="5200" u="none" cap="none" strike="noStrike">
                <a:solidFill>
                  <a:srgbClr val="437AEF"/>
                </a:solidFill>
                <a:latin typeface="Plus Jakarta Sans ExtraBold"/>
                <a:ea typeface="Plus Jakarta Sans ExtraBold"/>
                <a:cs typeface="Plus Jakarta Sans ExtraBold"/>
                <a:sym typeface="Plus Jakarta Sans ExtraBold"/>
              </a:rPr>
              <a:t>x</a:t>
            </a:r>
            <a:endParaRPr i="0" sz="11300" u="none" cap="none" strike="noStrike">
              <a:solidFill>
                <a:schemeClr val="dk1"/>
              </a:solidFill>
              <a:latin typeface="Plus Jakarta Sans ExtraBold"/>
              <a:ea typeface="Plus Jakarta Sans ExtraBold"/>
              <a:cs typeface="Plus Jakarta Sans ExtraBold"/>
              <a:sym typeface="Plus Jakarta Sans ExtraBold"/>
            </a:endParaRPr>
          </a:p>
        </p:txBody>
      </p:sp>
      <p:sp>
        <p:nvSpPr>
          <p:cNvPr id="183" name="Google Shape;183;p21"/>
          <p:cNvSpPr/>
          <p:nvPr/>
        </p:nvSpPr>
        <p:spPr>
          <a:xfrm>
            <a:off x="571500" y="3364409"/>
            <a:ext cx="2747010" cy="45243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334155"/>
              </a:buClr>
              <a:buSzPts val="1400"/>
              <a:buFont typeface="Plus Jakarta Sans"/>
              <a:buNone/>
            </a:pPr>
            <a:r>
              <a:rPr b="1" i="0" lang="en" sz="1400" u="none" cap="none" strike="noStrike">
                <a:solidFill>
                  <a:srgbClr val="334155"/>
                </a:solidFill>
                <a:latin typeface="Plus Jakarta Sans"/>
                <a:ea typeface="Plus Jakarta Sans"/>
                <a:cs typeface="Plus Jakarta Sans"/>
                <a:sym typeface="Plus Jakarta Sans"/>
              </a:rPr>
              <a:t>más conversaciones cerradas en el primer mes</a:t>
            </a:r>
            <a:endParaRPr b="0" i="0" sz="1400" u="none" cap="none" strike="noStrike">
              <a:solidFill>
                <a:schemeClr val="dk1"/>
              </a:solidFill>
              <a:latin typeface="Calibri"/>
              <a:ea typeface="Calibri"/>
              <a:cs typeface="Calibri"/>
              <a:sym typeface="Calibri"/>
            </a:endParaRPr>
          </a:p>
        </p:txBody>
      </p:sp>
      <p:sp>
        <p:nvSpPr>
          <p:cNvPr id="184" name="Google Shape;184;p21"/>
          <p:cNvSpPr/>
          <p:nvPr/>
        </p:nvSpPr>
        <p:spPr>
          <a:xfrm>
            <a:off x="5204185" y="2447628"/>
            <a:ext cx="3597000" cy="4800"/>
          </a:xfrm>
          <a:prstGeom prst="rect">
            <a:avLst/>
          </a:prstGeom>
          <a:solidFill>
            <a:srgbClr val="E2E8F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85" name="Google Shape;185;p21"/>
          <p:cNvSpPr/>
          <p:nvPr/>
        </p:nvSpPr>
        <p:spPr>
          <a:xfrm>
            <a:off x="4947808" y="1752300"/>
            <a:ext cx="1646100" cy="5715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0F172A"/>
              </a:buClr>
              <a:buSzPts val="3500"/>
              <a:buFont typeface="Plus Jakarta Sans"/>
              <a:buNone/>
            </a:pPr>
            <a:r>
              <a:rPr i="0" lang="en" sz="3500" u="none" cap="none" strike="noStrike">
                <a:solidFill>
                  <a:srgbClr val="0F172A"/>
                </a:solidFill>
                <a:latin typeface="Plus Jakarta Sans ExtraBold"/>
                <a:ea typeface="Plus Jakarta Sans ExtraBold"/>
                <a:cs typeface="Plus Jakarta Sans ExtraBold"/>
                <a:sym typeface="Plus Jakarta Sans ExtraBold"/>
              </a:rPr>
              <a:t>−68%</a:t>
            </a:r>
            <a:endParaRPr i="0" sz="3500" u="none" cap="none" strike="noStrike">
              <a:solidFill>
                <a:schemeClr val="dk1"/>
              </a:solidFill>
              <a:latin typeface="Plus Jakarta Sans ExtraBold"/>
              <a:ea typeface="Plus Jakarta Sans ExtraBold"/>
              <a:cs typeface="Plus Jakarta Sans ExtraBold"/>
              <a:sym typeface="Plus Jakarta Sans ExtraBold"/>
            </a:endParaRPr>
          </a:p>
        </p:txBody>
      </p:sp>
      <p:sp>
        <p:nvSpPr>
          <p:cNvPr id="186" name="Google Shape;186;p21"/>
          <p:cNvSpPr/>
          <p:nvPr/>
        </p:nvSpPr>
        <p:spPr>
          <a:xfrm>
            <a:off x="6413850" y="1702086"/>
            <a:ext cx="1746900" cy="6987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64748B"/>
              </a:buClr>
              <a:buSzPts val="1000"/>
              <a:buFont typeface="Plus Jakarta Sans"/>
              <a:buNone/>
            </a:pPr>
            <a:r>
              <a:rPr b="0" i="0" lang="en" sz="1000" u="none" cap="none" strike="noStrike">
                <a:solidFill>
                  <a:srgbClr val="64748B"/>
                </a:solidFill>
                <a:latin typeface="Plus Jakarta Sans"/>
                <a:ea typeface="Plus Jakarta Sans"/>
                <a:cs typeface="Plus Jakarta Sans"/>
                <a:sym typeface="Plus Jakarta Sans"/>
              </a:rPr>
              <a:t>tiempo de primera respuesta</a:t>
            </a:r>
            <a:endParaRPr b="0" i="0" sz="1000" u="none" cap="none" strike="noStrike">
              <a:solidFill>
                <a:schemeClr val="dk1"/>
              </a:solidFill>
              <a:latin typeface="Calibri"/>
              <a:ea typeface="Calibri"/>
              <a:cs typeface="Calibri"/>
              <a:sym typeface="Calibri"/>
            </a:endParaRPr>
          </a:p>
        </p:txBody>
      </p:sp>
      <p:sp>
        <p:nvSpPr>
          <p:cNvPr id="187" name="Google Shape;187;p21"/>
          <p:cNvSpPr/>
          <p:nvPr/>
        </p:nvSpPr>
        <p:spPr>
          <a:xfrm>
            <a:off x="5204185" y="3290590"/>
            <a:ext cx="3597000" cy="4800"/>
          </a:xfrm>
          <a:prstGeom prst="rect">
            <a:avLst/>
          </a:prstGeom>
          <a:solidFill>
            <a:srgbClr val="E2E8F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88" name="Google Shape;188;p21"/>
          <p:cNvSpPr/>
          <p:nvPr/>
        </p:nvSpPr>
        <p:spPr>
          <a:xfrm>
            <a:off x="5056491" y="2606088"/>
            <a:ext cx="1273200" cy="5715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0F172A"/>
              </a:buClr>
              <a:buSzPts val="3500"/>
              <a:buFont typeface="Plus Jakarta Sans"/>
              <a:buNone/>
            </a:pPr>
            <a:r>
              <a:rPr i="0" lang="en" sz="3500" u="none" cap="none" strike="noStrike">
                <a:solidFill>
                  <a:srgbClr val="0F172A"/>
                </a:solidFill>
                <a:latin typeface="Plus Jakarta Sans ExtraBold"/>
                <a:ea typeface="Plus Jakarta Sans ExtraBold"/>
                <a:cs typeface="Plus Jakarta Sans ExtraBold"/>
                <a:sym typeface="Plus Jakarta Sans ExtraBold"/>
              </a:rPr>
              <a:t>24/7</a:t>
            </a:r>
            <a:endParaRPr i="0" sz="3500" u="none" cap="none" strike="noStrike">
              <a:solidFill>
                <a:schemeClr val="dk1"/>
              </a:solidFill>
              <a:latin typeface="Plus Jakarta Sans ExtraBold"/>
              <a:ea typeface="Plus Jakarta Sans ExtraBold"/>
              <a:cs typeface="Plus Jakarta Sans ExtraBold"/>
              <a:sym typeface="Plus Jakarta Sans ExtraBold"/>
            </a:endParaRPr>
          </a:p>
        </p:txBody>
      </p:sp>
      <p:sp>
        <p:nvSpPr>
          <p:cNvPr id="189" name="Google Shape;189;p21"/>
          <p:cNvSpPr/>
          <p:nvPr/>
        </p:nvSpPr>
        <p:spPr>
          <a:xfrm>
            <a:off x="6413850" y="2522154"/>
            <a:ext cx="1564200" cy="7278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64748B"/>
              </a:buClr>
              <a:buSzPts val="1000"/>
              <a:buFont typeface="Plus Jakarta Sans"/>
              <a:buNone/>
            </a:pPr>
            <a:r>
              <a:rPr b="0" i="0" lang="en" sz="1000" u="none" cap="none" strike="noStrike">
                <a:solidFill>
                  <a:srgbClr val="64748B"/>
                </a:solidFill>
                <a:latin typeface="Plus Jakarta Sans"/>
                <a:ea typeface="Plus Jakarta Sans"/>
                <a:cs typeface="Plus Jakarta Sans"/>
                <a:sym typeface="Plus Jakarta Sans"/>
              </a:rPr>
              <a:t>disponibilidad sin esperas</a:t>
            </a:r>
            <a:endParaRPr b="0" i="0" sz="1000" u="none" cap="none" strike="noStrike">
              <a:solidFill>
                <a:schemeClr val="dk1"/>
              </a:solidFill>
              <a:latin typeface="Calibri"/>
              <a:ea typeface="Calibri"/>
              <a:cs typeface="Calibri"/>
              <a:sym typeface="Calibri"/>
            </a:endParaRPr>
          </a:p>
        </p:txBody>
      </p:sp>
      <p:sp>
        <p:nvSpPr>
          <p:cNvPr id="190" name="Google Shape;190;p21"/>
          <p:cNvSpPr/>
          <p:nvPr/>
        </p:nvSpPr>
        <p:spPr>
          <a:xfrm>
            <a:off x="4947820" y="3438226"/>
            <a:ext cx="1494300" cy="5715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0F172A"/>
              </a:buClr>
              <a:buSzPts val="3500"/>
              <a:buFont typeface="Plus Jakarta Sans"/>
              <a:buNone/>
            </a:pPr>
            <a:r>
              <a:rPr i="0" lang="en" sz="3500" u="none" cap="none" strike="noStrike">
                <a:solidFill>
                  <a:srgbClr val="0F172A"/>
                </a:solidFill>
                <a:latin typeface="Plus Jakarta Sans ExtraBold"/>
                <a:ea typeface="Plus Jakarta Sans ExtraBold"/>
                <a:cs typeface="Plus Jakarta Sans ExtraBold"/>
                <a:sym typeface="Plus Jakarta Sans ExtraBold"/>
              </a:rPr>
              <a:t>+40%</a:t>
            </a:r>
            <a:endParaRPr i="0" sz="3500" u="none" cap="none" strike="noStrike">
              <a:solidFill>
                <a:schemeClr val="dk1"/>
              </a:solidFill>
              <a:latin typeface="Plus Jakarta Sans ExtraBold"/>
              <a:ea typeface="Plus Jakarta Sans ExtraBold"/>
              <a:cs typeface="Plus Jakarta Sans ExtraBold"/>
              <a:sym typeface="Plus Jakarta Sans ExtraBold"/>
            </a:endParaRPr>
          </a:p>
        </p:txBody>
      </p:sp>
      <p:sp>
        <p:nvSpPr>
          <p:cNvPr id="191" name="Google Shape;191;p21"/>
          <p:cNvSpPr/>
          <p:nvPr/>
        </p:nvSpPr>
        <p:spPr>
          <a:xfrm>
            <a:off x="6490050" y="3346491"/>
            <a:ext cx="2036100" cy="7278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64748B"/>
              </a:buClr>
              <a:buSzPts val="1000"/>
              <a:buFont typeface="Plus Jakarta Sans"/>
              <a:buNone/>
            </a:pPr>
            <a:r>
              <a:rPr b="0" i="0" lang="en" sz="1000" u="none" cap="none" strike="noStrike">
                <a:solidFill>
                  <a:srgbClr val="64748B"/>
                </a:solidFill>
                <a:latin typeface="Plus Jakarta Sans"/>
                <a:ea typeface="Plus Jakarta Sans"/>
                <a:cs typeface="Plus Jakarta Sans"/>
                <a:sym typeface="Plus Jakarta Sans"/>
              </a:rPr>
              <a:t>conversión sobre leads atendidos</a:t>
            </a:r>
            <a:endParaRPr b="0" i="0" sz="1000" u="none" cap="none" strike="noStrike">
              <a:solidFill>
                <a:schemeClr val="dk1"/>
              </a:solidFill>
              <a:latin typeface="Calibri"/>
              <a:ea typeface="Calibri"/>
              <a:cs typeface="Calibri"/>
              <a:sym typeface="Calibri"/>
            </a:endParaRPr>
          </a:p>
        </p:txBody>
      </p:sp>
      <p:pic>
        <p:nvPicPr>
          <p:cNvPr descr="preencoded.png" id="192" name="Google Shape;192;p21"/>
          <p:cNvPicPr preferRelativeResize="0"/>
          <p:nvPr/>
        </p:nvPicPr>
        <p:blipFill rotWithShape="1">
          <a:blip r:embed="rId3">
            <a:alphaModFix/>
          </a:blip>
          <a:srcRect b="0" l="0" r="0" t="0"/>
          <a:stretch/>
        </p:blipFill>
        <p:spPr>
          <a:xfrm>
            <a:off x="571500" y="4767263"/>
            <a:ext cx="664369" cy="128588"/>
          </a:xfrm>
          <a:prstGeom prst="rect">
            <a:avLst/>
          </a:prstGeom>
          <a:noFill/>
          <a:ln>
            <a:noFill/>
          </a:ln>
        </p:spPr>
      </p:pic>
      <p:sp>
        <p:nvSpPr>
          <p:cNvPr id="193" name="Google Shape;193;p21"/>
          <p:cNvSpPr/>
          <p:nvPr/>
        </p:nvSpPr>
        <p:spPr>
          <a:xfrm>
            <a:off x="8466200" y="4777978"/>
            <a:ext cx="144401" cy="1262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94A3B8"/>
              </a:buClr>
              <a:buSzPts val="700"/>
              <a:buFont typeface="Plus Jakarta Sans"/>
              <a:buNone/>
            </a:pPr>
            <a:r>
              <a:rPr b="1" i="0" lang="en" sz="700" u="none" cap="none" strike="noStrike">
                <a:solidFill>
                  <a:srgbClr val="94A3B8"/>
                </a:solidFill>
                <a:latin typeface="Plus Jakarta Sans"/>
                <a:ea typeface="Plus Jakarta Sans"/>
                <a:cs typeface="Plus Jakarta Sans"/>
                <a:sym typeface="Plus Jakarta Sans"/>
              </a:rPr>
              <a:t>06</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2"/>
          <p:cNvSpPr/>
          <p:nvPr/>
        </p:nvSpPr>
        <p:spPr>
          <a:xfrm>
            <a:off x="571500" y="457200"/>
            <a:ext cx="8241030" cy="201922"/>
          </a:xfrm>
          <a:prstGeom prst="rect">
            <a:avLst/>
          </a:prstGeom>
          <a:noFill/>
          <a:ln>
            <a:noFill/>
          </a:ln>
        </p:spPr>
        <p:txBody>
          <a:bodyPr anchorCtr="0" anchor="t" bIns="12700" lIns="12700" spcFirstLastPara="1" rIns="12700" wrap="square" tIns="12700">
            <a:noAutofit/>
          </a:bodyPr>
          <a:lstStyle/>
          <a:p>
            <a:pPr indent="0" lvl="0" marL="0" marR="0" rtl="0" algn="l">
              <a:lnSpc>
                <a:spcPct val="160000"/>
              </a:lnSpc>
              <a:spcBef>
                <a:spcPts val="0"/>
              </a:spcBef>
              <a:spcAft>
                <a:spcPts val="0"/>
              </a:spcAft>
              <a:buClr>
                <a:srgbClr val="437AEF"/>
              </a:buClr>
              <a:buSzPts val="900"/>
              <a:buFont typeface="Plus Jakarta Sans"/>
              <a:buNone/>
            </a:pPr>
            <a:r>
              <a:rPr b="1" i="0" lang="en" sz="900" u="none" cap="none" strike="noStrike">
                <a:solidFill>
                  <a:srgbClr val="437AEF"/>
                </a:solidFill>
                <a:latin typeface="Plus Jakarta Sans"/>
                <a:ea typeface="Plus Jakarta Sans"/>
                <a:cs typeface="Plus Jakarta Sans"/>
                <a:sym typeface="Plus Jakarta Sans"/>
              </a:rPr>
              <a:t>ANTES Y DESPUÉS</a:t>
            </a:r>
            <a:endParaRPr b="0" i="0" sz="900" u="none" cap="none" strike="noStrike">
              <a:solidFill>
                <a:schemeClr val="dk1"/>
              </a:solidFill>
              <a:latin typeface="Calibri"/>
              <a:ea typeface="Calibri"/>
              <a:cs typeface="Calibri"/>
              <a:sym typeface="Calibri"/>
            </a:endParaRPr>
          </a:p>
        </p:txBody>
      </p:sp>
      <p:sp>
        <p:nvSpPr>
          <p:cNvPr id="200" name="Google Shape;200;p22"/>
          <p:cNvSpPr/>
          <p:nvPr/>
        </p:nvSpPr>
        <p:spPr>
          <a:xfrm>
            <a:off x="571500" y="725798"/>
            <a:ext cx="8241030" cy="378507"/>
          </a:xfrm>
          <a:prstGeom prst="rect">
            <a:avLst/>
          </a:prstGeom>
          <a:noFill/>
          <a:ln>
            <a:noFill/>
          </a:ln>
        </p:spPr>
        <p:txBody>
          <a:bodyPr anchorCtr="0" anchor="t" bIns="12700" lIns="12700" spcFirstLastPara="1" rIns="12700" wrap="square" tIns="12700">
            <a:noAutofit/>
          </a:bodyPr>
          <a:lstStyle/>
          <a:p>
            <a:pPr indent="0" lvl="0" marL="0" marR="0" rtl="0" algn="l">
              <a:lnSpc>
                <a:spcPct val="102000"/>
              </a:lnSpc>
              <a:spcBef>
                <a:spcPts val="0"/>
              </a:spcBef>
              <a:spcAft>
                <a:spcPts val="0"/>
              </a:spcAft>
              <a:buClr>
                <a:srgbClr val="020617"/>
              </a:buClr>
              <a:buSzPts val="2800"/>
              <a:buFont typeface="Plus Jakarta Sans"/>
              <a:buNone/>
            </a:pPr>
            <a:r>
              <a:rPr b="1" i="0" lang="en" sz="2800" u="none" cap="none" strike="noStrike">
                <a:solidFill>
                  <a:srgbClr val="020617"/>
                </a:solidFill>
                <a:latin typeface="Plus Jakarta Sans"/>
                <a:ea typeface="Plus Jakarta Sans"/>
                <a:cs typeface="Plus Jakarta Sans"/>
                <a:sym typeface="Plus Jakarta Sans"/>
              </a:rPr>
              <a:t>Lo que cambia con Vambe</a:t>
            </a:r>
            <a:endParaRPr b="0" i="0" sz="2800" u="none" cap="none" strike="noStrike">
              <a:solidFill>
                <a:schemeClr val="dk1"/>
              </a:solidFill>
              <a:latin typeface="Calibri"/>
              <a:ea typeface="Calibri"/>
              <a:cs typeface="Calibri"/>
              <a:sym typeface="Calibri"/>
            </a:endParaRPr>
          </a:p>
        </p:txBody>
      </p:sp>
      <p:sp>
        <p:nvSpPr>
          <p:cNvPr id="201" name="Google Shape;201;p22"/>
          <p:cNvSpPr/>
          <p:nvPr/>
        </p:nvSpPr>
        <p:spPr>
          <a:xfrm>
            <a:off x="571500" y="1371004"/>
            <a:ext cx="3886200" cy="3143700"/>
          </a:xfrm>
          <a:prstGeom prst="roundRect">
            <a:avLst>
              <a:gd fmla="val 4242" name="adj"/>
            </a:avLst>
          </a:prstGeom>
          <a:solidFill>
            <a:srgbClr val="FFFFFF">
              <a:alpha val="16079"/>
            </a:srgbClr>
          </a:solidFill>
          <a:ln cap="flat" cmpd="sng" w="9525">
            <a:solidFill>
              <a:srgbClr val="FFFFFF"/>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02" name="Google Shape;202;p22"/>
          <p:cNvSpPr/>
          <p:nvPr/>
        </p:nvSpPr>
        <p:spPr>
          <a:xfrm>
            <a:off x="807244" y="1606749"/>
            <a:ext cx="3517154" cy="164306"/>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94A3B8"/>
              </a:buClr>
              <a:buSzPts val="900"/>
              <a:buFont typeface="Plus Jakarta Sans"/>
              <a:buNone/>
            </a:pPr>
            <a:r>
              <a:rPr b="1" i="0" lang="en" sz="900" u="none" cap="none" strike="noStrike">
                <a:solidFill>
                  <a:srgbClr val="94A3B8"/>
                </a:solidFill>
                <a:latin typeface="Plus Jakarta Sans"/>
                <a:ea typeface="Plus Jakarta Sans"/>
                <a:cs typeface="Plus Jakarta Sans"/>
                <a:sym typeface="Plus Jakarta Sans"/>
              </a:rPr>
              <a:t>SIN VAMBE</a:t>
            </a:r>
            <a:endParaRPr b="0" i="0" sz="900" u="none" cap="none" strike="noStrike">
              <a:solidFill>
                <a:schemeClr val="dk1"/>
              </a:solidFill>
              <a:latin typeface="Calibri"/>
              <a:ea typeface="Calibri"/>
              <a:cs typeface="Calibri"/>
              <a:sym typeface="Calibri"/>
            </a:endParaRPr>
          </a:p>
        </p:txBody>
      </p:sp>
      <p:pic>
        <p:nvPicPr>
          <p:cNvPr descr="preencoded.png" id="203" name="Google Shape;203;p22"/>
          <p:cNvPicPr preferRelativeResize="0"/>
          <p:nvPr/>
        </p:nvPicPr>
        <p:blipFill rotWithShape="1">
          <a:blip r:embed="rId3">
            <a:alphaModFix amt="55000"/>
          </a:blip>
          <a:srcRect b="0" l="0" r="0" t="0"/>
          <a:stretch/>
        </p:blipFill>
        <p:spPr>
          <a:xfrm>
            <a:off x="807244" y="1932980"/>
            <a:ext cx="190500" cy="190500"/>
          </a:xfrm>
          <a:prstGeom prst="rect">
            <a:avLst/>
          </a:prstGeom>
          <a:noFill/>
          <a:ln>
            <a:noFill/>
          </a:ln>
        </p:spPr>
      </p:pic>
      <p:sp>
        <p:nvSpPr>
          <p:cNvPr id="204" name="Google Shape;204;p22"/>
          <p:cNvSpPr/>
          <p:nvPr/>
        </p:nvSpPr>
        <p:spPr>
          <a:xfrm>
            <a:off x="1093002" y="1932975"/>
            <a:ext cx="2995200" cy="198900"/>
          </a:xfrm>
          <a:prstGeom prst="rect">
            <a:avLst/>
          </a:prstGeom>
          <a:noFill/>
          <a:ln>
            <a:noFill/>
          </a:ln>
        </p:spPr>
        <p:txBody>
          <a:bodyPr anchorCtr="0" anchor="t" bIns="12700" lIns="12700" spcFirstLastPara="1" rIns="12700" wrap="square" tIns="12700">
            <a:noAutofit/>
          </a:bodyPr>
          <a:lstStyle/>
          <a:p>
            <a:pPr indent="0" lvl="0" marL="0" marR="0" rtl="0" algn="l">
              <a:lnSpc>
                <a:spcPct val="135000"/>
              </a:lnSpc>
              <a:spcBef>
                <a:spcPts val="0"/>
              </a:spcBef>
              <a:spcAft>
                <a:spcPts val="0"/>
              </a:spcAft>
              <a:buClr>
                <a:srgbClr val="64748B"/>
              </a:buClr>
              <a:buSzPts val="1100"/>
              <a:buFont typeface="Plus Jakarta Sans"/>
              <a:buNone/>
            </a:pPr>
            <a:r>
              <a:rPr b="0" i="0" lang="en" sz="1100" u="none" cap="none" strike="noStrike">
                <a:solidFill>
                  <a:srgbClr val="64748B"/>
                </a:solidFill>
                <a:latin typeface="Plus Jakarta Sans"/>
                <a:ea typeface="Plus Jakarta Sans"/>
                <a:cs typeface="Plus Jakarta Sans"/>
                <a:sym typeface="Plus Jakarta Sans"/>
              </a:rPr>
              <a:t>Respuestas lentas y fuera de horario.</a:t>
            </a:r>
            <a:endParaRPr b="0" i="0" sz="1100" u="none" cap="none" strike="noStrike">
              <a:solidFill>
                <a:schemeClr val="dk1"/>
              </a:solidFill>
              <a:latin typeface="Calibri"/>
              <a:ea typeface="Calibri"/>
              <a:cs typeface="Calibri"/>
              <a:sym typeface="Calibri"/>
            </a:endParaRPr>
          </a:p>
        </p:txBody>
      </p:sp>
      <p:pic>
        <p:nvPicPr>
          <p:cNvPr descr="preencoded.png" id="205" name="Google Shape;205;p22"/>
          <p:cNvPicPr preferRelativeResize="0"/>
          <p:nvPr/>
        </p:nvPicPr>
        <p:blipFill rotWithShape="1">
          <a:blip r:embed="rId3">
            <a:alphaModFix amt="55000"/>
          </a:blip>
          <a:srcRect b="0" l="0" r="0" t="0"/>
          <a:stretch/>
        </p:blipFill>
        <p:spPr>
          <a:xfrm>
            <a:off x="807244" y="2266355"/>
            <a:ext cx="190500" cy="190500"/>
          </a:xfrm>
          <a:prstGeom prst="rect">
            <a:avLst/>
          </a:prstGeom>
          <a:noFill/>
          <a:ln>
            <a:noFill/>
          </a:ln>
        </p:spPr>
      </p:pic>
      <p:sp>
        <p:nvSpPr>
          <p:cNvPr id="206" name="Google Shape;206;p22"/>
          <p:cNvSpPr/>
          <p:nvPr/>
        </p:nvSpPr>
        <p:spPr>
          <a:xfrm>
            <a:off x="1093002" y="2266350"/>
            <a:ext cx="3190800" cy="198900"/>
          </a:xfrm>
          <a:prstGeom prst="rect">
            <a:avLst/>
          </a:prstGeom>
          <a:noFill/>
          <a:ln>
            <a:noFill/>
          </a:ln>
        </p:spPr>
        <p:txBody>
          <a:bodyPr anchorCtr="0" anchor="t" bIns="12700" lIns="12700" spcFirstLastPara="1" rIns="12700" wrap="square" tIns="12700">
            <a:noAutofit/>
          </a:bodyPr>
          <a:lstStyle/>
          <a:p>
            <a:pPr indent="0" lvl="0" marL="0" marR="0" rtl="0" algn="l">
              <a:lnSpc>
                <a:spcPct val="135000"/>
              </a:lnSpc>
              <a:spcBef>
                <a:spcPts val="0"/>
              </a:spcBef>
              <a:spcAft>
                <a:spcPts val="0"/>
              </a:spcAft>
              <a:buClr>
                <a:srgbClr val="64748B"/>
              </a:buClr>
              <a:buSzPts val="1100"/>
              <a:buFont typeface="Plus Jakarta Sans"/>
              <a:buNone/>
            </a:pPr>
            <a:r>
              <a:rPr b="0" i="0" lang="en" sz="1100" u="none" cap="none" strike="noStrike">
                <a:solidFill>
                  <a:srgbClr val="64748B"/>
                </a:solidFill>
                <a:latin typeface="Plus Jakarta Sans"/>
                <a:ea typeface="Plus Jakarta Sans"/>
                <a:cs typeface="Plus Jakarta Sans"/>
                <a:sym typeface="Plus Jakarta Sans"/>
              </a:rPr>
              <a:t>Leads que se enfrían sin seguimiento.</a:t>
            </a:r>
            <a:endParaRPr b="0" i="0" sz="1100" u="none" cap="none" strike="noStrike">
              <a:solidFill>
                <a:schemeClr val="dk1"/>
              </a:solidFill>
              <a:latin typeface="Calibri"/>
              <a:ea typeface="Calibri"/>
              <a:cs typeface="Calibri"/>
              <a:sym typeface="Calibri"/>
            </a:endParaRPr>
          </a:p>
        </p:txBody>
      </p:sp>
      <p:pic>
        <p:nvPicPr>
          <p:cNvPr descr="preencoded.png" id="207" name="Google Shape;207;p22"/>
          <p:cNvPicPr preferRelativeResize="0"/>
          <p:nvPr/>
        </p:nvPicPr>
        <p:blipFill rotWithShape="1">
          <a:blip r:embed="rId3">
            <a:alphaModFix amt="55000"/>
          </a:blip>
          <a:srcRect b="0" l="0" r="0" t="0"/>
          <a:stretch/>
        </p:blipFill>
        <p:spPr>
          <a:xfrm>
            <a:off x="807244" y="2599730"/>
            <a:ext cx="190500" cy="190500"/>
          </a:xfrm>
          <a:prstGeom prst="rect">
            <a:avLst/>
          </a:prstGeom>
          <a:noFill/>
          <a:ln>
            <a:noFill/>
          </a:ln>
        </p:spPr>
      </p:pic>
      <p:sp>
        <p:nvSpPr>
          <p:cNvPr id="208" name="Google Shape;208;p22"/>
          <p:cNvSpPr/>
          <p:nvPr/>
        </p:nvSpPr>
        <p:spPr>
          <a:xfrm>
            <a:off x="1093002" y="2599725"/>
            <a:ext cx="3276600" cy="198900"/>
          </a:xfrm>
          <a:prstGeom prst="rect">
            <a:avLst/>
          </a:prstGeom>
          <a:noFill/>
          <a:ln>
            <a:noFill/>
          </a:ln>
        </p:spPr>
        <p:txBody>
          <a:bodyPr anchorCtr="0" anchor="t" bIns="12700" lIns="12700" spcFirstLastPara="1" rIns="12700" wrap="square" tIns="12700">
            <a:noAutofit/>
          </a:bodyPr>
          <a:lstStyle/>
          <a:p>
            <a:pPr indent="0" lvl="0" marL="0" marR="0" rtl="0" algn="l">
              <a:lnSpc>
                <a:spcPct val="135000"/>
              </a:lnSpc>
              <a:spcBef>
                <a:spcPts val="0"/>
              </a:spcBef>
              <a:spcAft>
                <a:spcPts val="0"/>
              </a:spcAft>
              <a:buClr>
                <a:srgbClr val="64748B"/>
              </a:buClr>
              <a:buSzPts val="1100"/>
              <a:buFont typeface="Plus Jakarta Sans"/>
              <a:buNone/>
            </a:pPr>
            <a:r>
              <a:rPr b="0" i="0" lang="en" sz="1100" u="none" cap="none" strike="noStrike">
                <a:solidFill>
                  <a:srgbClr val="64748B"/>
                </a:solidFill>
                <a:latin typeface="Plus Jakarta Sans"/>
                <a:ea typeface="Plus Jakarta Sans"/>
                <a:cs typeface="Plus Jakarta Sans"/>
                <a:sym typeface="Plus Jakarta Sans"/>
              </a:rPr>
              <a:t>Equipo saturado en tareas repetitivas.</a:t>
            </a:r>
            <a:endParaRPr b="0" i="0" sz="1100" u="none" cap="none" strike="noStrike">
              <a:solidFill>
                <a:schemeClr val="dk1"/>
              </a:solidFill>
              <a:latin typeface="Calibri"/>
              <a:ea typeface="Calibri"/>
              <a:cs typeface="Calibri"/>
              <a:sym typeface="Calibri"/>
            </a:endParaRPr>
          </a:p>
        </p:txBody>
      </p:sp>
      <p:pic>
        <p:nvPicPr>
          <p:cNvPr descr="preencoded.png" id="209" name="Google Shape;209;p22"/>
          <p:cNvPicPr preferRelativeResize="0"/>
          <p:nvPr/>
        </p:nvPicPr>
        <p:blipFill rotWithShape="1">
          <a:blip r:embed="rId3">
            <a:alphaModFix amt="55000"/>
          </a:blip>
          <a:srcRect b="0" l="0" r="0" t="0"/>
          <a:stretch/>
        </p:blipFill>
        <p:spPr>
          <a:xfrm>
            <a:off x="807244" y="2933105"/>
            <a:ext cx="190500" cy="190500"/>
          </a:xfrm>
          <a:prstGeom prst="rect">
            <a:avLst/>
          </a:prstGeom>
          <a:noFill/>
          <a:ln>
            <a:noFill/>
          </a:ln>
        </p:spPr>
      </p:pic>
      <p:sp>
        <p:nvSpPr>
          <p:cNvPr id="210" name="Google Shape;210;p22"/>
          <p:cNvSpPr/>
          <p:nvPr/>
        </p:nvSpPr>
        <p:spPr>
          <a:xfrm>
            <a:off x="1093001" y="2933100"/>
            <a:ext cx="3073500" cy="198900"/>
          </a:xfrm>
          <a:prstGeom prst="rect">
            <a:avLst/>
          </a:prstGeom>
          <a:noFill/>
          <a:ln>
            <a:noFill/>
          </a:ln>
        </p:spPr>
        <p:txBody>
          <a:bodyPr anchorCtr="0" anchor="t" bIns="12700" lIns="12700" spcFirstLastPara="1" rIns="12700" wrap="square" tIns="12700">
            <a:noAutofit/>
          </a:bodyPr>
          <a:lstStyle/>
          <a:p>
            <a:pPr indent="0" lvl="0" marL="0" marR="0" rtl="0" algn="l">
              <a:lnSpc>
                <a:spcPct val="135000"/>
              </a:lnSpc>
              <a:spcBef>
                <a:spcPts val="0"/>
              </a:spcBef>
              <a:spcAft>
                <a:spcPts val="0"/>
              </a:spcAft>
              <a:buClr>
                <a:srgbClr val="64748B"/>
              </a:buClr>
              <a:buSzPts val="1100"/>
              <a:buFont typeface="Plus Jakarta Sans"/>
              <a:buNone/>
            </a:pPr>
            <a:r>
              <a:rPr b="0" i="0" lang="en" sz="1100" u="none" cap="none" strike="noStrike">
                <a:solidFill>
                  <a:srgbClr val="64748B"/>
                </a:solidFill>
                <a:latin typeface="Plus Jakarta Sans"/>
                <a:ea typeface="Plus Jakarta Sans"/>
                <a:cs typeface="Plus Jakarta Sans"/>
                <a:sym typeface="Plus Jakarta Sans"/>
              </a:rPr>
              <a:t>Sin visibilidad de lo que pasa en el chat.</a:t>
            </a:r>
            <a:endParaRPr b="0" i="0" sz="1100" u="none" cap="none" strike="noStrike">
              <a:solidFill>
                <a:schemeClr val="dk1"/>
              </a:solidFill>
              <a:latin typeface="Calibri"/>
              <a:ea typeface="Calibri"/>
              <a:cs typeface="Calibri"/>
              <a:sym typeface="Calibri"/>
            </a:endParaRPr>
          </a:p>
        </p:txBody>
      </p:sp>
      <p:sp>
        <p:nvSpPr>
          <p:cNvPr id="211" name="Google Shape;211;p22"/>
          <p:cNvSpPr/>
          <p:nvPr/>
        </p:nvSpPr>
        <p:spPr>
          <a:xfrm>
            <a:off x="4686300" y="1371004"/>
            <a:ext cx="3886200" cy="3143846"/>
          </a:xfrm>
          <a:prstGeom prst="roundRect">
            <a:avLst>
              <a:gd fmla="val 4242" name="adj"/>
            </a:avLst>
          </a:prstGeom>
          <a:solidFill>
            <a:srgbClr val="437AEF"/>
          </a:solidFill>
          <a:ln>
            <a:noFill/>
          </a:ln>
          <a:effectLst>
            <a:outerShdw blurRad="304800" rotWithShape="0" algn="bl" dir="5400000" dist="114300">
              <a:srgbClr val="437AEF">
                <a:alpha val="27843"/>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12" name="Google Shape;212;p22"/>
          <p:cNvSpPr/>
          <p:nvPr/>
        </p:nvSpPr>
        <p:spPr>
          <a:xfrm>
            <a:off x="4914900" y="1599604"/>
            <a:ext cx="3531870" cy="1643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900"/>
              <a:buFont typeface="Plus Jakarta Sans"/>
              <a:buNone/>
            </a:pPr>
            <a:r>
              <a:rPr b="1" i="0" lang="en" sz="900" u="none" cap="none" strike="noStrike">
                <a:solidFill>
                  <a:srgbClr val="FFFFFF"/>
                </a:solidFill>
                <a:latin typeface="Plus Jakarta Sans"/>
                <a:ea typeface="Plus Jakarta Sans"/>
                <a:cs typeface="Plus Jakarta Sans"/>
                <a:sym typeface="Plus Jakarta Sans"/>
              </a:rPr>
              <a:t>CON VAMBE</a:t>
            </a:r>
            <a:endParaRPr b="0" i="0" sz="900" u="none" cap="none" strike="noStrike">
              <a:solidFill>
                <a:schemeClr val="dk1"/>
              </a:solidFill>
              <a:latin typeface="Calibri"/>
              <a:ea typeface="Calibri"/>
              <a:cs typeface="Calibri"/>
              <a:sym typeface="Calibri"/>
            </a:endParaRPr>
          </a:p>
        </p:txBody>
      </p:sp>
      <p:sp>
        <p:nvSpPr>
          <p:cNvPr id="213" name="Google Shape;213;p22"/>
          <p:cNvSpPr/>
          <p:nvPr/>
        </p:nvSpPr>
        <p:spPr>
          <a:xfrm>
            <a:off x="5200650" y="1925825"/>
            <a:ext cx="2913300" cy="199200"/>
          </a:xfrm>
          <a:prstGeom prst="rect">
            <a:avLst/>
          </a:prstGeom>
          <a:noFill/>
          <a:ln>
            <a:noFill/>
          </a:ln>
        </p:spPr>
        <p:txBody>
          <a:bodyPr anchorCtr="0" anchor="t" bIns="12700" lIns="12700" spcFirstLastPara="1" rIns="12700" wrap="square" tIns="12700">
            <a:noAutofit/>
          </a:bodyPr>
          <a:lstStyle/>
          <a:p>
            <a:pPr indent="0" lvl="0" marL="0" marR="0" rtl="0" algn="l">
              <a:lnSpc>
                <a:spcPct val="135000"/>
              </a:lnSpc>
              <a:spcBef>
                <a:spcPts val="0"/>
              </a:spcBef>
              <a:spcAft>
                <a:spcPts val="0"/>
              </a:spcAft>
              <a:buClr>
                <a:srgbClr val="FFFFFF"/>
              </a:buClr>
              <a:buSzPts val="1100"/>
              <a:buFont typeface="Plus Jakarta Sans"/>
              <a:buNone/>
            </a:pPr>
            <a:r>
              <a:rPr b="0" i="0" lang="en" sz="1100" u="none" cap="none" strike="noStrike">
                <a:solidFill>
                  <a:srgbClr val="FFFFFF"/>
                </a:solidFill>
                <a:latin typeface="Plus Jakarta Sans"/>
                <a:ea typeface="Plus Jakarta Sans"/>
                <a:cs typeface="Plus Jakarta Sans"/>
                <a:sym typeface="Plus Jakarta Sans"/>
              </a:rPr>
              <a:t>Respuesta inmediata, las 24 horas.</a:t>
            </a:r>
            <a:endParaRPr b="0" i="0" sz="1100" u="none" cap="none" strike="noStrike">
              <a:solidFill>
                <a:schemeClr val="dk1"/>
              </a:solidFill>
              <a:latin typeface="Calibri"/>
              <a:ea typeface="Calibri"/>
              <a:cs typeface="Calibri"/>
              <a:sym typeface="Calibri"/>
            </a:endParaRPr>
          </a:p>
        </p:txBody>
      </p:sp>
      <p:sp>
        <p:nvSpPr>
          <p:cNvPr id="214" name="Google Shape;214;p22"/>
          <p:cNvSpPr/>
          <p:nvPr/>
        </p:nvSpPr>
        <p:spPr>
          <a:xfrm>
            <a:off x="5200650" y="2259200"/>
            <a:ext cx="3276600" cy="199200"/>
          </a:xfrm>
          <a:prstGeom prst="rect">
            <a:avLst/>
          </a:prstGeom>
          <a:noFill/>
          <a:ln>
            <a:noFill/>
          </a:ln>
        </p:spPr>
        <p:txBody>
          <a:bodyPr anchorCtr="0" anchor="t" bIns="12700" lIns="12700" spcFirstLastPara="1" rIns="12700" wrap="square" tIns="12700">
            <a:noAutofit/>
          </a:bodyPr>
          <a:lstStyle/>
          <a:p>
            <a:pPr indent="0" lvl="0" marL="0" marR="0" rtl="0" algn="l">
              <a:lnSpc>
                <a:spcPct val="135000"/>
              </a:lnSpc>
              <a:spcBef>
                <a:spcPts val="0"/>
              </a:spcBef>
              <a:spcAft>
                <a:spcPts val="0"/>
              </a:spcAft>
              <a:buClr>
                <a:srgbClr val="FFFFFF"/>
              </a:buClr>
              <a:buSzPts val="1100"/>
              <a:buFont typeface="Plus Jakarta Sans"/>
              <a:buNone/>
            </a:pPr>
            <a:r>
              <a:rPr b="0" i="0" lang="en" sz="1100" u="none" cap="none" strike="noStrike">
                <a:solidFill>
                  <a:srgbClr val="FFFFFF"/>
                </a:solidFill>
                <a:latin typeface="Plus Jakarta Sans"/>
                <a:ea typeface="Plus Jakarta Sans"/>
                <a:cs typeface="Plus Jakarta Sans"/>
                <a:sym typeface="Plus Jakarta Sans"/>
              </a:rPr>
              <a:t>Seguimiento automático de cada lead.</a:t>
            </a:r>
            <a:endParaRPr b="0" i="0" sz="1100" u="none" cap="none" strike="noStrike">
              <a:solidFill>
                <a:schemeClr val="dk1"/>
              </a:solidFill>
              <a:latin typeface="Calibri"/>
              <a:ea typeface="Calibri"/>
              <a:cs typeface="Calibri"/>
              <a:sym typeface="Calibri"/>
            </a:endParaRPr>
          </a:p>
        </p:txBody>
      </p:sp>
      <p:sp>
        <p:nvSpPr>
          <p:cNvPr id="215" name="Google Shape;215;p22"/>
          <p:cNvSpPr/>
          <p:nvPr/>
        </p:nvSpPr>
        <p:spPr>
          <a:xfrm>
            <a:off x="5200650" y="2592575"/>
            <a:ext cx="3038400" cy="199200"/>
          </a:xfrm>
          <a:prstGeom prst="rect">
            <a:avLst/>
          </a:prstGeom>
          <a:noFill/>
          <a:ln>
            <a:noFill/>
          </a:ln>
        </p:spPr>
        <p:txBody>
          <a:bodyPr anchorCtr="0" anchor="t" bIns="12700" lIns="12700" spcFirstLastPara="1" rIns="12700" wrap="square" tIns="12700">
            <a:noAutofit/>
          </a:bodyPr>
          <a:lstStyle/>
          <a:p>
            <a:pPr indent="0" lvl="0" marL="0" marR="0" rtl="0" algn="l">
              <a:lnSpc>
                <a:spcPct val="135000"/>
              </a:lnSpc>
              <a:spcBef>
                <a:spcPts val="0"/>
              </a:spcBef>
              <a:spcAft>
                <a:spcPts val="0"/>
              </a:spcAft>
              <a:buClr>
                <a:srgbClr val="FFFFFF"/>
              </a:buClr>
              <a:buSzPts val="1100"/>
              <a:buFont typeface="Plus Jakarta Sans"/>
              <a:buNone/>
            </a:pPr>
            <a:r>
              <a:rPr b="0" i="0" lang="en" sz="1100" u="none" cap="none" strike="noStrike">
                <a:solidFill>
                  <a:srgbClr val="FFFFFF"/>
                </a:solidFill>
                <a:latin typeface="Plus Jakarta Sans"/>
                <a:ea typeface="Plus Jakarta Sans"/>
                <a:cs typeface="Plus Jakarta Sans"/>
                <a:sym typeface="Plus Jakarta Sans"/>
              </a:rPr>
              <a:t>El equipo se enfoca en lo estratégico.</a:t>
            </a:r>
            <a:endParaRPr b="0" i="0" sz="1100" u="none" cap="none" strike="noStrike">
              <a:solidFill>
                <a:schemeClr val="dk1"/>
              </a:solidFill>
              <a:latin typeface="Calibri"/>
              <a:ea typeface="Calibri"/>
              <a:cs typeface="Calibri"/>
              <a:sym typeface="Calibri"/>
            </a:endParaRPr>
          </a:p>
        </p:txBody>
      </p:sp>
      <p:sp>
        <p:nvSpPr>
          <p:cNvPr id="216" name="Google Shape;216;p22"/>
          <p:cNvSpPr/>
          <p:nvPr/>
        </p:nvSpPr>
        <p:spPr>
          <a:xfrm>
            <a:off x="5200650" y="2925950"/>
            <a:ext cx="3147900" cy="199200"/>
          </a:xfrm>
          <a:prstGeom prst="rect">
            <a:avLst/>
          </a:prstGeom>
          <a:noFill/>
          <a:ln>
            <a:noFill/>
          </a:ln>
        </p:spPr>
        <p:txBody>
          <a:bodyPr anchorCtr="0" anchor="t" bIns="12700" lIns="12700" spcFirstLastPara="1" rIns="12700" wrap="square" tIns="12700">
            <a:noAutofit/>
          </a:bodyPr>
          <a:lstStyle/>
          <a:p>
            <a:pPr indent="0" lvl="0" marL="0" marR="0" rtl="0" algn="l">
              <a:lnSpc>
                <a:spcPct val="135000"/>
              </a:lnSpc>
              <a:spcBef>
                <a:spcPts val="0"/>
              </a:spcBef>
              <a:spcAft>
                <a:spcPts val="0"/>
              </a:spcAft>
              <a:buClr>
                <a:srgbClr val="FFFFFF"/>
              </a:buClr>
              <a:buSzPts val="1100"/>
              <a:buFont typeface="Plus Jakarta Sans"/>
              <a:buNone/>
            </a:pPr>
            <a:r>
              <a:rPr b="0" i="0" lang="en" sz="1100" u="none" cap="none" strike="noStrike">
                <a:solidFill>
                  <a:srgbClr val="FFFFFF"/>
                </a:solidFill>
                <a:latin typeface="Plus Jakarta Sans"/>
                <a:ea typeface="Plus Jakarta Sans"/>
                <a:cs typeface="Plus Jakarta Sans"/>
                <a:sym typeface="Plus Jakarta Sans"/>
              </a:rPr>
              <a:t>Datos y trazabilidad de cada conversación.</a:t>
            </a:r>
            <a:endParaRPr b="0" i="0" sz="1100" u="none" cap="none" strike="noStrike">
              <a:solidFill>
                <a:schemeClr val="dk1"/>
              </a:solidFill>
              <a:latin typeface="Calibri"/>
              <a:ea typeface="Calibri"/>
              <a:cs typeface="Calibri"/>
              <a:sym typeface="Calibri"/>
            </a:endParaRPr>
          </a:p>
        </p:txBody>
      </p:sp>
      <p:pic>
        <p:nvPicPr>
          <p:cNvPr descr="preencoded.png" id="217" name="Google Shape;217;p22"/>
          <p:cNvPicPr preferRelativeResize="0"/>
          <p:nvPr/>
        </p:nvPicPr>
        <p:blipFill rotWithShape="1">
          <a:blip r:embed="rId4">
            <a:alphaModFix/>
          </a:blip>
          <a:srcRect b="0" l="0" r="0" t="0"/>
          <a:stretch/>
        </p:blipFill>
        <p:spPr>
          <a:xfrm>
            <a:off x="571500" y="4767263"/>
            <a:ext cx="664369" cy="128588"/>
          </a:xfrm>
          <a:prstGeom prst="rect">
            <a:avLst/>
          </a:prstGeom>
          <a:noFill/>
          <a:ln>
            <a:noFill/>
          </a:ln>
        </p:spPr>
      </p:pic>
      <p:sp>
        <p:nvSpPr>
          <p:cNvPr id="218" name="Google Shape;218;p22"/>
          <p:cNvSpPr/>
          <p:nvPr/>
        </p:nvSpPr>
        <p:spPr>
          <a:xfrm>
            <a:off x="8466200" y="4777978"/>
            <a:ext cx="144401" cy="1262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94A3B8"/>
              </a:buClr>
              <a:buSzPts val="700"/>
              <a:buFont typeface="Plus Jakarta Sans"/>
              <a:buNone/>
            </a:pPr>
            <a:r>
              <a:rPr b="1" i="0" lang="en" sz="700" u="none" cap="none" strike="noStrike">
                <a:solidFill>
                  <a:srgbClr val="94A3B8"/>
                </a:solidFill>
                <a:latin typeface="Plus Jakarta Sans"/>
                <a:ea typeface="Plus Jakarta Sans"/>
                <a:cs typeface="Plus Jakarta Sans"/>
                <a:sym typeface="Plus Jakarta Sans"/>
              </a:rPr>
              <a:t>07</a:t>
            </a:r>
            <a:endParaRPr b="0" i="0" sz="700" u="none" cap="none" strike="noStrike">
              <a:solidFill>
                <a:schemeClr val="dk1"/>
              </a:solidFill>
              <a:latin typeface="Calibri"/>
              <a:ea typeface="Calibri"/>
              <a:cs typeface="Calibri"/>
              <a:sym typeface="Calibri"/>
            </a:endParaRPr>
          </a:p>
        </p:txBody>
      </p:sp>
      <p:sp>
        <p:nvSpPr>
          <p:cNvPr id="219" name="Google Shape;219;p22"/>
          <p:cNvSpPr/>
          <p:nvPr/>
        </p:nvSpPr>
        <p:spPr>
          <a:xfrm>
            <a:off x="4914906" y="1937182"/>
            <a:ext cx="190488" cy="190488"/>
          </a:xfrm>
          <a:custGeom>
            <a:rect b="b" l="l" r="r" t="t"/>
            <a:pathLst>
              <a:path extrusionOk="0" h="4800" w="4800">
                <a:moveTo>
                  <a:pt x="500" y="0"/>
                </a:moveTo>
                <a:lnTo>
                  <a:pt x="4300" y="0"/>
                </a:lnTo>
                <a:cubicBezTo>
                  <a:pt x="4576" y="0"/>
                  <a:pt x="4800" y="224"/>
                  <a:pt x="4800" y="500"/>
                </a:cubicBezTo>
                <a:lnTo>
                  <a:pt x="4800" y="4300"/>
                </a:lnTo>
                <a:cubicBezTo>
                  <a:pt x="4800" y="4576"/>
                  <a:pt x="4576" y="4800"/>
                  <a:pt x="4300" y="4800"/>
                </a:cubicBezTo>
                <a:lnTo>
                  <a:pt x="500" y="4800"/>
                </a:lnTo>
                <a:cubicBezTo>
                  <a:pt x="224" y="4800"/>
                  <a:pt x="0" y="4576"/>
                  <a:pt x="0" y="4300"/>
                </a:cubicBezTo>
                <a:lnTo>
                  <a:pt x="0" y="500"/>
                </a:lnTo>
                <a:cubicBezTo>
                  <a:pt x="0" y="224"/>
                  <a:pt x="224" y="0"/>
                  <a:pt x="500" y="0"/>
                </a:cubicBezTo>
                <a:close/>
              </a:path>
            </a:pathLst>
          </a:custGeom>
          <a:solidFill>
            <a:schemeClr val="lt1"/>
          </a:solidFill>
          <a:ln>
            <a:noFill/>
          </a:ln>
        </p:spPr>
        <p:txBody>
          <a:bodyPr anchorCtr="0" anchor="t" bIns="4250" lIns="8500" spcFirstLastPara="1" rIns="8500" wrap="square" tIns="4250">
            <a:noAutofit/>
          </a:bodyPr>
          <a:lstStyle/>
          <a:p>
            <a:pPr indent="0" lvl="0" marL="0" marR="0" rtl="0" algn="l">
              <a:spcBef>
                <a:spcPts val="0"/>
              </a:spcBef>
              <a:spcAft>
                <a:spcPts val="0"/>
              </a:spcAft>
              <a:buNone/>
            </a:pPr>
            <a:r>
              <a:t/>
            </a:r>
            <a:endParaRPr sz="174">
              <a:solidFill>
                <a:schemeClr val="dk1"/>
              </a:solidFill>
              <a:latin typeface="Calibri"/>
              <a:ea typeface="Calibri"/>
              <a:cs typeface="Calibri"/>
              <a:sym typeface="Calibri"/>
            </a:endParaRPr>
          </a:p>
        </p:txBody>
      </p:sp>
      <p:sp>
        <p:nvSpPr>
          <p:cNvPr id="220" name="Google Shape;220;p22"/>
          <p:cNvSpPr/>
          <p:nvPr/>
        </p:nvSpPr>
        <p:spPr>
          <a:xfrm>
            <a:off x="4914906" y="1937182"/>
            <a:ext cx="190488" cy="190488"/>
          </a:xfrm>
          <a:custGeom>
            <a:rect b="b" l="l" r="r" t="t"/>
            <a:pathLst>
              <a:path extrusionOk="0" fill="none" h="4800" w="4800">
                <a:moveTo>
                  <a:pt x="1300" y="2300"/>
                </a:moveTo>
                <a:lnTo>
                  <a:pt x="2072" y="3200"/>
                </a:lnTo>
                <a:lnTo>
                  <a:pt x="3500" y="1400"/>
                </a:lnTo>
              </a:path>
            </a:pathLst>
          </a:custGeom>
          <a:noFill/>
          <a:ln cap="rnd" cmpd="sng" w="11925">
            <a:solidFill>
              <a:srgbClr val="006BFE"/>
            </a:solidFill>
            <a:prstDash val="solid"/>
            <a:round/>
            <a:headEnd len="sm" w="sm" type="none"/>
            <a:tailEnd len="sm" w="sm" type="none"/>
          </a:ln>
        </p:spPr>
        <p:txBody>
          <a:bodyPr anchorCtr="0" anchor="t" bIns="4250" lIns="8500" spcFirstLastPara="1" rIns="8500" wrap="square" tIns="4250">
            <a:noAutofit/>
          </a:bodyPr>
          <a:lstStyle/>
          <a:p>
            <a:pPr indent="0" lvl="0" marL="0" marR="0" rtl="0" algn="l">
              <a:spcBef>
                <a:spcPts val="0"/>
              </a:spcBef>
              <a:spcAft>
                <a:spcPts val="0"/>
              </a:spcAft>
              <a:buNone/>
            </a:pPr>
            <a:r>
              <a:t/>
            </a:r>
            <a:endParaRPr sz="174">
              <a:solidFill>
                <a:schemeClr val="dk1"/>
              </a:solidFill>
              <a:latin typeface="Calibri"/>
              <a:ea typeface="Calibri"/>
              <a:cs typeface="Calibri"/>
              <a:sym typeface="Calibri"/>
            </a:endParaRPr>
          </a:p>
        </p:txBody>
      </p:sp>
      <p:sp>
        <p:nvSpPr>
          <p:cNvPr id="221" name="Google Shape;221;p22"/>
          <p:cNvSpPr/>
          <p:nvPr/>
        </p:nvSpPr>
        <p:spPr>
          <a:xfrm>
            <a:off x="4914906" y="2259207"/>
            <a:ext cx="190488" cy="190488"/>
          </a:xfrm>
          <a:custGeom>
            <a:rect b="b" l="l" r="r" t="t"/>
            <a:pathLst>
              <a:path extrusionOk="0" h="4800" w="4800">
                <a:moveTo>
                  <a:pt x="500" y="0"/>
                </a:moveTo>
                <a:lnTo>
                  <a:pt x="4300" y="0"/>
                </a:lnTo>
                <a:cubicBezTo>
                  <a:pt x="4576" y="0"/>
                  <a:pt x="4800" y="224"/>
                  <a:pt x="4800" y="500"/>
                </a:cubicBezTo>
                <a:lnTo>
                  <a:pt x="4800" y="4300"/>
                </a:lnTo>
                <a:cubicBezTo>
                  <a:pt x="4800" y="4576"/>
                  <a:pt x="4576" y="4800"/>
                  <a:pt x="4300" y="4800"/>
                </a:cubicBezTo>
                <a:lnTo>
                  <a:pt x="500" y="4800"/>
                </a:lnTo>
                <a:cubicBezTo>
                  <a:pt x="224" y="4800"/>
                  <a:pt x="0" y="4576"/>
                  <a:pt x="0" y="4300"/>
                </a:cubicBezTo>
                <a:lnTo>
                  <a:pt x="0" y="500"/>
                </a:lnTo>
                <a:cubicBezTo>
                  <a:pt x="0" y="224"/>
                  <a:pt x="224" y="0"/>
                  <a:pt x="500" y="0"/>
                </a:cubicBezTo>
                <a:close/>
              </a:path>
            </a:pathLst>
          </a:custGeom>
          <a:solidFill>
            <a:schemeClr val="lt1"/>
          </a:solidFill>
          <a:ln>
            <a:noFill/>
          </a:ln>
        </p:spPr>
        <p:txBody>
          <a:bodyPr anchorCtr="0" anchor="t" bIns="4250" lIns="8500" spcFirstLastPara="1" rIns="8500" wrap="square" tIns="4250">
            <a:noAutofit/>
          </a:bodyPr>
          <a:lstStyle/>
          <a:p>
            <a:pPr indent="0" lvl="0" marL="0" marR="0" rtl="0" algn="l">
              <a:spcBef>
                <a:spcPts val="0"/>
              </a:spcBef>
              <a:spcAft>
                <a:spcPts val="0"/>
              </a:spcAft>
              <a:buNone/>
            </a:pPr>
            <a:r>
              <a:t/>
            </a:r>
            <a:endParaRPr sz="174">
              <a:solidFill>
                <a:schemeClr val="dk1"/>
              </a:solidFill>
              <a:latin typeface="Calibri"/>
              <a:ea typeface="Calibri"/>
              <a:cs typeface="Calibri"/>
              <a:sym typeface="Calibri"/>
            </a:endParaRPr>
          </a:p>
        </p:txBody>
      </p:sp>
      <p:sp>
        <p:nvSpPr>
          <p:cNvPr id="222" name="Google Shape;222;p22"/>
          <p:cNvSpPr/>
          <p:nvPr/>
        </p:nvSpPr>
        <p:spPr>
          <a:xfrm>
            <a:off x="4914906" y="2259207"/>
            <a:ext cx="190488" cy="190488"/>
          </a:xfrm>
          <a:custGeom>
            <a:rect b="b" l="l" r="r" t="t"/>
            <a:pathLst>
              <a:path extrusionOk="0" fill="none" h="4800" w="4800">
                <a:moveTo>
                  <a:pt x="1300" y="2300"/>
                </a:moveTo>
                <a:lnTo>
                  <a:pt x="2072" y="3200"/>
                </a:lnTo>
                <a:lnTo>
                  <a:pt x="3500" y="1400"/>
                </a:lnTo>
              </a:path>
            </a:pathLst>
          </a:custGeom>
          <a:noFill/>
          <a:ln cap="rnd" cmpd="sng" w="11925">
            <a:solidFill>
              <a:srgbClr val="006BFE"/>
            </a:solidFill>
            <a:prstDash val="solid"/>
            <a:round/>
            <a:headEnd len="sm" w="sm" type="none"/>
            <a:tailEnd len="sm" w="sm" type="none"/>
          </a:ln>
        </p:spPr>
        <p:txBody>
          <a:bodyPr anchorCtr="0" anchor="t" bIns="4250" lIns="8500" spcFirstLastPara="1" rIns="8500" wrap="square" tIns="4250">
            <a:noAutofit/>
          </a:bodyPr>
          <a:lstStyle/>
          <a:p>
            <a:pPr indent="0" lvl="0" marL="0" marR="0" rtl="0" algn="l">
              <a:spcBef>
                <a:spcPts val="0"/>
              </a:spcBef>
              <a:spcAft>
                <a:spcPts val="0"/>
              </a:spcAft>
              <a:buNone/>
            </a:pPr>
            <a:r>
              <a:t/>
            </a:r>
            <a:endParaRPr sz="174">
              <a:solidFill>
                <a:schemeClr val="dk1"/>
              </a:solidFill>
              <a:latin typeface="Calibri"/>
              <a:ea typeface="Calibri"/>
              <a:cs typeface="Calibri"/>
              <a:sym typeface="Calibri"/>
            </a:endParaRPr>
          </a:p>
        </p:txBody>
      </p:sp>
      <p:grpSp>
        <p:nvGrpSpPr>
          <p:cNvPr id="223" name="Google Shape;223;p22"/>
          <p:cNvGrpSpPr/>
          <p:nvPr/>
        </p:nvGrpSpPr>
        <p:grpSpPr>
          <a:xfrm>
            <a:off x="4914906" y="2601790"/>
            <a:ext cx="190488" cy="190488"/>
            <a:chOff x="4914906" y="2581232"/>
            <a:chExt cx="190488" cy="190488"/>
          </a:xfrm>
        </p:grpSpPr>
        <p:sp>
          <p:nvSpPr>
            <p:cNvPr id="224" name="Google Shape;224;p22"/>
            <p:cNvSpPr/>
            <p:nvPr/>
          </p:nvSpPr>
          <p:spPr>
            <a:xfrm>
              <a:off x="4914906" y="2581232"/>
              <a:ext cx="190488" cy="190488"/>
            </a:xfrm>
            <a:custGeom>
              <a:rect b="b" l="l" r="r" t="t"/>
              <a:pathLst>
                <a:path extrusionOk="0" h="4800" w="4800">
                  <a:moveTo>
                    <a:pt x="500" y="0"/>
                  </a:moveTo>
                  <a:lnTo>
                    <a:pt x="4300" y="0"/>
                  </a:lnTo>
                  <a:cubicBezTo>
                    <a:pt x="4576" y="0"/>
                    <a:pt x="4800" y="224"/>
                    <a:pt x="4800" y="500"/>
                  </a:cubicBezTo>
                  <a:lnTo>
                    <a:pt x="4800" y="4300"/>
                  </a:lnTo>
                  <a:cubicBezTo>
                    <a:pt x="4800" y="4576"/>
                    <a:pt x="4576" y="4800"/>
                    <a:pt x="4300" y="4800"/>
                  </a:cubicBezTo>
                  <a:lnTo>
                    <a:pt x="500" y="4800"/>
                  </a:lnTo>
                  <a:cubicBezTo>
                    <a:pt x="224" y="4800"/>
                    <a:pt x="0" y="4576"/>
                    <a:pt x="0" y="4300"/>
                  </a:cubicBezTo>
                  <a:lnTo>
                    <a:pt x="0" y="500"/>
                  </a:lnTo>
                  <a:cubicBezTo>
                    <a:pt x="0" y="224"/>
                    <a:pt x="224" y="0"/>
                    <a:pt x="500" y="0"/>
                  </a:cubicBezTo>
                  <a:close/>
                </a:path>
              </a:pathLst>
            </a:custGeom>
            <a:solidFill>
              <a:schemeClr val="lt1"/>
            </a:solidFill>
            <a:ln>
              <a:noFill/>
            </a:ln>
          </p:spPr>
          <p:txBody>
            <a:bodyPr anchorCtr="0" anchor="t" bIns="4250" lIns="8500" spcFirstLastPara="1" rIns="8500" wrap="square" tIns="4250">
              <a:noAutofit/>
            </a:bodyPr>
            <a:lstStyle/>
            <a:p>
              <a:pPr indent="0" lvl="0" marL="0" marR="0" rtl="0" algn="l">
                <a:spcBef>
                  <a:spcPts val="0"/>
                </a:spcBef>
                <a:spcAft>
                  <a:spcPts val="0"/>
                </a:spcAft>
                <a:buNone/>
              </a:pPr>
              <a:r>
                <a:t/>
              </a:r>
              <a:endParaRPr sz="174">
                <a:solidFill>
                  <a:schemeClr val="dk1"/>
                </a:solidFill>
                <a:latin typeface="Calibri"/>
                <a:ea typeface="Calibri"/>
                <a:cs typeface="Calibri"/>
                <a:sym typeface="Calibri"/>
              </a:endParaRPr>
            </a:p>
          </p:txBody>
        </p:sp>
        <p:sp>
          <p:nvSpPr>
            <p:cNvPr id="225" name="Google Shape;225;p22"/>
            <p:cNvSpPr/>
            <p:nvPr/>
          </p:nvSpPr>
          <p:spPr>
            <a:xfrm>
              <a:off x="4914906" y="2581232"/>
              <a:ext cx="190488" cy="190488"/>
            </a:xfrm>
            <a:custGeom>
              <a:rect b="b" l="l" r="r" t="t"/>
              <a:pathLst>
                <a:path extrusionOk="0" fill="none" h="4800" w="4800">
                  <a:moveTo>
                    <a:pt x="1300" y="2300"/>
                  </a:moveTo>
                  <a:lnTo>
                    <a:pt x="2072" y="3200"/>
                  </a:lnTo>
                  <a:lnTo>
                    <a:pt x="3500" y="1400"/>
                  </a:lnTo>
                </a:path>
              </a:pathLst>
            </a:custGeom>
            <a:noFill/>
            <a:ln cap="rnd" cmpd="sng" w="11925">
              <a:solidFill>
                <a:srgbClr val="006BFE"/>
              </a:solidFill>
              <a:prstDash val="solid"/>
              <a:round/>
              <a:headEnd len="sm" w="sm" type="none"/>
              <a:tailEnd len="sm" w="sm" type="none"/>
            </a:ln>
          </p:spPr>
          <p:txBody>
            <a:bodyPr anchorCtr="0" anchor="t" bIns="4250" lIns="8500" spcFirstLastPara="1" rIns="8500" wrap="square" tIns="4250">
              <a:noAutofit/>
            </a:bodyPr>
            <a:lstStyle/>
            <a:p>
              <a:pPr indent="0" lvl="0" marL="0" marR="0" rtl="0" algn="l">
                <a:spcBef>
                  <a:spcPts val="0"/>
                </a:spcBef>
                <a:spcAft>
                  <a:spcPts val="0"/>
                </a:spcAft>
                <a:buNone/>
              </a:pPr>
              <a:r>
                <a:t/>
              </a:r>
              <a:endParaRPr sz="174">
                <a:solidFill>
                  <a:schemeClr val="dk1"/>
                </a:solidFill>
                <a:latin typeface="Calibri"/>
                <a:ea typeface="Calibri"/>
                <a:cs typeface="Calibri"/>
                <a:sym typeface="Calibri"/>
              </a:endParaRPr>
            </a:p>
          </p:txBody>
        </p:sp>
      </p:grpSp>
      <p:grpSp>
        <p:nvGrpSpPr>
          <p:cNvPr id="226" name="Google Shape;226;p22"/>
          <p:cNvGrpSpPr/>
          <p:nvPr/>
        </p:nvGrpSpPr>
        <p:grpSpPr>
          <a:xfrm>
            <a:off x="4914906" y="2944365"/>
            <a:ext cx="190488" cy="190488"/>
            <a:chOff x="4914906" y="2581232"/>
            <a:chExt cx="190488" cy="190488"/>
          </a:xfrm>
        </p:grpSpPr>
        <p:sp>
          <p:nvSpPr>
            <p:cNvPr id="227" name="Google Shape;227;p22"/>
            <p:cNvSpPr/>
            <p:nvPr/>
          </p:nvSpPr>
          <p:spPr>
            <a:xfrm>
              <a:off x="4914906" y="2581232"/>
              <a:ext cx="190488" cy="190488"/>
            </a:xfrm>
            <a:custGeom>
              <a:rect b="b" l="l" r="r" t="t"/>
              <a:pathLst>
                <a:path extrusionOk="0" h="4800" w="4800">
                  <a:moveTo>
                    <a:pt x="500" y="0"/>
                  </a:moveTo>
                  <a:lnTo>
                    <a:pt x="4300" y="0"/>
                  </a:lnTo>
                  <a:cubicBezTo>
                    <a:pt x="4576" y="0"/>
                    <a:pt x="4800" y="224"/>
                    <a:pt x="4800" y="500"/>
                  </a:cubicBezTo>
                  <a:lnTo>
                    <a:pt x="4800" y="4300"/>
                  </a:lnTo>
                  <a:cubicBezTo>
                    <a:pt x="4800" y="4576"/>
                    <a:pt x="4576" y="4800"/>
                    <a:pt x="4300" y="4800"/>
                  </a:cubicBezTo>
                  <a:lnTo>
                    <a:pt x="500" y="4800"/>
                  </a:lnTo>
                  <a:cubicBezTo>
                    <a:pt x="224" y="4800"/>
                    <a:pt x="0" y="4576"/>
                    <a:pt x="0" y="4300"/>
                  </a:cubicBezTo>
                  <a:lnTo>
                    <a:pt x="0" y="500"/>
                  </a:lnTo>
                  <a:cubicBezTo>
                    <a:pt x="0" y="224"/>
                    <a:pt x="224" y="0"/>
                    <a:pt x="500" y="0"/>
                  </a:cubicBezTo>
                  <a:close/>
                </a:path>
              </a:pathLst>
            </a:custGeom>
            <a:solidFill>
              <a:schemeClr val="lt1"/>
            </a:solidFill>
            <a:ln>
              <a:noFill/>
            </a:ln>
          </p:spPr>
          <p:txBody>
            <a:bodyPr anchorCtr="0" anchor="t" bIns="4250" lIns="8500" spcFirstLastPara="1" rIns="8500" wrap="square" tIns="4250">
              <a:noAutofit/>
            </a:bodyPr>
            <a:lstStyle/>
            <a:p>
              <a:pPr indent="0" lvl="0" marL="0" marR="0" rtl="0" algn="l">
                <a:spcBef>
                  <a:spcPts val="0"/>
                </a:spcBef>
                <a:spcAft>
                  <a:spcPts val="0"/>
                </a:spcAft>
                <a:buNone/>
              </a:pPr>
              <a:r>
                <a:t/>
              </a:r>
              <a:endParaRPr sz="174">
                <a:solidFill>
                  <a:schemeClr val="dk1"/>
                </a:solidFill>
                <a:latin typeface="Calibri"/>
                <a:ea typeface="Calibri"/>
                <a:cs typeface="Calibri"/>
                <a:sym typeface="Calibri"/>
              </a:endParaRPr>
            </a:p>
          </p:txBody>
        </p:sp>
        <p:sp>
          <p:nvSpPr>
            <p:cNvPr id="228" name="Google Shape;228;p22"/>
            <p:cNvSpPr/>
            <p:nvPr/>
          </p:nvSpPr>
          <p:spPr>
            <a:xfrm>
              <a:off x="4914906" y="2581232"/>
              <a:ext cx="190488" cy="190488"/>
            </a:xfrm>
            <a:custGeom>
              <a:rect b="b" l="l" r="r" t="t"/>
              <a:pathLst>
                <a:path extrusionOk="0" fill="none" h="4800" w="4800">
                  <a:moveTo>
                    <a:pt x="1300" y="2300"/>
                  </a:moveTo>
                  <a:lnTo>
                    <a:pt x="2072" y="3200"/>
                  </a:lnTo>
                  <a:lnTo>
                    <a:pt x="3500" y="1400"/>
                  </a:lnTo>
                </a:path>
              </a:pathLst>
            </a:custGeom>
            <a:noFill/>
            <a:ln cap="rnd" cmpd="sng" w="11925">
              <a:solidFill>
                <a:srgbClr val="006BFE"/>
              </a:solidFill>
              <a:prstDash val="solid"/>
              <a:round/>
              <a:headEnd len="sm" w="sm" type="none"/>
              <a:tailEnd len="sm" w="sm" type="none"/>
            </a:ln>
          </p:spPr>
          <p:txBody>
            <a:bodyPr anchorCtr="0" anchor="t" bIns="4250" lIns="8500" spcFirstLastPara="1" rIns="8500" wrap="square" tIns="4250">
              <a:noAutofit/>
            </a:bodyPr>
            <a:lstStyle/>
            <a:p>
              <a:pPr indent="0" lvl="0" marL="0" marR="0" rtl="0" algn="l">
                <a:spcBef>
                  <a:spcPts val="0"/>
                </a:spcBef>
                <a:spcAft>
                  <a:spcPts val="0"/>
                </a:spcAft>
                <a:buNone/>
              </a:pPr>
              <a:r>
                <a:t/>
              </a:r>
              <a:endParaRPr sz="174">
                <a:solidFill>
                  <a:schemeClr val="dk1"/>
                </a:solidFill>
                <a:latin typeface="Calibri"/>
                <a:ea typeface="Calibri"/>
                <a:cs typeface="Calibri"/>
                <a:sym typeface="Calibri"/>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3"/>
          <p:cNvSpPr/>
          <p:nvPr/>
        </p:nvSpPr>
        <p:spPr>
          <a:xfrm>
            <a:off x="571500" y="457200"/>
            <a:ext cx="8241000" cy="201900"/>
          </a:xfrm>
          <a:prstGeom prst="rect">
            <a:avLst/>
          </a:prstGeom>
          <a:noFill/>
          <a:ln>
            <a:noFill/>
          </a:ln>
        </p:spPr>
        <p:txBody>
          <a:bodyPr anchorCtr="0" anchor="t" bIns="12700" lIns="12700" spcFirstLastPara="1" rIns="12700" wrap="square" tIns="12700">
            <a:noAutofit/>
          </a:bodyPr>
          <a:lstStyle/>
          <a:p>
            <a:pPr indent="0" lvl="0" marL="0" marR="0" rtl="0" algn="l">
              <a:lnSpc>
                <a:spcPct val="160000"/>
              </a:lnSpc>
              <a:spcBef>
                <a:spcPts val="0"/>
              </a:spcBef>
              <a:spcAft>
                <a:spcPts val="0"/>
              </a:spcAft>
              <a:buClr>
                <a:srgbClr val="437AEF"/>
              </a:buClr>
              <a:buSzPts val="900"/>
              <a:buFont typeface="Plus Jakarta Sans"/>
              <a:buNone/>
            </a:pPr>
            <a:r>
              <a:rPr b="1" i="0" lang="en" sz="900" u="none" cap="none" strike="noStrike">
                <a:solidFill>
                  <a:srgbClr val="437AEF"/>
                </a:solidFill>
                <a:latin typeface="Plus Jakarta Sans"/>
                <a:ea typeface="Plus Jakarta Sans"/>
                <a:cs typeface="Plus Jakarta Sans"/>
                <a:sym typeface="Plus Jakarta Sans"/>
              </a:rPr>
              <a:t>ANTES Y DESPUÉS</a:t>
            </a:r>
            <a:endParaRPr b="0" i="0" sz="900" u="none" cap="none" strike="noStrike">
              <a:solidFill>
                <a:schemeClr val="dk1"/>
              </a:solidFill>
              <a:latin typeface="Calibri"/>
              <a:ea typeface="Calibri"/>
              <a:cs typeface="Calibri"/>
              <a:sym typeface="Calibri"/>
            </a:endParaRPr>
          </a:p>
        </p:txBody>
      </p:sp>
      <p:sp>
        <p:nvSpPr>
          <p:cNvPr id="235" name="Google Shape;235;p23"/>
          <p:cNvSpPr/>
          <p:nvPr/>
        </p:nvSpPr>
        <p:spPr>
          <a:xfrm>
            <a:off x="571500" y="725798"/>
            <a:ext cx="8241000" cy="378600"/>
          </a:xfrm>
          <a:prstGeom prst="rect">
            <a:avLst/>
          </a:prstGeom>
          <a:noFill/>
          <a:ln>
            <a:noFill/>
          </a:ln>
        </p:spPr>
        <p:txBody>
          <a:bodyPr anchorCtr="0" anchor="t" bIns="12700" lIns="12700" spcFirstLastPara="1" rIns="12700" wrap="square" tIns="12700">
            <a:noAutofit/>
          </a:bodyPr>
          <a:lstStyle/>
          <a:p>
            <a:pPr indent="0" lvl="0" marL="0" marR="0" rtl="0" algn="l">
              <a:lnSpc>
                <a:spcPct val="102000"/>
              </a:lnSpc>
              <a:spcBef>
                <a:spcPts val="0"/>
              </a:spcBef>
              <a:spcAft>
                <a:spcPts val="0"/>
              </a:spcAft>
              <a:buClr>
                <a:srgbClr val="020617"/>
              </a:buClr>
              <a:buSzPts val="2800"/>
              <a:buFont typeface="Plus Jakarta Sans"/>
              <a:buNone/>
            </a:pPr>
            <a:r>
              <a:rPr b="1" lang="en" sz="2800">
                <a:solidFill>
                  <a:srgbClr val="020617"/>
                </a:solidFill>
                <a:latin typeface="Plus Jakarta Sans"/>
                <a:ea typeface="Plus Jakarta Sans"/>
                <a:cs typeface="Plus Jakarta Sans"/>
                <a:sym typeface="Plus Jakarta Sans"/>
              </a:rPr>
              <a:t>Otro formato de comparación</a:t>
            </a:r>
            <a:endParaRPr b="0" i="0" sz="2800" u="none" cap="none" strike="noStrike">
              <a:solidFill>
                <a:schemeClr val="dk1"/>
              </a:solidFill>
              <a:latin typeface="Calibri"/>
              <a:ea typeface="Calibri"/>
              <a:cs typeface="Calibri"/>
              <a:sym typeface="Calibri"/>
            </a:endParaRPr>
          </a:p>
        </p:txBody>
      </p:sp>
      <p:pic>
        <p:nvPicPr>
          <p:cNvPr descr="preencoded.png" id="236" name="Google Shape;236;p23"/>
          <p:cNvPicPr preferRelativeResize="0"/>
          <p:nvPr/>
        </p:nvPicPr>
        <p:blipFill rotWithShape="1">
          <a:blip r:embed="rId3">
            <a:alphaModFix/>
          </a:blip>
          <a:srcRect b="0" l="0" r="0" t="0"/>
          <a:stretch/>
        </p:blipFill>
        <p:spPr>
          <a:xfrm>
            <a:off x="571500" y="4767263"/>
            <a:ext cx="664369" cy="128588"/>
          </a:xfrm>
          <a:prstGeom prst="rect">
            <a:avLst/>
          </a:prstGeom>
          <a:noFill/>
          <a:ln>
            <a:noFill/>
          </a:ln>
        </p:spPr>
      </p:pic>
      <p:sp>
        <p:nvSpPr>
          <p:cNvPr id="237" name="Google Shape;237;p23"/>
          <p:cNvSpPr/>
          <p:nvPr/>
        </p:nvSpPr>
        <p:spPr>
          <a:xfrm>
            <a:off x="8466200" y="4777978"/>
            <a:ext cx="144300" cy="1263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94A3B8"/>
              </a:buClr>
              <a:buSzPts val="700"/>
              <a:buFont typeface="Plus Jakarta Sans"/>
              <a:buNone/>
            </a:pPr>
            <a:r>
              <a:rPr b="1" i="0" lang="en" sz="700" u="none" cap="none" strike="noStrike">
                <a:solidFill>
                  <a:srgbClr val="94A3B8"/>
                </a:solidFill>
                <a:latin typeface="Plus Jakarta Sans"/>
                <a:ea typeface="Plus Jakarta Sans"/>
                <a:cs typeface="Plus Jakarta Sans"/>
                <a:sym typeface="Plus Jakarta Sans"/>
              </a:rPr>
              <a:t>07</a:t>
            </a:r>
            <a:endParaRPr b="0" i="0" sz="700" u="none" cap="none" strike="noStrike">
              <a:solidFill>
                <a:schemeClr val="dk1"/>
              </a:solidFill>
              <a:latin typeface="Calibri"/>
              <a:ea typeface="Calibri"/>
              <a:cs typeface="Calibri"/>
              <a:sym typeface="Calibri"/>
            </a:endParaRPr>
          </a:p>
        </p:txBody>
      </p:sp>
      <p:sp>
        <p:nvSpPr>
          <p:cNvPr id="238" name="Google Shape;238;p23"/>
          <p:cNvSpPr/>
          <p:nvPr/>
        </p:nvSpPr>
        <p:spPr>
          <a:xfrm>
            <a:off x="4623125" y="1368428"/>
            <a:ext cx="3933900" cy="2206500"/>
          </a:xfrm>
          <a:prstGeom prst="roundRect">
            <a:avLst>
              <a:gd fmla="val 9507" name="adj"/>
            </a:avLst>
          </a:prstGeom>
          <a:solidFill>
            <a:srgbClr val="FFFFFF"/>
          </a:solidFill>
          <a:ln cap="flat" cmpd="sng" w="9525">
            <a:solidFill>
              <a:srgbClr val="006BFE"/>
            </a:solidFill>
            <a:prstDash val="solid"/>
            <a:round/>
            <a:headEnd len="sm" w="sm" type="none"/>
            <a:tailEnd len="sm" w="sm" type="none"/>
          </a:ln>
          <a:effectLst>
            <a:outerShdw blurRad="771525" rotWithShape="0" algn="bl" dir="5400000" dist="171450">
              <a:srgbClr val="006BFE">
                <a:alpha val="16000"/>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39" name="Google Shape;239;p23"/>
          <p:cNvSpPr/>
          <p:nvPr/>
        </p:nvSpPr>
        <p:spPr>
          <a:xfrm>
            <a:off x="4831469" y="1606749"/>
            <a:ext cx="3517200" cy="1644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94A3B8"/>
              </a:buClr>
              <a:buSzPts val="900"/>
              <a:buFont typeface="Plus Jakarta Sans"/>
              <a:buNone/>
            </a:pPr>
            <a:r>
              <a:rPr b="1" lang="en" sz="900">
                <a:solidFill>
                  <a:srgbClr val="437AEF"/>
                </a:solidFill>
                <a:latin typeface="Plus Jakarta Sans"/>
                <a:ea typeface="Plus Jakarta Sans"/>
                <a:cs typeface="Plus Jakarta Sans"/>
                <a:sym typeface="Plus Jakarta Sans"/>
              </a:rPr>
              <a:t>UN ANTETÍTULO</a:t>
            </a:r>
            <a:endParaRPr b="0" i="0" sz="900" u="none" cap="none" strike="noStrike">
              <a:solidFill>
                <a:srgbClr val="437AEF"/>
              </a:solidFill>
              <a:latin typeface="Calibri"/>
              <a:ea typeface="Calibri"/>
              <a:cs typeface="Calibri"/>
              <a:sym typeface="Calibri"/>
            </a:endParaRPr>
          </a:p>
        </p:txBody>
      </p:sp>
      <p:sp>
        <p:nvSpPr>
          <p:cNvPr id="240" name="Google Shape;240;p23"/>
          <p:cNvSpPr/>
          <p:nvPr/>
        </p:nvSpPr>
        <p:spPr>
          <a:xfrm>
            <a:off x="4831477" y="1851561"/>
            <a:ext cx="2995200" cy="198900"/>
          </a:xfrm>
          <a:prstGeom prst="rect">
            <a:avLst/>
          </a:prstGeom>
          <a:noFill/>
          <a:ln>
            <a:noFill/>
          </a:ln>
        </p:spPr>
        <p:txBody>
          <a:bodyPr anchorCtr="0" anchor="t" bIns="12700" lIns="12700" spcFirstLastPara="1" rIns="12700" wrap="square" tIns="12700">
            <a:noAutofit/>
          </a:bodyPr>
          <a:lstStyle/>
          <a:p>
            <a:pPr indent="0" lvl="0" marL="0" marR="0" rtl="0" algn="l">
              <a:lnSpc>
                <a:spcPct val="135000"/>
              </a:lnSpc>
              <a:spcBef>
                <a:spcPts val="0"/>
              </a:spcBef>
              <a:spcAft>
                <a:spcPts val="0"/>
              </a:spcAft>
              <a:buClr>
                <a:srgbClr val="64748B"/>
              </a:buClr>
              <a:buSzPts val="1100"/>
              <a:buFont typeface="Plus Jakarta Sans"/>
              <a:buNone/>
            </a:pPr>
            <a:r>
              <a:rPr b="1" lang="en" sz="1600">
                <a:solidFill>
                  <a:srgbClr val="060B1F"/>
                </a:solidFill>
                <a:latin typeface="Plus Jakarta Sans"/>
                <a:ea typeface="Plus Jakarta Sans"/>
                <a:cs typeface="Plus Jakarta Sans"/>
                <a:sym typeface="Plus Jakarta Sans"/>
              </a:rPr>
              <a:t>Título de sección</a:t>
            </a:r>
            <a:endParaRPr b="1" i="0" sz="1600" u="none" cap="none" strike="noStrike">
              <a:solidFill>
                <a:srgbClr val="060B1F"/>
              </a:solidFill>
              <a:latin typeface="Calibri"/>
              <a:ea typeface="Calibri"/>
              <a:cs typeface="Calibri"/>
              <a:sym typeface="Calibri"/>
            </a:endParaRPr>
          </a:p>
        </p:txBody>
      </p:sp>
      <p:sp>
        <p:nvSpPr>
          <p:cNvPr id="241" name="Google Shape;241;p23"/>
          <p:cNvSpPr/>
          <p:nvPr/>
        </p:nvSpPr>
        <p:spPr>
          <a:xfrm>
            <a:off x="4854993" y="2662069"/>
            <a:ext cx="1109400" cy="1644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94A3B8"/>
              </a:buClr>
              <a:buSzPts val="900"/>
              <a:buFont typeface="Plus Jakarta Sans"/>
              <a:buNone/>
            </a:pPr>
            <a:r>
              <a:rPr lang="en" sz="900">
                <a:solidFill>
                  <a:srgbClr val="6B7280"/>
                </a:solidFill>
                <a:latin typeface="Plus Jakarta Sans"/>
                <a:ea typeface="Plus Jakarta Sans"/>
                <a:cs typeface="Plus Jakarta Sans"/>
                <a:sym typeface="Plus Jakarta Sans"/>
              </a:rPr>
              <a:t>Una bajada</a:t>
            </a:r>
            <a:endParaRPr i="0" sz="900" u="none" cap="none" strike="noStrike">
              <a:solidFill>
                <a:srgbClr val="6B7280"/>
              </a:solidFill>
              <a:latin typeface="Calibri"/>
              <a:ea typeface="Calibri"/>
              <a:cs typeface="Calibri"/>
              <a:sym typeface="Calibri"/>
            </a:endParaRPr>
          </a:p>
        </p:txBody>
      </p:sp>
      <p:sp>
        <p:nvSpPr>
          <p:cNvPr id="242" name="Google Shape;242;p23"/>
          <p:cNvSpPr/>
          <p:nvPr/>
        </p:nvSpPr>
        <p:spPr>
          <a:xfrm>
            <a:off x="4831475" y="2273500"/>
            <a:ext cx="792000" cy="378600"/>
          </a:xfrm>
          <a:prstGeom prst="rect">
            <a:avLst/>
          </a:prstGeom>
          <a:noFill/>
          <a:ln>
            <a:noFill/>
          </a:ln>
        </p:spPr>
        <p:txBody>
          <a:bodyPr anchorCtr="0" anchor="t" bIns="12700" lIns="12700" spcFirstLastPara="1" rIns="12700" wrap="square" tIns="12700">
            <a:noAutofit/>
          </a:bodyPr>
          <a:lstStyle/>
          <a:p>
            <a:pPr indent="0" lvl="0" marL="0" marR="0" rtl="0" algn="l">
              <a:lnSpc>
                <a:spcPct val="102000"/>
              </a:lnSpc>
              <a:spcBef>
                <a:spcPts val="0"/>
              </a:spcBef>
              <a:spcAft>
                <a:spcPts val="0"/>
              </a:spcAft>
              <a:buClr>
                <a:srgbClr val="020617"/>
              </a:buClr>
              <a:buSzPts val="2800"/>
              <a:buFont typeface="Plus Jakarta Sans"/>
              <a:buNone/>
            </a:pPr>
            <a:r>
              <a:rPr b="1" lang="en" sz="2600">
                <a:solidFill>
                  <a:srgbClr val="437AEF"/>
                </a:solidFill>
                <a:latin typeface="Plus Jakarta Sans"/>
                <a:ea typeface="Plus Jakarta Sans"/>
                <a:cs typeface="Plus Jakarta Sans"/>
                <a:sym typeface="Plus Jakarta Sans"/>
              </a:rPr>
              <a:t>500</a:t>
            </a:r>
            <a:endParaRPr b="0" i="0" sz="2600" u="none" cap="none" strike="noStrike">
              <a:solidFill>
                <a:srgbClr val="437AEF"/>
              </a:solidFill>
              <a:latin typeface="Calibri"/>
              <a:ea typeface="Calibri"/>
              <a:cs typeface="Calibri"/>
              <a:sym typeface="Calibri"/>
            </a:endParaRPr>
          </a:p>
        </p:txBody>
      </p:sp>
      <p:sp>
        <p:nvSpPr>
          <p:cNvPr id="243" name="Google Shape;243;p23"/>
          <p:cNvSpPr/>
          <p:nvPr/>
        </p:nvSpPr>
        <p:spPr>
          <a:xfrm>
            <a:off x="6194075" y="2273500"/>
            <a:ext cx="734700" cy="378600"/>
          </a:xfrm>
          <a:prstGeom prst="rect">
            <a:avLst/>
          </a:prstGeom>
          <a:noFill/>
          <a:ln>
            <a:noFill/>
          </a:ln>
        </p:spPr>
        <p:txBody>
          <a:bodyPr anchorCtr="0" anchor="t" bIns="12700" lIns="12700" spcFirstLastPara="1" rIns="12700" wrap="square" tIns="12700">
            <a:noAutofit/>
          </a:bodyPr>
          <a:lstStyle/>
          <a:p>
            <a:pPr indent="0" lvl="0" marL="0" marR="0" rtl="0" algn="l">
              <a:lnSpc>
                <a:spcPct val="102000"/>
              </a:lnSpc>
              <a:spcBef>
                <a:spcPts val="0"/>
              </a:spcBef>
              <a:spcAft>
                <a:spcPts val="0"/>
              </a:spcAft>
              <a:buClr>
                <a:srgbClr val="020617"/>
              </a:buClr>
              <a:buSzPts val="2800"/>
              <a:buFont typeface="Plus Jakarta Sans"/>
              <a:buNone/>
            </a:pPr>
            <a:r>
              <a:rPr b="1" lang="en" sz="2600">
                <a:solidFill>
                  <a:srgbClr val="437AEF"/>
                </a:solidFill>
                <a:latin typeface="Plus Jakarta Sans"/>
                <a:ea typeface="Plus Jakarta Sans"/>
                <a:cs typeface="Plus Jakarta Sans"/>
                <a:sym typeface="Plus Jakarta Sans"/>
              </a:rPr>
              <a:t>600</a:t>
            </a:r>
            <a:endParaRPr b="0" i="0" sz="2600" u="none" cap="none" strike="noStrike">
              <a:solidFill>
                <a:srgbClr val="437AEF"/>
              </a:solidFill>
              <a:latin typeface="Calibri"/>
              <a:ea typeface="Calibri"/>
              <a:cs typeface="Calibri"/>
              <a:sym typeface="Calibri"/>
            </a:endParaRPr>
          </a:p>
        </p:txBody>
      </p:sp>
      <p:sp>
        <p:nvSpPr>
          <p:cNvPr id="244" name="Google Shape;244;p23"/>
          <p:cNvSpPr/>
          <p:nvPr/>
        </p:nvSpPr>
        <p:spPr>
          <a:xfrm>
            <a:off x="7613975" y="2273500"/>
            <a:ext cx="734700" cy="378600"/>
          </a:xfrm>
          <a:prstGeom prst="rect">
            <a:avLst/>
          </a:prstGeom>
          <a:noFill/>
          <a:ln>
            <a:noFill/>
          </a:ln>
        </p:spPr>
        <p:txBody>
          <a:bodyPr anchorCtr="0" anchor="t" bIns="12700" lIns="12700" spcFirstLastPara="1" rIns="12700" wrap="square" tIns="12700">
            <a:noAutofit/>
          </a:bodyPr>
          <a:lstStyle/>
          <a:p>
            <a:pPr indent="0" lvl="0" marL="0" marR="0" rtl="0" algn="l">
              <a:lnSpc>
                <a:spcPct val="102000"/>
              </a:lnSpc>
              <a:spcBef>
                <a:spcPts val="0"/>
              </a:spcBef>
              <a:spcAft>
                <a:spcPts val="0"/>
              </a:spcAft>
              <a:buClr>
                <a:srgbClr val="020617"/>
              </a:buClr>
              <a:buSzPts val="2800"/>
              <a:buFont typeface="Plus Jakarta Sans"/>
              <a:buNone/>
            </a:pPr>
            <a:r>
              <a:rPr b="1" lang="en" sz="2600">
                <a:solidFill>
                  <a:srgbClr val="437AEF"/>
                </a:solidFill>
                <a:latin typeface="Plus Jakarta Sans"/>
                <a:ea typeface="Plus Jakarta Sans"/>
                <a:cs typeface="Plus Jakarta Sans"/>
                <a:sym typeface="Plus Jakarta Sans"/>
              </a:rPr>
              <a:t>4</a:t>
            </a:r>
            <a:endParaRPr b="0" i="0" sz="2600" u="none" cap="none" strike="noStrike">
              <a:solidFill>
                <a:srgbClr val="437AEF"/>
              </a:solidFill>
              <a:latin typeface="Calibri"/>
              <a:ea typeface="Calibri"/>
              <a:cs typeface="Calibri"/>
              <a:sym typeface="Calibri"/>
            </a:endParaRPr>
          </a:p>
        </p:txBody>
      </p:sp>
      <p:sp>
        <p:nvSpPr>
          <p:cNvPr id="245" name="Google Shape;245;p23"/>
          <p:cNvSpPr/>
          <p:nvPr/>
        </p:nvSpPr>
        <p:spPr>
          <a:xfrm>
            <a:off x="6194068" y="2662069"/>
            <a:ext cx="1109400" cy="1644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94A3B8"/>
              </a:buClr>
              <a:buSzPts val="900"/>
              <a:buFont typeface="Plus Jakarta Sans"/>
              <a:buNone/>
            </a:pPr>
            <a:r>
              <a:rPr lang="en" sz="900">
                <a:solidFill>
                  <a:srgbClr val="6B7280"/>
                </a:solidFill>
                <a:latin typeface="Plus Jakarta Sans"/>
                <a:ea typeface="Plus Jakarta Sans"/>
                <a:cs typeface="Plus Jakarta Sans"/>
                <a:sym typeface="Plus Jakarta Sans"/>
              </a:rPr>
              <a:t>Una bajada</a:t>
            </a:r>
            <a:endParaRPr i="0" sz="900" u="none" cap="none" strike="noStrike">
              <a:solidFill>
                <a:srgbClr val="6B7280"/>
              </a:solidFill>
              <a:latin typeface="Calibri"/>
              <a:ea typeface="Calibri"/>
              <a:cs typeface="Calibri"/>
              <a:sym typeface="Calibri"/>
            </a:endParaRPr>
          </a:p>
        </p:txBody>
      </p:sp>
      <p:sp>
        <p:nvSpPr>
          <p:cNvPr id="246" name="Google Shape;246;p23"/>
          <p:cNvSpPr/>
          <p:nvPr/>
        </p:nvSpPr>
        <p:spPr>
          <a:xfrm>
            <a:off x="7566593" y="2662069"/>
            <a:ext cx="1109400" cy="1644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94A3B8"/>
              </a:buClr>
              <a:buSzPts val="900"/>
              <a:buFont typeface="Plus Jakarta Sans"/>
              <a:buNone/>
            </a:pPr>
            <a:r>
              <a:rPr lang="en" sz="900">
                <a:solidFill>
                  <a:srgbClr val="6B7280"/>
                </a:solidFill>
                <a:latin typeface="Plus Jakarta Sans"/>
                <a:ea typeface="Plus Jakarta Sans"/>
                <a:cs typeface="Plus Jakarta Sans"/>
                <a:sym typeface="Plus Jakarta Sans"/>
              </a:rPr>
              <a:t>Otra bajada</a:t>
            </a:r>
            <a:endParaRPr i="0" sz="900" u="none" cap="none" strike="noStrike">
              <a:solidFill>
                <a:srgbClr val="6B7280"/>
              </a:solidFill>
              <a:latin typeface="Calibri"/>
              <a:ea typeface="Calibri"/>
              <a:cs typeface="Calibri"/>
              <a:sym typeface="Calibri"/>
            </a:endParaRPr>
          </a:p>
        </p:txBody>
      </p:sp>
      <p:cxnSp>
        <p:nvCxnSpPr>
          <p:cNvPr id="247" name="Google Shape;247;p23"/>
          <p:cNvCxnSpPr/>
          <p:nvPr/>
        </p:nvCxnSpPr>
        <p:spPr>
          <a:xfrm>
            <a:off x="4859125" y="3016487"/>
            <a:ext cx="3433800" cy="0"/>
          </a:xfrm>
          <a:prstGeom prst="straightConnector1">
            <a:avLst/>
          </a:prstGeom>
          <a:noFill/>
          <a:ln cap="flat" cmpd="sng" w="9525">
            <a:solidFill>
              <a:srgbClr val="CBD5E1"/>
            </a:solidFill>
            <a:prstDash val="solid"/>
            <a:round/>
            <a:headEnd len="med" w="med" type="none"/>
            <a:tailEnd len="med" w="med" type="none"/>
          </a:ln>
        </p:spPr>
      </p:cxnSp>
      <p:sp>
        <p:nvSpPr>
          <p:cNvPr id="248" name="Google Shape;248;p23"/>
          <p:cNvSpPr/>
          <p:nvPr/>
        </p:nvSpPr>
        <p:spPr>
          <a:xfrm>
            <a:off x="4855005" y="3187000"/>
            <a:ext cx="1909200" cy="1644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94A3B8"/>
              </a:buClr>
              <a:buSzPts val="900"/>
              <a:buFont typeface="Plus Jakarta Sans"/>
              <a:buNone/>
            </a:pPr>
            <a:r>
              <a:rPr lang="en" sz="900">
                <a:solidFill>
                  <a:srgbClr val="6B7280"/>
                </a:solidFill>
                <a:latin typeface="Plus Jakarta Sans"/>
                <a:ea typeface="Plus Jakarta Sans"/>
                <a:cs typeface="Plus Jakarta Sans"/>
                <a:sym typeface="Plus Jakarta Sans"/>
              </a:rPr>
              <a:t>Una última cifra a destacar</a:t>
            </a:r>
            <a:endParaRPr i="0" sz="900" u="none" cap="none" strike="noStrike">
              <a:solidFill>
                <a:srgbClr val="6B7280"/>
              </a:solidFill>
              <a:latin typeface="Calibri"/>
              <a:ea typeface="Calibri"/>
              <a:cs typeface="Calibri"/>
              <a:sym typeface="Calibri"/>
            </a:endParaRPr>
          </a:p>
        </p:txBody>
      </p:sp>
      <p:sp>
        <p:nvSpPr>
          <p:cNvPr id="249" name="Google Shape;249;p23"/>
          <p:cNvSpPr/>
          <p:nvPr/>
        </p:nvSpPr>
        <p:spPr>
          <a:xfrm>
            <a:off x="7151068" y="3187000"/>
            <a:ext cx="1109400" cy="164400"/>
          </a:xfrm>
          <a:prstGeom prst="rect">
            <a:avLst/>
          </a:prstGeom>
          <a:noFill/>
          <a:ln>
            <a:noFill/>
          </a:ln>
        </p:spPr>
        <p:txBody>
          <a:bodyPr anchorCtr="0" anchor="t" bIns="12700" lIns="12700" spcFirstLastPara="1" rIns="12700" wrap="square" tIns="12700">
            <a:noAutofit/>
          </a:bodyPr>
          <a:lstStyle/>
          <a:p>
            <a:pPr indent="0" lvl="0" marL="0" marR="0" rtl="0" algn="r">
              <a:spcBef>
                <a:spcPts val="0"/>
              </a:spcBef>
              <a:spcAft>
                <a:spcPts val="0"/>
              </a:spcAft>
              <a:buClr>
                <a:srgbClr val="94A3B8"/>
              </a:buClr>
              <a:buSzPts val="900"/>
              <a:buFont typeface="Plus Jakarta Sans"/>
              <a:buNone/>
            </a:pPr>
            <a:r>
              <a:rPr b="1" lang="en" sz="1000">
                <a:solidFill>
                  <a:srgbClr val="437AEF"/>
                </a:solidFill>
                <a:latin typeface="Plus Jakarta Sans"/>
                <a:ea typeface="Plus Jakarta Sans"/>
                <a:cs typeface="Plus Jakarta Sans"/>
                <a:sym typeface="Plus Jakarta Sans"/>
              </a:rPr>
              <a:t>$250.000 / algo</a:t>
            </a:r>
            <a:endParaRPr b="1" i="0" sz="1000" u="none" cap="none" strike="noStrike">
              <a:solidFill>
                <a:srgbClr val="437AEF"/>
              </a:solidFill>
              <a:latin typeface="Calibri"/>
              <a:ea typeface="Calibri"/>
              <a:cs typeface="Calibri"/>
              <a:sym typeface="Calibri"/>
            </a:endParaRPr>
          </a:p>
        </p:txBody>
      </p:sp>
      <p:sp>
        <p:nvSpPr>
          <p:cNvPr id="250" name="Google Shape;250;p23"/>
          <p:cNvSpPr/>
          <p:nvPr/>
        </p:nvSpPr>
        <p:spPr>
          <a:xfrm>
            <a:off x="598900" y="1368428"/>
            <a:ext cx="3933900" cy="2206500"/>
          </a:xfrm>
          <a:prstGeom prst="roundRect">
            <a:avLst>
              <a:gd fmla="val 9507" name="adj"/>
            </a:avLst>
          </a:prstGeom>
          <a:solidFill>
            <a:srgbClr val="FFFFFF"/>
          </a:solidFill>
          <a:ln>
            <a:noFill/>
          </a:ln>
          <a:effectLst>
            <a:outerShdw blurRad="457200" rotWithShape="0" algn="bl" dir="5400000" dist="171450">
              <a:srgbClr val="0A1C43">
                <a:alpha val="10200"/>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51" name="Google Shape;251;p23"/>
          <p:cNvSpPr/>
          <p:nvPr/>
        </p:nvSpPr>
        <p:spPr>
          <a:xfrm>
            <a:off x="807244" y="1606749"/>
            <a:ext cx="3517200" cy="1644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94A3B8"/>
              </a:buClr>
              <a:buSzPts val="900"/>
              <a:buFont typeface="Plus Jakarta Sans"/>
              <a:buNone/>
            </a:pPr>
            <a:r>
              <a:rPr b="1" lang="en" sz="900">
                <a:solidFill>
                  <a:srgbClr val="94A3B8"/>
                </a:solidFill>
                <a:latin typeface="Plus Jakarta Sans"/>
                <a:ea typeface="Plus Jakarta Sans"/>
                <a:cs typeface="Plus Jakarta Sans"/>
                <a:sym typeface="Plus Jakarta Sans"/>
              </a:rPr>
              <a:t>UN ANTETÍTULO</a:t>
            </a:r>
            <a:endParaRPr b="0" i="0" sz="900" u="none" cap="none" strike="noStrike">
              <a:solidFill>
                <a:schemeClr val="dk1"/>
              </a:solidFill>
              <a:latin typeface="Calibri"/>
              <a:ea typeface="Calibri"/>
              <a:cs typeface="Calibri"/>
              <a:sym typeface="Calibri"/>
            </a:endParaRPr>
          </a:p>
        </p:txBody>
      </p:sp>
      <p:sp>
        <p:nvSpPr>
          <p:cNvPr id="252" name="Google Shape;252;p23"/>
          <p:cNvSpPr/>
          <p:nvPr/>
        </p:nvSpPr>
        <p:spPr>
          <a:xfrm>
            <a:off x="807252" y="1851561"/>
            <a:ext cx="2995200" cy="198900"/>
          </a:xfrm>
          <a:prstGeom prst="rect">
            <a:avLst/>
          </a:prstGeom>
          <a:noFill/>
          <a:ln>
            <a:noFill/>
          </a:ln>
        </p:spPr>
        <p:txBody>
          <a:bodyPr anchorCtr="0" anchor="t" bIns="12700" lIns="12700" spcFirstLastPara="1" rIns="12700" wrap="square" tIns="12700">
            <a:noAutofit/>
          </a:bodyPr>
          <a:lstStyle/>
          <a:p>
            <a:pPr indent="0" lvl="0" marL="0" marR="0" rtl="0" algn="l">
              <a:lnSpc>
                <a:spcPct val="135000"/>
              </a:lnSpc>
              <a:spcBef>
                <a:spcPts val="0"/>
              </a:spcBef>
              <a:spcAft>
                <a:spcPts val="0"/>
              </a:spcAft>
              <a:buClr>
                <a:srgbClr val="64748B"/>
              </a:buClr>
              <a:buSzPts val="1100"/>
              <a:buFont typeface="Plus Jakarta Sans"/>
              <a:buNone/>
            </a:pPr>
            <a:r>
              <a:rPr b="1" lang="en" sz="1600">
                <a:solidFill>
                  <a:srgbClr val="060B1F"/>
                </a:solidFill>
                <a:latin typeface="Plus Jakarta Sans"/>
                <a:ea typeface="Plus Jakarta Sans"/>
                <a:cs typeface="Plus Jakarta Sans"/>
                <a:sym typeface="Plus Jakarta Sans"/>
              </a:rPr>
              <a:t>Título de sección</a:t>
            </a:r>
            <a:endParaRPr b="1" i="0" sz="1600" u="none" cap="none" strike="noStrike">
              <a:solidFill>
                <a:srgbClr val="060B1F"/>
              </a:solidFill>
              <a:latin typeface="Calibri"/>
              <a:ea typeface="Calibri"/>
              <a:cs typeface="Calibri"/>
              <a:sym typeface="Calibri"/>
            </a:endParaRPr>
          </a:p>
        </p:txBody>
      </p:sp>
      <p:sp>
        <p:nvSpPr>
          <p:cNvPr id="253" name="Google Shape;253;p23"/>
          <p:cNvSpPr/>
          <p:nvPr/>
        </p:nvSpPr>
        <p:spPr>
          <a:xfrm>
            <a:off x="830768" y="2662069"/>
            <a:ext cx="1109400" cy="1644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94A3B8"/>
              </a:buClr>
              <a:buSzPts val="900"/>
              <a:buFont typeface="Plus Jakarta Sans"/>
              <a:buNone/>
            </a:pPr>
            <a:r>
              <a:rPr lang="en" sz="900">
                <a:solidFill>
                  <a:srgbClr val="6B7280"/>
                </a:solidFill>
                <a:latin typeface="Plus Jakarta Sans"/>
                <a:ea typeface="Plus Jakarta Sans"/>
                <a:cs typeface="Plus Jakarta Sans"/>
                <a:sym typeface="Plus Jakarta Sans"/>
              </a:rPr>
              <a:t>Una bajada</a:t>
            </a:r>
            <a:endParaRPr i="0" sz="900" u="none" cap="none" strike="noStrike">
              <a:solidFill>
                <a:srgbClr val="6B7280"/>
              </a:solidFill>
              <a:latin typeface="Calibri"/>
              <a:ea typeface="Calibri"/>
              <a:cs typeface="Calibri"/>
              <a:sym typeface="Calibri"/>
            </a:endParaRPr>
          </a:p>
        </p:txBody>
      </p:sp>
      <p:sp>
        <p:nvSpPr>
          <p:cNvPr id="254" name="Google Shape;254;p23"/>
          <p:cNvSpPr/>
          <p:nvPr/>
        </p:nvSpPr>
        <p:spPr>
          <a:xfrm>
            <a:off x="807250" y="2273500"/>
            <a:ext cx="792000" cy="378600"/>
          </a:xfrm>
          <a:prstGeom prst="rect">
            <a:avLst/>
          </a:prstGeom>
          <a:noFill/>
          <a:ln>
            <a:noFill/>
          </a:ln>
        </p:spPr>
        <p:txBody>
          <a:bodyPr anchorCtr="0" anchor="t" bIns="12700" lIns="12700" spcFirstLastPara="1" rIns="12700" wrap="square" tIns="12700">
            <a:noAutofit/>
          </a:bodyPr>
          <a:lstStyle/>
          <a:p>
            <a:pPr indent="0" lvl="0" marL="0" marR="0" rtl="0" algn="l">
              <a:lnSpc>
                <a:spcPct val="102000"/>
              </a:lnSpc>
              <a:spcBef>
                <a:spcPts val="0"/>
              </a:spcBef>
              <a:spcAft>
                <a:spcPts val="0"/>
              </a:spcAft>
              <a:buClr>
                <a:srgbClr val="020617"/>
              </a:buClr>
              <a:buSzPts val="2800"/>
              <a:buFont typeface="Plus Jakarta Sans"/>
              <a:buNone/>
            </a:pPr>
            <a:r>
              <a:rPr b="1" lang="en" sz="2600">
                <a:solidFill>
                  <a:schemeClr val="dk2"/>
                </a:solidFill>
                <a:latin typeface="Plus Jakarta Sans"/>
                <a:ea typeface="Plus Jakarta Sans"/>
                <a:cs typeface="Plus Jakarta Sans"/>
                <a:sym typeface="Plus Jakarta Sans"/>
              </a:rPr>
              <a:t>500</a:t>
            </a:r>
            <a:endParaRPr b="0" i="0" sz="2600" u="none" cap="none" strike="noStrike">
              <a:solidFill>
                <a:schemeClr val="dk2"/>
              </a:solidFill>
              <a:latin typeface="Calibri"/>
              <a:ea typeface="Calibri"/>
              <a:cs typeface="Calibri"/>
              <a:sym typeface="Calibri"/>
            </a:endParaRPr>
          </a:p>
        </p:txBody>
      </p:sp>
      <p:sp>
        <p:nvSpPr>
          <p:cNvPr id="255" name="Google Shape;255;p23"/>
          <p:cNvSpPr/>
          <p:nvPr/>
        </p:nvSpPr>
        <p:spPr>
          <a:xfrm>
            <a:off x="2169850" y="2273500"/>
            <a:ext cx="734700" cy="378600"/>
          </a:xfrm>
          <a:prstGeom prst="rect">
            <a:avLst/>
          </a:prstGeom>
          <a:noFill/>
          <a:ln>
            <a:noFill/>
          </a:ln>
        </p:spPr>
        <p:txBody>
          <a:bodyPr anchorCtr="0" anchor="t" bIns="12700" lIns="12700" spcFirstLastPara="1" rIns="12700" wrap="square" tIns="12700">
            <a:noAutofit/>
          </a:bodyPr>
          <a:lstStyle/>
          <a:p>
            <a:pPr indent="0" lvl="0" marL="0" marR="0" rtl="0" algn="l">
              <a:lnSpc>
                <a:spcPct val="102000"/>
              </a:lnSpc>
              <a:spcBef>
                <a:spcPts val="0"/>
              </a:spcBef>
              <a:spcAft>
                <a:spcPts val="0"/>
              </a:spcAft>
              <a:buClr>
                <a:srgbClr val="020617"/>
              </a:buClr>
              <a:buSzPts val="2800"/>
              <a:buFont typeface="Plus Jakarta Sans"/>
              <a:buNone/>
            </a:pPr>
            <a:r>
              <a:rPr b="1" lang="en" sz="2600">
                <a:solidFill>
                  <a:schemeClr val="dk2"/>
                </a:solidFill>
                <a:latin typeface="Plus Jakarta Sans"/>
                <a:ea typeface="Plus Jakarta Sans"/>
                <a:cs typeface="Plus Jakarta Sans"/>
                <a:sym typeface="Plus Jakarta Sans"/>
              </a:rPr>
              <a:t>600</a:t>
            </a:r>
            <a:endParaRPr b="0" i="0" sz="2600" u="none" cap="none" strike="noStrike">
              <a:solidFill>
                <a:schemeClr val="dk2"/>
              </a:solidFill>
              <a:latin typeface="Calibri"/>
              <a:ea typeface="Calibri"/>
              <a:cs typeface="Calibri"/>
              <a:sym typeface="Calibri"/>
            </a:endParaRPr>
          </a:p>
        </p:txBody>
      </p:sp>
      <p:sp>
        <p:nvSpPr>
          <p:cNvPr id="256" name="Google Shape;256;p23"/>
          <p:cNvSpPr/>
          <p:nvPr/>
        </p:nvSpPr>
        <p:spPr>
          <a:xfrm>
            <a:off x="3589750" y="2273500"/>
            <a:ext cx="734700" cy="378600"/>
          </a:xfrm>
          <a:prstGeom prst="rect">
            <a:avLst/>
          </a:prstGeom>
          <a:noFill/>
          <a:ln>
            <a:noFill/>
          </a:ln>
        </p:spPr>
        <p:txBody>
          <a:bodyPr anchorCtr="0" anchor="t" bIns="12700" lIns="12700" spcFirstLastPara="1" rIns="12700" wrap="square" tIns="12700">
            <a:noAutofit/>
          </a:bodyPr>
          <a:lstStyle/>
          <a:p>
            <a:pPr indent="0" lvl="0" marL="0" marR="0" rtl="0" algn="l">
              <a:lnSpc>
                <a:spcPct val="102000"/>
              </a:lnSpc>
              <a:spcBef>
                <a:spcPts val="0"/>
              </a:spcBef>
              <a:spcAft>
                <a:spcPts val="0"/>
              </a:spcAft>
              <a:buClr>
                <a:srgbClr val="020617"/>
              </a:buClr>
              <a:buSzPts val="2800"/>
              <a:buFont typeface="Plus Jakarta Sans"/>
              <a:buNone/>
            </a:pPr>
            <a:r>
              <a:rPr b="1" lang="en" sz="2600">
                <a:solidFill>
                  <a:schemeClr val="dk2"/>
                </a:solidFill>
                <a:latin typeface="Plus Jakarta Sans"/>
                <a:ea typeface="Plus Jakarta Sans"/>
                <a:cs typeface="Plus Jakarta Sans"/>
                <a:sym typeface="Plus Jakarta Sans"/>
              </a:rPr>
              <a:t>4</a:t>
            </a:r>
            <a:endParaRPr b="0" i="0" sz="2600" u="none" cap="none" strike="noStrike">
              <a:solidFill>
                <a:schemeClr val="dk2"/>
              </a:solidFill>
              <a:latin typeface="Calibri"/>
              <a:ea typeface="Calibri"/>
              <a:cs typeface="Calibri"/>
              <a:sym typeface="Calibri"/>
            </a:endParaRPr>
          </a:p>
        </p:txBody>
      </p:sp>
      <p:sp>
        <p:nvSpPr>
          <p:cNvPr id="257" name="Google Shape;257;p23"/>
          <p:cNvSpPr/>
          <p:nvPr/>
        </p:nvSpPr>
        <p:spPr>
          <a:xfrm>
            <a:off x="2169843" y="2662069"/>
            <a:ext cx="1109400" cy="1644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94A3B8"/>
              </a:buClr>
              <a:buSzPts val="900"/>
              <a:buFont typeface="Plus Jakarta Sans"/>
              <a:buNone/>
            </a:pPr>
            <a:r>
              <a:rPr lang="en" sz="900">
                <a:solidFill>
                  <a:srgbClr val="6B7280"/>
                </a:solidFill>
                <a:latin typeface="Plus Jakarta Sans"/>
                <a:ea typeface="Plus Jakarta Sans"/>
                <a:cs typeface="Plus Jakarta Sans"/>
                <a:sym typeface="Plus Jakarta Sans"/>
              </a:rPr>
              <a:t>Una bajada</a:t>
            </a:r>
            <a:endParaRPr i="0" sz="900" u="none" cap="none" strike="noStrike">
              <a:solidFill>
                <a:srgbClr val="6B7280"/>
              </a:solidFill>
              <a:latin typeface="Calibri"/>
              <a:ea typeface="Calibri"/>
              <a:cs typeface="Calibri"/>
              <a:sym typeface="Calibri"/>
            </a:endParaRPr>
          </a:p>
        </p:txBody>
      </p:sp>
      <p:sp>
        <p:nvSpPr>
          <p:cNvPr id="258" name="Google Shape;258;p23"/>
          <p:cNvSpPr/>
          <p:nvPr/>
        </p:nvSpPr>
        <p:spPr>
          <a:xfrm>
            <a:off x="3542368" y="2662069"/>
            <a:ext cx="1109400" cy="1644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94A3B8"/>
              </a:buClr>
              <a:buSzPts val="900"/>
              <a:buFont typeface="Plus Jakarta Sans"/>
              <a:buNone/>
            </a:pPr>
            <a:r>
              <a:rPr lang="en" sz="900">
                <a:solidFill>
                  <a:srgbClr val="6B7280"/>
                </a:solidFill>
                <a:latin typeface="Plus Jakarta Sans"/>
                <a:ea typeface="Plus Jakarta Sans"/>
                <a:cs typeface="Plus Jakarta Sans"/>
                <a:sym typeface="Plus Jakarta Sans"/>
              </a:rPr>
              <a:t>Otra bajada</a:t>
            </a:r>
            <a:endParaRPr i="0" sz="900" u="none" cap="none" strike="noStrike">
              <a:solidFill>
                <a:srgbClr val="6B7280"/>
              </a:solidFill>
              <a:latin typeface="Calibri"/>
              <a:ea typeface="Calibri"/>
              <a:cs typeface="Calibri"/>
              <a:sym typeface="Calibri"/>
            </a:endParaRPr>
          </a:p>
        </p:txBody>
      </p:sp>
      <p:cxnSp>
        <p:nvCxnSpPr>
          <p:cNvPr id="259" name="Google Shape;259;p23"/>
          <p:cNvCxnSpPr/>
          <p:nvPr/>
        </p:nvCxnSpPr>
        <p:spPr>
          <a:xfrm>
            <a:off x="834900" y="3016487"/>
            <a:ext cx="3433800" cy="0"/>
          </a:xfrm>
          <a:prstGeom prst="straightConnector1">
            <a:avLst/>
          </a:prstGeom>
          <a:noFill/>
          <a:ln cap="flat" cmpd="sng" w="9525">
            <a:solidFill>
              <a:srgbClr val="CBD5E1"/>
            </a:solidFill>
            <a:prstDash val="solid"/>
            <a:round/>
            <a:headEnd len="med" w="med" type="none"/>
            <a:tailEnd len="med" w="med" type="none"/>
          </a:ln>
        </p:spPr>
      </p:cxnSp>
      <p:sp>
        <p:nvSpPr>
          <p:cNvPr id="260" name="Google Shape;260;p23"/>
          <p:cNvSpPr/>
          <p:nvPr/>
        </p:nvSpPr>
        <p:spPr>
          <a:xfrm>
            <a:off x="830780" y="3187000"/>
            <a:ext cx="1909200" cy="1644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94A3B8"/>
              </a:buClr>
              <a:buSzPts val="900"/>
              <a:buFont typeface="Plus Jakarta Sans"/>
              <a:buNone/>
            </a:pPr>
            <a:r>
              <a:rPr lang="en" sz="900">
                <a:solidFill>
                  <a:srgbClr val="6B7280"/>
                </a:solidFill>
                <a:latin typeface="Plus Jakarta Sans"/>
                <a:ea typeface="Plus Jakarta Sans"/>
                <a:cs typeface="Plus Jakarta Sans"/>
                <a:sym typeface="Plus Jakarta Sans"/>
              </a:rPr>
              <a:t>Una última cifra a destacar</a:t>
            </a:r>
            <a:endParaRPr i="0" sz="900" u="none" cap="none" strike="noStrike">
              <a:solidFill>
                <a:srgbClr val="6B7280"/>
              </a:solidFill>
              <a:latin typeface="Calibri"/>
              <a:ea typeface="Calibri"/>
              <a:cs typeface="Calibri"/>
              <a:sym typeface="Calibri"/>
            </a:endParaRPr>
          </a:p>
        </p:txBody>
      </p:sp>
      <p:sp>
        <p:nvSpPr>
          <p:cNvPr id="261" name="Google Shape;261;p23"/>
          <p:cNvSpPr/>
          <p:nvPr/>
        </p:nvSpPr>
        <p:spPr>
          <a:xfrm>
            <a:off x="3126843" y="3187000"/>
            <a:ext cx="1109400" cy="164400"/>
          </a:xfrm>
          <a:prstGeom prst="rect">
            <a:avLst/>
          </a:prstGeom>
          <a:noFill/>
          <a:ln>
            <a:noFill/>
          </a:ln>
        </p:spPr>
        <p:txBody>
          <a:bodyPr anchorCtr="0" anchor="t" bIns="12700" lIns="12700" spcFirstLastPara="1" rIns="12700" wrap="square" tIns="12700">
            <a:noAutofit/>
          </a:bodyPr>
          <a:lstStyle/>
          <a:p>
            <a:pPr indent="0" lvl="0" marL="0" marR="0" rtl="0" algn="r">
              <a:spcBef>
                <a:spcPts val="0"/>
              </a:spcBef>
              <a:spcAft>
                <a:spcPts val="0"/>
              </a:spcAft>
              <a:buClr>
                <a:srgbClr val="94A3B8"/>
              </a:buClr>
              <a:buSzPts val="900"/>
              <a:buFont typeface="Plus Jakarta Sans"/>
              <a:buNone/>
            </a:pPr>
            <a:r>
              <a:rPr b="1" lang="en" sz="1000">
                <a:solidFill>
                  <a:srgbClr val="060B1F"/>
                </a:solidFill>
                <a:latin typeface="Plus Jakarta Sans"/>
                <a:ea typeface="Plus Jakarta Sans"/>
                <a:cs typeface="Plus Jakarta Sans"/>
                <a:sym typeface="Plus Jakarta Sans"/>
              </a:rPr>
              <a:t>$250.000 / algo</a:t>
            </a:r>
            <a:endParaRPr b="1" i="0" sz="1000" u="none" cap="none" strike="noStrike">
              <a:solidFill>
                <a:srgbClr val="060B1F"/>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C0E1E"/>
            </a:gs>
            <a:gs pos="100000">
              <a:srgbClr val="14336F"/>
            </a:gs>
          </a:gsLst>
          <a:lin ang="5400012" scaled="0"/>
        </a:gradFill>
      </p:bgPr>
    </p:bg>
    <p:spTree>
      <p:nvGrpSpPr>
        <p:cNvPr id="266" name="Shape 266"/>
        <p:cNvGrpSpPr/>
        <p:nvPr/>
      </p:nvGrpSpPr>
      <p:grpSpPr>
        <a:xfrm>
          <a:off x="0" y="0"/>
          <a:ext cx="0" cy="0"/>
          <a:chOff x="0" y="0"/>
          <a:chExt cx="0" cy="0"/>
        </a:xfrm>
      </p:grpSpPr>
      <p:pic>
        <p:nvPicPr>
          <p:cNvPr id="267" name="Google Shape;267;p24" title="image 34.png"/>
          <p:cNvPicPr preferRelativeResize="0"/>
          <p:nvPr/>
        </p:nvPicPr>
        <p:blipFill>
          <a:blip r:embed="rId3">
            <a:alphaModFix/>
          </a:blip>
          <a:stretch>
            <a:fillRect/>
          </a:stretch>
        </p:blipFill>
        <p:spPr>
          <a:xfrm>
            <a:off x="540325" y="3050900"/>
            <a:ext cx="433825" cy="433825"/>
          </a:xfrm>
          <a:prstGeom prst="rect">
            <a:avLst/>
          </a:prstGeom>
          <a:noFill/>
          <a:ln>
            <a:noFill/>
          </a:ln>
        </p:spPr>
      </p:pic>
      <p:pic>
        <p:nvPicPr>
          <p:cNvPr descr="preencoded.png" id="268" name="Google Shape;268;p24"/>
          <p:cNvPicPr preferRelativeResize="0"/>
          <p:nvPr/>
        </p:nvPicPr>
        <p:blipFill rotWithShape="1">
          <a:blip r:embed="rId4">
            <a:alphaModFix/>
          </a:blip>
          <a:srcRect b="0" l="0" r="0" t="0"/>
          <a:stretch/>
        </p:blipFill>
        <p:spPr>
          <a:xfrm>
            <a:off x="571500" y="1518456"/>
            <a:ext cx="457200" cy="396813"/>
          </a:xfrm>
          <a:prstGeom prst="rect">
            <a:avLst/>
          </a:prstGeom>
          <a:noFill/>
          <a:ln>
            <a:noFill/>
          </a:ln>
        </p:spPr>
      </p:pic>
      <p:sp>
        <p:nvSpPr>
          <p:cNvPr id="269" name="Google Shape;269;p24"/>
          <p:cNvSpPr/>
          <p:nvPr/>
        </p:nvSpPr>
        <p:spPr>
          <a:xfrm>
            <a:off x="571500" y="2086719"/>
            <a:ext cx="7063740" cy="757238"/>
          </a:xfrm>
          <a:prstGeom prst="rect">
            <a:avLst/>
          </a:prstGeom>
          <a:noFill/>
          <a:ln>
            <a:noFill/>
          </a:ln>
        </p:spPr>
        <p:txBody>
          <a:bodyPr anchorCtr="0" anchor="t" bIns="12700" lIns="12700" spcFirstLastPara="1" rIns="12700" wrap="square" tIns="12700">
            <a:noAutofit/>
          </a:bodyPr>
          <a:lstStyle/>
          <a:p>
            <a:pPr indent="0" lvl="0" marL="0" marR="0" rtl="0" algn="l">
              <a:lnSpc>
                <a:spcPct val="125000"/>
              </a:lnSpc>
              <a:spcBef>
                <a:spcPts val="0"/>
              </a:spcBef>
              <a:spcAft>
                <a:spcPts val="0"/>
              </a:spcAft>
              <a:buClr>
                <a:srgbClr val="FFFFFF"/>
              </a:buClr>
              <a:buSzPts val="2300"/>
              <a:buFont typeface="Plus Jakarta Sans"/>
              <a:buNone/>
            </a:pPr>
            <a:r>
              <a:rPr b="1" i="0" lang="en" sz="2300" u="none" cap="none" strike="noStrike">
                <a:solidFill>
                  <a:srgbClr val="FFFFFF"/>
                </a:solidFill>
                <a:latin typeface="Plus Jakarta Sans"/>
                <a:ea typeface="Plus Jakarta Sans"/>
                <a:cs typeface="Plus Jakarta Sans"/>
                <a:sym typeface="Plus Jakarta Sans"/>
              </a:rPr>
              <a:t>Antes no teníamos visibilidad de lo que pasaba en WhatsApp; hoy sabemos </a:t>
            </a:r>
            <a:r>
              <a:rPr b="1" i="0" lang="en" sz="2300" u="none" cap="none" strike="noStrike">
                <a:solidFill>
                  <a:srgbClr val="779CEC"/>
                </a:solidFill>
                <a:latin typeface="Plus Jakarta Sans"/>
                <a:ea typeface="Plus Jakarta Sans"/>
                <a:cs typeface="Plus Jakarta Sans"/>
                <a:sym typeface="Plus Jakarta Sans"/>
              </a:rPr>
              <a:t>qué funciona y por qué</a:t>
            </a:r>
            <a:r>
              <a:rPr b="1" i="0" lang="en" sz="2300" u="none" cap="none" strike="noStrike">
                <a:solidFill>
                  <a:srgbClr val="FFFFFF"/>
                </a:solidFill>
                <a:latin typeface="Plus Jakarta Sans"/>
                <a:ea typeface="Plus Jakarta Sans"/>
                <a:cs typeface="Plus Jakarta Sans"/>
                <a:sym typeface="Plus Jakarta Sans"/>
              </a:rPr>
              <a:t>.</a:t>
            </a:r>
            <a:endParaRPr b="0" i="0" sz="2300" u="none" cap="none" strike="noStrike">
              <a:solidFill>
                <a:schemeClr val="dk1"/>
              </a:solidFill>
              <a:latin typeface="Calibri"/>
              <a:ea typeface="Calibri"/>
              <a:cs typeface="Calibri"/>
              <a:sym typeface="Calibri"/>
            </a:endParaRPr>
          </a:p>
        </p:txBody>
      </p:sp>
      <p:sp>
        <p:nvSpPr>
          <p:cNvPr id="270" name="Google Shape;270;p24"/>
          <p:cNvSpPr/>
          <p:nvPr/>
        </p:nvSpPr>
        <p:spPr>
          <a:xfrm>
            <a:off x="1057275" y="3111850"/>
            <a:ext cx="2269800" cy="1857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1100"/>
              <a:buFont typeface="Plus Jakarta Sans"/>
              <a:buNone/>
            </a:pPr>
            <a:r>
              <a:rPr b="1" i="0" lang="en" sz="1100" u="none" cap="none" strike="noStrike">
                <a:solidFill>
                  <a:srgbClr val="FFFFFF"/>
                </a:solidFill>
                <a:latin typeface="Plus Jakarta Sans"/>
                <a:ea typeface="Plus Jakarta Sans"/>
                <a:cs typeface="Plus Jakarta Sans"/>
                <a:sym typeface="Plus Jakarta Sans"/>
              </a:rPr>
              <a:t>Nombre Apellido</a:t>
            </a:r>
            <a:endParaRPr b="0" i="0" sz="1100" u="none" cap="none" strike="noStrike">
              <a:solidFill>
                <a:schemeClr val="dk1"/>
              </a:solidFill>
              <a:latin typeface="Calibri"/>
              <a:ea typeface="Calibri"/>
              <a:cs typeface="Calibri"/>
              <a:sym typeface="Calibri"/>
            </a:endParaRPr>
          </a:p>
        </p:txBody>
      </p:sp>
      <p:sp>
        <p:nvSpPr>
          <p:cNvPr id="271" name="Google Shape;271;p24"/>
          <p:cNvSpPr/>
          <p:nvPr/>
        </p:nvSpPr>
        <p:spPr>
          <a:xfrm>
            <a:off x="1057275" y="3278535"/>
            <a:ext cx="1135186" cy="1643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900"/>
              <a:buFont typeface="Plus Jakarta Sans"/>
              <a:buNone/>
            </a:pPr>
            <a:r>
              <a:rPr b="0" i="0" lang="en" sz="900" u="none" cap="none" strike="noStrike">
                <a:solidFill>
                  <a:srgbClr val="FFFFFF"/>
                </a:solidFill>
                <a:latin typeface="Plus Jakarta Sans"/>
                <a:ea typeface="Plus Jakarta Sans"/>
                <a:cs typeface="Plus Jakarta Sans"/>
                <a:sym typeface="Plus Jakarta Sans"/>
              </a:rPr>
              <a:t>Cargo · Empresa</a:t>
            </a:r>
            <a:endParaRPr b="0" i="0" sz="900" u="none" cap="none" strike="noStrike">
              <a:solidFill>
                <a:schemeClr val="dk1"/>
              </a:solidFill>
              <a:latin typeface="Calibri"/>
              <a:ea typeface="Calibri"/>
              <a:cs typeface="Calibri"/>
              <a:sym typeface="Calibri"/>
            </a:endParaRPr>
          </a:p>
        </p:txBody>
      </p:sp>
      <p:pic>
        <p:nvPicPr>
          <p:cNvPr id="272" name="Google Shape;272;p24"/>
          <p:cNvPicPr preferRelativeResize="0"/>
          <p:nvPr/>
        </p:nvPicPr>
        <p:blipFill>
          <a:blip r:embed="rId5">
            <a:alphaModFix/>
          </a:blip>
          <a:stretch>
            <a:fillRect/>
          </a:stretch>
        </p:blipFill>
        <p:spPr>
          <a:xfrm>
            <a:off x="7108916" y="2843950"/>
            <a:ext cx="2762920" cy="253214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5"/>
          <p:cNvSpPr/>
          <p:nvPr/>
        </p:nvSpPr>
        <p:spPr>
          <a:xfrm>
            <a:off x="571500" y="464567"/>
            <a:ext cx="1276201" cy="201922"/>
          </a:xfrm>
          <a:prstGeom prst="rect">
            <a:avLst/>
          </a:prstGeom>
          <a:noFill/>
          <a:ln>
            <a:noFill/>
          </a:ln>
        </p:spPr>
        <p:txBody>
          <a:bodyPr anchorCtr="0" anchor="t" bIns="12700" lIns="12700" spcFirstLastPara="1" rIns="12700" wrap="square" tIns="12700">
            <a:noAutofit/>
          </a:bodyPr>
          <a:lstStyle/>
          <a:p>
            <a:pPr indent="0" lvl="0" marL="0" marR="0" rtl="0" algn="l">
              <a:lnSpc>
                <a:spcPct val="160000"/>
              </a:lnSpc>
              <a:spcBef>
                <a:spcPts val="0"/>
              </a:spcBef>
              <a:spcAft>
                <a:spcPts val="0"/>
              </a:spcAft>
              <a:buClr>
                <a:srgbClr val="437AEF"/>
              </a:buClr>
              <a:buSzPts val="900"/>
              <a:buFont typeface="Plus Jakarta Sans"/>
              <a:buNone/>
            </a:pPr>
            <a:r>
              <a:rPr b="1" i="0" lang="en" sz="1100" u="none" cap="none" strike="noStrike">
                <a:solidFill>
                  <a:srgbClr val="437AEF"/>
                </a:solidFill>
                <a:latin typeface="Plus Jakarta Sans"/>
                <a:ea typeface="Plus Jakarta Sans"/>
                <a:cs typeface="Plus Jakarta Sans"/>
                <a:sym typeface="Plus Jakarta Sans"/>
              </a:rPr>
              <a:t>CASOS DE ÉXITO</a:t>
            </a:r>
            <a:endParaRPr b="0" i="0" sz="1100" u="none" cap="none" strike="noStrike">
              <a:solidFill>
                <a:schemeClr val="dk1"/>
              </a:solidFill>
              <a:latin typeface="Calibri"/>
              <a:ea typeface="Calibri"/>
              <a:cs typeface="Calibri"/>
              <a:sym typeface="Calibri"/>
            </a:endParaRPr>
          </a:p>
        </p:txBody>
      </p:sp>
      <p:sp>
        <p:nvSpPr>
          <p:cNvPr id="279" name="Google Shape;279;p25"/>
          <p:cNvSpPr/>
          <p:nvPr/>
        </p:nvSpPr>
        <p:spPr>
          <a:xfrm>
            <a:off x="571500" y="740569"/>
            <a:ext cx="8241030" cy="378507"/>
          </a:xfrm>
          <a:prstGeom prst="rect">
            <a:avLst/>
          </a:prstGeom>
          <a:noFill/>
          <a:ln>
            <a:noFill/>
          </a:ln>
        </p:spPr>
        <p:txBody>
          <a:bodyPr anchorCtr="0" anchor="t" bIns="12700" lIns="12700" spcFirstLastPara="1" rIns="12700" wrap="square" tIns="12700">
            <a:noAutofit/>
          </a:bodyPr>
          <a:lstStyle/>
          <a:p>
            <a:pPr indent="0" lvl="0" marL="0" marR="0" rtl="0" algn="l">
              <a:lnSpc>
                <a:spcPct val="102000"/>
              </a:lnSpc>
              <a:spcBef>
                <a:spcPts val="0"/>
              </a:spcBef>
              <a:spcAft>
                <a:spcPts val="0"/>
              </a:spcAft>
              <a:buClr>
                <a:srgbClr val="020617"/>
              </a:buClr>
              <a:buSzPts val="2800"/>
              <a:buFont typeface="Plus Jakarta Sans"/>
              <a:buNone/>
            </a:pPr>
            <a:r>
              <a:rPr i="0" lang="en" sz="2800" u="none" cap="none" strike="noStrike">
                <a:solidFill>
                  <a:srgbClr val="020617"/>
                </a:solidFill>
                <a:latin typeface="Plus Jakarta Sans ExtraBold"/>
                <a:ea typeface="Plus Jakarta Sans ExtraBold"/>
                <a:cs typeface="Plus Jakarta Sans ExtraBold"/>
                <a:sym typeface="Plus Jakarta Sans ExtraBold"/>
              </a:rPr>
              <a:t>Empresas que ya crecen con Vambe</a:t>
            </a:r>
            <a:endParaRPr i="0" sz="2800" u="none" cap="none" strike="noStrike">
              <a:solidFill>
                <a:schemeClr val="dk1"/>
              </a:solidFill>
              <a:latin typeface="Plus Jakarta Sans ExtraBold"/>
              <a:ea typeface="Plus Jakarta Sans ExtraBold"/>
              <a:cs typeface="Plus Jakarta Sans ExtraBold"/>
              <a:sym typeface="Plus Jakarta Sans ExtraBold"/>
            </a:endParaRPr>
          </a:p>
        </p:txBody>
      </p:sp>
      <p:sp>
        <p:nvSpPr>
          <p:cNvPr id="280" name="Google Shape;280;p25"/>
          <p:cNvSpPr/>
          <p:nvPr/>
        </p:nvSpPr>
        <p:spPr>
          <a:xfrm>
            <a:off x="571500" y="2073995"/>
            <a:ext cx="1885950" cy="809625"/>
          </a:xfrm>
          <a:prstGeom prst="roundRect">
            <a:avLst>
              <a:gd fmla="val 12941" name="adj"/>
            </a:avLst>
          </a:prstGeom>
          <a:solidFill>
            <a:srgbClr val="FFFFFF"/>
          </a:solidFill>
          <a:ln cap="flat" cmpd="sng" w="9525">
            <a:solidFill>
              <a:srgbClr val="E2E8F0"/>
            </a:solidFill>
            <a:prstDash val="solid"/>
            <a:round/>
            <a:headEnd len="sm" w="sm" type="none"/>
            <a:tailEnd len="sm" w="sm" type="none"/>
          </a:ln>
          <a:effectLst>
            <a:outerShdw blurRad="57150" rotWithShape="0" algn="bl" dir="5400000" dist="19050">
              <a:srgbClr val="0A1C43">
                <a:alpha val="5882"/>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81" name="Google Shape;281;p25"/>
          <p:cNvSpPr/>
          <p:nvPr/>
        </p:nvSpPr>
        <p:spPr>
          <a:xfrm>
            <a:off x="1105775" y="2376425"/>
            <a:ext cx="443400" cy="223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CBD5E1"/>
              </a:buClr>
              <a:buSzPts val="1300"/>
              <a:buFont typeface="Plus Jakarta Sans"/>
              <a:buNone/>
            </a:pPr>
            <a:r>
              <a:rPr b="1" i="0" lang="en" sz="1300" u="none" cap="none" strike="noStrike">
                <a:solidFill>
                  <a:srgbClr val="CBD5E1"/>
                </a:solidFill>
                <a:latin typeface="Plus Jakarta Sans"/>
                <a:ea typeface="Plus Jakarta Sans"/>
                <a:cs typeface="Plus Jakarta Sans"/>
                <a:sym typeface="Plus Jakarta Sans"/>
              </a:rPr>
              <a:t>Logo</a:t>
            </a:r>
            <a:endParaRPr b="0" i="0" sz="1300" u="none" cap="none" strike="noStrike">
              <a:solidFill>
                <a:schemeClr val="dk1"/>
              </a:solidFill>
              <a:latin typeface="Calibri"/>
              <a:ea typeface="Calibri"/>
              <a:cs typeface="Calibri"/>
              <a:sym typeface="Calibri"/>
            </a:endParaRPr>
          </a:p>
        </p:txBody>
      </p:sp>
      <p:sp>
        <p:nvSpPr>
          <p:cNvPr id="282" name="Google Shape;282;p25"/>
          <p:cNvSpPr/>
          <p:nvPr/>
        </p:nvSpPr>
        <p:spPr>
          <a:xfrm>
            <a:off x="2609850" y="2073995"/>
            <a:ext cx="1885950" cy="809625"/>
          </a:xfrm>
          <a:prstGeom prst="roundRect">
            <a:avLst>
              <a:gd fmla="val 12941" name="adj"/>
            </a:avLst>
          </a:prstGeom>
          <a:solidFill>
            <a:srgbClr val="FFFFFF"/>
          </a:solidFill>
          <a:ln cap="flat" cmpd="sng" w="9525">
            <a:solidFill>
              <a:srgbClr val="E2E8F0"/>
            </a:solidFill>
            <a:prstDash val="solid"/>
            <a:round/>
            <a:headEnd len="sm" w="sm" type="none"/>
            <a:tailEnd len="sm" w="sm" type="none"/>
          </a:ln>
          <a:effectLst>
            <a:outerShdw blurRad="57150" rotWithShape="0" algn="bl" dir="5400000" dist="19050">
              <a:srgbClr val="0A1C43">
                <a:alpha val="5882"/>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83" name="Google Shape;283;p25"/>
          <p:cNvSpPr/>
          <p:nvPr/>
        </p:nvSpPr>
        <p:spPr>
          <a:xfrm>
            <a:off x="3210462" y="2376425"/>
            <a:ext cx="443400" cy="223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CBD5E1"/>
              </a:buClr>
              <a:buSzPts val="1300"/>
              <a:buFont typeface="Plus Jakarta Sans"/>
              <a:buNone/>
            </a:pPr>
            <a:r>
              <a:rPr b="1" i="0" lang="en" sz="1300" u="none" cap="none" strike="noStrike">
                <a:solidFill>
                  <a:srgbClr val="CBD5E1"/>
                </a:solidFill>
                <a:latin typeface="Plus Jakarta Sans"/>
                <a:ea typeface="Plus Jakarta Sans"/>
                <a:cs typeface="Plus Jakarta Sans"/>
                <a:sym typeface="Plus Jakarta Sans"/>
              </a:rPr>
              <a:t>Logo</a:t>
            </a:r>
            <a:endParaRPr b="0" i="0" sz="1300" u="none" cap="none" strike="noStrike">
              <a:solidFill>
                <a:schemeClr val="dk1"/>
              </a:solidFill>
              <a:latin typeface="Calibri"/>
              <a:ea typeface="Calibri"/>
              <a:cs typeface="Calibri"/>
              <a:sym typeface="Calibri"/>
            </a:endParaRPr>
          </a:p>
        </p:txBody>
      </p:sp>
      <p:sp>
        <p:nvSpPr>
          <p:cNvPr id="284" name="Google Shape;284;p25"/>
          <p:cNvSpPr/>
          <p:nvPr/>
        </p:nvSpPr>
        <p:spPr>
          <a:xfrm>
            <a:off x="4648200" y="2073995"/>
            <a:ext cx="1885950" cy="809625"/>
          </a:xfrm>
          <a:prstGeom prst="roundRect">
            <a:avLst>
              <a:gd fmla="val 12941" name="adj"/>
            </a:avLst>
          </a:prstGeom>
          <a:solidFill>
            <a:srgbClr val="FFFFFF"/>
          </a:solidFill>
          <a:ln cap="flat" cmpd="sng" w="9525">
            <a:solidFill>
              <a:srgbClr val="E2E8F0"/>
            </a:solidFill>
            <a:prstDash val="solid"/>
            <a:round/>
            <a:headEnd len="sm" w="sm" type="none"/>
            <a:tailEnd len="sm" w="sm" type="none"/>
          </a:ln>
          <a:effectLst>
            <a:outerShdw blurRad="57150" rotWithShape="0" algn="bl" dir="5400000" dist="19050">
              <a:srgbClr val="0A1C43">
                <a:alpha val="5882"/>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85" name="Google Shape;285;p25"/>
          <p:cNvSpPr/>
          <p:nvPr/>
        </p:nvSpPr>
        <p:spPr>
          <a:xfrm>
            <a:off x="5315149" y="2376425"/>
            <a:ext cx="443400" cy="223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CBD5E1"/>
              </a:buClr>
              <a:buSzPts val="1300"/>
              <a:buFont typeface="Plus Jakarta Sans"/>
              <a:buNone/>
            </a:pPr>
            <a:r>
              <a:rPr b="1" i="0" lang="en" sz="1300" u="none" cap="none" strike="noStrike">
                <a:solidFill>
                  <a:srgbClr val="CBD5E1"/>
                </a:solidFill>
                <a:latin typeface="Plus Jakarta Sans"/>
                <a:ea typeface="Plus Jakarta Sans"/>
                <a:cs typeface="Plus Jakarta Sans"/>
                <a:sym typeface="Plus Jakarta Sans"/>
              </a:rPr>
              <a:t>Logo</a:t>
            </a:r>
            <a:endParaRPr b="0" i="0" sz="1300" u="none" cap="none" strike="noStrike">
              <a:solidFill>
                <a:schemeClr val="dk1"/>
              </a:solidFill>
              <a:latin typeface="Calibri"/>
              <a:ea typeface="Calibri"/>
              <a:cs typeface="Calibri"/>
              <a:sym typeface="Calibri"/>
            </a:endParaRPr>
          </a:p>
        </p:txBody>
      </p:sp>
      <p:sp>
        <p:nvSpPr>
          <p:cNvPr id="286" name="Google Shape;286;p25"/>
          <p:cNvSpPr/>
          <p:nvPr/>
        </p:nvSpPr>
        <p:spPr>
          <a:xfrm>
            <a:off x="6686550" y="2073995"/>
            <a:ext cx="1885950" cy="809625"/>
          </a:xfrm>
          <a:prstGeom prst="roundRect">
            <a:avLst>
              <a:gd fmla="val 12941" name="adj"/>
            </a:avLst>
          </a:prstGeom>
          <a:solidFill>
            <a:srgbClr val="FFFFFF"/>
          </a:solidFill>
          <a:ln cap="flat" cmpd="sng" w="9525">
            <a:solidFill>
              <a:srgbClr val="E2E8F0"/>
            </a:solidFill>
            <a:prstDash val="solid"/>
            <a:round/>
            <a:headEnd len="sm" w="sm" type="none"/>
            <a:tailEnd len="sm" w="sm" type="none"/>
          </a:ln>
          <a:effectLst>
            <a:outerShdw blurRad="57150" rotWithShape="0" algn="bl" dir="5400000" dist="19050">
              <a:srgbClr val="0A1C43">
                <a:alpha val="5882"/>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87" name="Google Shape;287;p25"/>
          <p:cNvSpPr/>
          <p:nvPr/>
        </p:nvSpPr>
        <p:spPr>
          <a:xfrm>
            <a:off x="7419836" y="2376425"/>
            <a:ext cx="443400" cy="223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CBD5E1"/>
              </a:buClr>
              <a:buSzPts val="1300"/>
              <a:buFont typeface="Plus Jakarta Sans"/>
              <a:buNone/>
            </a:pPr>
            <a:r>
              <a:rPr b="1" i="0" lang="en" sz="1300" u="none" cap="none" strike="noStrike">
                <a:solidFill>
                  <a:srgbClr val="CBD5E1"/>
                </a:solidFill>
                <a:latin typeface="Plus Jakarta Sans"/>
                <a:ea typeface="Plus Jakarta Sans"/>
                <a:cs typeface="Plus Jakarta Sans"/>
                <a:sym typeface="Plus Jakarta Sans"/>
              </a:rPr>
              <a:t>Logo</a:t>
            </a:r>
            <a:endParaRPr b="0" i="0" sz="1300" u="none" cap="none" strike="noStrike">
              <a:solidFill>
                <a:schemeClr val="dk1"/>
              </a:solidFill>
              <a:latin typeface="Calibri"/>
              <a:ea typeface="Calibri"/>
              <a:cs typeface="Calibri"/>
              <a:sym typeface="Calibri"/>
            </a:endParaRPr>
          </a:p>
        </p:txBody>
      </p:sp>
      <p:sp>
        <p:nvSpPr>
          <p:cNvPr id="288" name="Google Shape;288;p25"/>
          <p:cNvSpPr/>
          <p:nvPr/>
        </p:nvSpPr>
        <p:spPr>
          <a:xfrm>
            <a:off x="571500" y="3036020"/>
            <a:ext cx="1885950" cy="809625"/>
          </a:xfrm>
          <a:prstGeom prst="roundRect">
            <a:avLst>
              <a:gd fmla="val 12941" name="adj"/>
            </a:avLst>
          </a:prstGeom>
          <a:solidFill>
            <a:srgbClr val="FFFFFF"/>
          </a:solidFill>
          <a:ln cap="flat" cmpd="sng" w="9525">
            <a:solidFill>
              <a:srgbClr val="E2E8F0"/>
            </a:solidFill>
            <a:prstDash val="solid"/>
            <a:round/>
            <a:headEnd len="sm" w="sm" type="none"/>
            <a:tailEnd len="sm" w="sm" type="none"/>
          </a:ln>
          <a:effectLst>
            <a:outerShdw blurRad="57150" rotWithShape="0" algn="bl" dir="5400000" dist="19050">
              <a:srgbClr val="0A1C43">
                <a:alpha val="5882"/>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89" name="Google Shape;289;p25"/>
          <p:cNvSpPr/>
          <p:nvPr/>
        </p:nvSpPr>
        <p:spPr>
          <a:xfrm>
            <a:off x="1105775" y="3338448"/>
            <a:ext cx="443400" cy="223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CBD5E1"/>
              </a:buClr>
              <a:buSzPts val="1300"/>
              <a:buFont typeface="Plus Jakarta Sans"/>
              <a:buNone/>
            </a:pPr>
            <a:r>
              <a:rPr b="1" i="0" lang="en" sz="1300" u="none" cap="none" strike="noStrike">
                <a:solidFill>
                  <a:srgbClr val="CBD5E1"/>
                </a:solidFill>
                <a:latin typeface="Plus Jakarta Sans"/>
                <a:ea typeface="Plus Jakarta Sans"/>
                <a:cs typeface="Plus Jakarta Sans"/>
                <a:sym typeface="Plus Jakarta Sans"/>
              </a:rPr>
              <a:t>Logo</a:t>
            </a:r>
            <a:endParaRPr b="0" i="0" sz="1300" u="none" cap="none" strike="noStrike">
              <a:solidFill>
                <a:schemeClr val="dk1"/>
              </a:solidFill>
              <a:latin typeface="Calibri"/>
              <a:ea typeface="Calibri"/>
              <a:cs typeface="Calibri"/>
              <a:sym typeface="Calibri"/>
            </a:endParaRPr>
          </a:p>
        </p:txBody>
      </p:sp>
      <p:sp>
        <p:nvSpPr>
          <p:cNvPr id="290" name="Google Shape;290;p25"/>
          <p:cNvSpPr/>
          <p:nvPr/>
        </p:nvSpPr>
        <p:spPr>
          <a:xfrm>
            <a:off x="2609850" y="3036020"/>
            <a:ext cx="1885950" cy="809625"/>
          </a:xfrm>
          <a:prstGeom prst="roundRect">
            <a:avLst>
              <a:gd fmla="val 12941" name="adj"/>
            </a:avLst>
          </a:prstGeom>
          <a:solidFill>
            <a:srgbClr val="FFFFFF"/>
          </a:solidFill>
          <a:ln cap="flat" cmpd="sng" w="9525">
            <a:solidFill>
              <a:srgbClr val="E2E8F0"/>
            </a:solidFill>
            <a:prstDash val="solid"/>
            <a:round/>
            <a:headEnd len="sm" w="sm" type="none"/>
            <a:tailEnd len="sm" w="sm" type="none"/>
          </a:ln>
          <a:effectLst>
            <a:outerShdw blurRad="57150" rotWithShape="0" algn="bl" dir="5400000" dist="19050">
              <a:srgbClr val="0A1C43">
                <a:alpha val="5882"/>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91" name="Google Shape;291;p25"/>
          <p:cNvSpPr/>
          <p:nvPr/>
        </p:nvSpPr>
        <p:spPr>
          <a:xfrm>
            <a:off x="3210462" y="3338448"/>
            <a:ext cx="443400" cy="223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CBD5E1"/>
              </a:buClr>
              <a:buSzPts val="1300"/>
              <a:buFont typeface="Plus Jakarta Sans"/>
              <a:buNone/>
            </a:pPr>
            <a:r>
              <a:rPr b="1" i="0" lang="en" sz="1300" u="none" cap="none" strike="noStrike">
                <a:solidFill>
                  <a:srgbClr val="CBD5E1"/>
                </a:solidFill>
                <a:latin typeface="Plus Jakarta Sans"/>
                <a:ea typeface="Plus Jakarta Sans"/>
                <a:cs typeface="Plus Jakarta Sans"/>
                <a:sym typeface="Plus Jakarta Sans"/>
              </a:rPr>
              <a:t>Logo</a:t>
            </a:r>
            <a:endParaRPr b="0" i="0" sz="1300" u="none" cap="none" strike="noStrike">
              <a:solidFill>
                <a:schemeClr val="dk1"/>
              </a:solidFill>
              <a:latin typeface="Calibri"/>
              <a:ea typeface="Calibri"/>
              <a:cs typeface="Calibri"/>
              <a:sym typeface="Calibri"/>
            </a:endParaRPr>
          </a:p>
        </p:txBody>
      </p:sp>
      <p:sp>
        <p:nvSpPr>
          <p:cNvPr id="292" name="Google Shape;292;p25"/>
          <p:cNvSpPr/>
          <p:nvPr/>
        </p:nvSpPr>
        <p:spPr>
          <a:xfrm>
            <a:off x="4648200" y="3036020"/>
            <a:ext cx="1885950" cy="809625"/>
          </a:xfrm>
          <a:prstGeom prst="roundRect">
            <a:avLst>
              <a:gd fmla="val 12941" name="adj"/>
            </a:avLst>
          </a:prstGeom>
          <a:solidFill>
            <a:srgbClr val="FFFFFF"/>
          </a:solidFill>
          <a:ln cap="flat" cmpd="sng" w="9525">
            <a:solidFill>
              <a:srgbClr val="E2E8F0"/>
            </a:solidFill>
            <a:prstDash val="solid"/>
            <a:round/>
            <a:headEnd len="sm" w="sm" type="none"/>
            <a:tailEnd len="sm" w="sm" type="none"/>
          </a:ln>
          <a:effectLst>
            <a:outerShdw blurRad="57150" rotWithShape="0" algn="bl" dir="5400000" dist="19050">
              <a:srgbClr val="0A1C43">
                <a:alpha val="5882"/>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93" name="Google Shape;293;p25"/>
          <p:cNvSpPr/>
          <p:nvPr/>
        </p:nvSpPr>
        <p:spPr>
          <a:xfrm>
            <a:off x="5315149" y="3338448"/>
            <a:ext cx="443400" cy="223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CBD5E1"/>
              </a:buClr>
              <a:buSzPts val="1300"/>
              <a:buFont typeface="Plus Jakarta Sans"/>
              <a:buNone/>
            </a:pPr>
            <a:r>
              <a:rPr b="1" i="0" lang="en" sz="1300" u="none" cap="none" strike="noStrike">
                <a:solidFill>
                  <a:srgbClr val="CBD5E1"/>
                </a:solidFill>
                <a:latin typeface="Plus Jakarta Sans"/>
                <a:ea typeface="Plus Jakarta Sans"/>
                <a:cs typeface="Plus Jakarta Sans"/>
                <a:sym typeface="Plus Jakarta Sans"/>
              </a:rPr>
              <a:t>Logo</a:t>
            </a:r>
            <a:endParaRPr b="0" i="0" sz="1300" u="none" cap="none" strike="noStrike">
              <a:solidFill>
                <a:schemeClr val="dk1"/>
              </a:solidFill>
              <a:latin typeface="Calibri"/>
              <a:ea typeface="Calibri"/>
              <a:cs typeface="Calibri"/>
              <a:sym typeface="Calibri"/>
            </a:endParaRPr>
          </a:p>
        </p:txBody>
      </p:sp>
      <p:sp>
        <p:nvSpPr>
          <p:cNvPr id="294" name="Google Shape;294;p25"/>
          <p:cNvSpPr/>
          <p:nvPr/>
        </p:nvSpPr>
        <p:spPr>
          <a:xfrm>
            <a:off x="6686550" y="3036020"/>
            <a:ext cx="1885950" cy="809625"/>
          </a:xfrm>
          <a:prstGeom prst="roundRect">
            <a:avLst>
              <a:gd fmla="val 12941" name="adj"/>
            </a:avLst>
          </a:prstGeom>
          <a:solidFill>
            <a:srgbClr val="FFFFFF"/>
          </a:solidFill>
          <a:ln cap="flat" cmpd="sng" w="9525">
            <a:solidFill>
              <a:srgbClr val="E2E8F0"/>
            </a:solidFill>
            <a:prstDash val="solid"/>
            <a:round/>
            <a:headEnd len="sm" w="sm" type="none"/>
            <a:tailEnd len="sm" w="sm" type="none"/>
          </a:ln>
          <a:effectLst>
            <a:outerShdw blurRad="57150" rotWithShape="0" algn="bl" dir="5400000" dist="19050">
              <a:srgbClr val="0A1C43">
                <a:alpha val="5882"/>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95" name="Google Shape;295;p25"/>
          <p:cNvSpPr/>
          <p:nvPr/>
        </p:nvSpPr>
        <p:spPr>
          <a:xfrm>
            <a:off x="7419836" y="3338448"/>
            <a:ext cx="443400" cy="223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CBD5E1"/>
              </a:buClr>
              <a:buSzPts val="1300"/>
              <a:buFont typeface="Plus Jakarta Sans"/>
              <a:buNone/>
            </a:pPr>
            <a:r>
              <a:rPr b="1" i="0" lang="en" sz="1300" u="none" cap="none" strike="noStrike">
                <a:solidFill>
                  <a:srgbClr val="CBD5E1"/>
                </a:solidFill>
                <a:latin typeface="Plus Jakarta Sans"/>
                <a:ea typeface="Plus Jakarta Sans"/>
                <a:cs typeface="Plus Jakarta Sans"/>
                <a:sym typeface="Plus Jakarta Sans"/>
              </a:rPr>
              <a:t>Logo</a:t>
            </a:r>
            <a:endParaRPr b="0" i="0" sz="1300" u="none" cap="none" strike="noStrike">
              <a:solidFill>
                <a:schemeClr val="dk1"/>
              </a:solidFill>
              <a:latin typeface="Calibri"/>
              <a:ea typeface="Calibri"/>
              <a:cs typeface="Calibri"/>
              <a:sym typeface="Calibri"/>
            </a:endParaRPr>
          </a:p>
        </p:txBody>
      </p:sp>
      <p:pic>
        <p:nvPicPr>
          <p:cNvPr descr="preencoded.png" id="296" name="Google Shape;296;p25"/>
          <p:cNvPicPr preferRelativeResize="0"/>
          <p:nvPr/>
        </p:nvPicPr>
        <p:blipFill rotWithShape="1">
          <a:blip r:embed="rId3">
            <a:alphaModFix/>
          </a:blip>
          <a:srcRect b="0" l="0" r="0" t="0"/>
          <a:stretch/>
        </p:blipFill>
        <p:spPr>
          <a:xfrm>
            <a:off x="571500" y="4767263"/>
            <a:ext cx="664369" cy="128588"/>
          </a:xfrm>
          <a:prstGeom prst="rect">
            <a:avLst/>
          </a:prstGeom>
          <a:noFill/>
          <a:ln>
            <a:noFill/>
          </a:ln>
        </p:spPr>
      </p:pic>
      <p:sp>
        <p:nvSpPr>
          <p:cNvPr id="297" name="Google Shape;297;p25"/>
          <p:cNvSpPr/>
          <p:nvPr/>
        </p:nvSpPr>
        <p:spPr>
          <a:xfrm>
            <a:off x="8466200" y="4777978"/>
            <a:ext cx="144401" cy="1262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94A3B8"/>
              </a:buClr>
              <a:buSzPts val="700"/>
              <a:buFont typeface="Plus Jakarta Sans"/>
              <a:buNone/>
            </a:pPr>
            <a:r>
              <a:rPr b="1" i="0" lang="en" sz="700" u="none" cap="none" strike="noStrike">
                <a:solidFill>
                  <a:srgbClr val="94A3B8"/>
                </a:solidFill>
                <a:latin typeface="Plus Jakarta Sans"/>
                <a:ea typeface="Plus Jakarta Sans"/>
                <a:cs typeface="Plus Jakarta Sans"/>
                <a:sym typeface="Plus Jakarta Sans"/>
              </a:rPr>
              <a:t>09</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pic>
        <p:nvPicPr>
          <p:cNvPr id="303" name="Google Shape;303;p26" title="image 33.png"/>
          <p:cNvPicPr preferRelativeResize="0"/>
          <p:nvPr/>
        </p:nvPicPr>
        <p:blipFill>
          <a:blip r:embed="rId3">
            <a:alphaModFix/>
          </a:blip>
          <a:stretch>
            <a:fillRect/>
          </a:stretch>
        </p:blipFill>
        <p:spPr>
          <a:xfrm>
            <a:off x="1649150" y="1820400"/>
            <a:ext cx="1400676" cy="1400676"/>
          </a:xfrm>
          <a:prstGeom prst="rect">
            <a:avLst/>
          </a:prstGeom>
          <a:noFill/>
          <a:ln>
            <a:noFill/>
          </a:ln>
        </p:spPr>
      </p:pic>
      <p:pic>
        <p:nvPicPr>
          <p:cNvPr id="304" name="Google Shape;304;p26" title="image 34.png"/>
          <p:cNvPicPr preferRelativeResize="0"/>
          <p:nvPr/>
        </p:nvPicPr>
        <p:blipFill>
          <a:blip r:embed="rId4">
            <a:alphaModFix/>
          </a:blip>
          <a:stretch>
            <a:fillRect/>
          </a:stretch>
        </p:blipFill>
        <p:spPr>
          <a:xfrm>
            <a:off x="3871637" y="1820400"/>
            <a:ext cx="1400676" cy="1400676"/>
          </a:xfrm>
          <a:prstGeom prst="rect">
            <a:avLst/>
          </a:prstGeom>
          <a:noFill/>
          <a:ln>
            <a:noFill/>
          </a:ln>
        </p:spPr>
      </p:pic>
      <p:pic>
        <p:nvPicPr>
          <p:cNvPr id="305" name="Google Shape;305;p26" title="image 35.png"/>
          <p:cNvPicPr preferRelativeResize="0"/>
          <p:nvPr/>
        </p:nvPicPr>
        <p:blipFill>
          <a:blip r:embed="rId5">
            <a:alphaModFix/>
          </a:blip>
          <a:stretch>
            <a:fillRect/>
          </a:stretch>
        </p:blipFill>
        <p:spPr>
          <a:xfrm>
            <a:off x="6094125" y="1820400"/>
            <a:ext cx="1400676" cy="1400676"/>
          </a:xfrm>
          <a:prstGeom prst="rect">
            <a:avLst/>
          </a:prstGeom>
          <a:noFill/>
          <a:ln>
            <a:noFill/>
          </a:ln>
        </p:spPr>
      </p:pic>
      <p:pic>
        <p:nvPicPr>
          <p:cNvPr descr="preencoded.png" id="306" name="Google Shape;306;p26"/>
          <p:cNvPicPr preferRelativeResize="0"/>
          <p:nvPr/>
        </p:nvPicPr>
        <p:blipFill rotWithShape="1">
          <a:blip r:embed="rId6">
            <a:alphaModFix amt="32000"/>
          </a:blip>
          <a:srcRect b="0" l="0" r="0" t="0"/>
          <a:stretch/>
        </p:blipFill>
        <p:spPr>
          <a:xfrm>
            <a:off x="7239000" y="3475621"/>
            <a:ext cx="2857500" cy="2620380"/>
          </a:xfrm>
          <a:prstGeom prst="rect">
            <a:avLst/>
          </a:prstGeom>
          <a:noFill/>
          <a:ln>
            <a:noFill/>
          </a:ln>
        </p:spPr>
      </p:pic>
      <p:sp>
        <p:nvSpPr>
          <p:cNvPr id="307" name="Google Shape;307;p26"/>
          <p:cNvSpPr/>
          <p:nvPr/>
        </p:nvSpPr>
        <p:spPr>
          <a:xfrm>
            <a:off x="571500" y="457200"/>
            <a:ext cx="8241030" cy="201922"/>
          </a:xfrm>
          <a:prstGeom prst="rect">
            <a:avLst/>
          </a:prstGeom>
          <a:noFill/>
          <a:ln>
            <a:noFill/>
          </a:ln>
        </p:spPr>
        <p:txBody>
          <a:bodyPr anchorCtr="0" anchor="t" bIns="12700" lIns="12700" spcFirstLastPara="1" rIns="12700" wrap="square" tIns="12700">
            <a:noAutofit/>
          </a:bodyPr>
          <a:lstStyle/>
          <a:p>
            <a:pPr indent="0" lvl="0" marL="0" marR="0" rtl="0" algn="l">
              <a:lnSpc>
                <a:spcPct val="160000"/>
              </a:lnSpc>
              <a:spcBef>
                <a:spcPts val="0"/>
              </a:spcBef>
              <a:spcAft>
                <a:spcPts val="0"/>
              </a:spcAft>
              <a:buClr>
                <a:srgbClr val="437AEF"/>
              </a:buClr>
              <a:buSzPts val="900"/>
              <a:buFont typeface="Plus Jakarta Sans"/>
              <a:buNone/>
            </a:pPr>
            <a:r>
              <a:rPr b="1" i="0" lang="en" sz="1100" u="none" cap="none" strike="noStrike">
                <a:solidFill>
                  <a:srgbClr val="437AEF"/>
                </a:solidFill>
                <a:latin typeface="Plus Jakarta Sans"/>
                <a:ea typeface="Plus Jakarta Sans"/>
                <a:cs typeface="Plus Jakarta Sans"/>
                <a:sym typeface="Plus Jakarta Sans"/>
              </a:rPr>
              <a:t>EQUIPO</a:t>
            </a:r>
            <a:endParaRPr b="0" i="0" sz="1100" u="none" cap="none" strike="noStrike">
              <a:solidFill>
                <a:schemeClr val="dk1"/>
              </a:solidFill>
              <a:latin typeface="Calibri"/>
              <a:ea typeface="Calibri"/>
              <a:cs typeface="Calibri"/>
              <a:sym typeface="Calibri"/>
            </a:endParaRPr>
          </a:p>
        </p:txBody>
      </p:sp>
      <p:sp>
        <p:nvSpPr>
          <p:cNvPr id="308" name="Google Shape;308;p26"/>
          <p:cNvSpPr/>
          <p:nvPr/>
        </p:nvSpPr>
        <p:spPr>
          <a:xfrm>
            <a:off x="571500" y="725798"/>
            <a:ext cx="8241030" cy="378507"/>
          </a:xfrm>
          <a:prstGeom prst="rect">
            <a:avLst/>
          </a:prstGeom>
          <a:noFill/>
          <a:ln>
            <a:noFill/>
          </a:ln>
        </p:spPr>
        <p:txBody>
          <a:bodyPr anchorCtr="0" anchor="t" bIns="12700" lIns="12700" spcFirstLastPara="1" rIns="12700" wrap="square" tIns="12700">
            <a:noAutofit/>
          </a:bodyPr>
          <a:lstStyle/>
          <a:p>
            <a:pPr indent="0" lvl="0" marL="0" marR="0" rtl="0" algn="l">
              <a:lnSpc>
                <a:spcPct val="102000"/>
              </a:lnSpc>
              <a:spcBef>
                <a:spcPts val="0"/>
              </a:spcBef>
              <a:spcAft>
                <a:spcPts val="0"/>
              </a:spcAft>
              <a:buClr>
                <a:srgbClr val="020617"/>
              </a:buClr>
              <a:buSzPts val="2800"/>
              <a:buFont typeface="Plus Jakarta Sans"/>
              <a:buNone/>
            </a:pPr>
            <a:r>
              <a:rPr i="0" lang="en" sz="2800" u="none" cap="none" strike="noStrike">
                <a:solidFill>
                  <a:srgbClr val="020617"/>
                </a:solidFill>
                <a:latin typeface="Plus Jakarta Sans ExtraBold"/>
                <a:ea typeface="Plus Jakarta Sans ExtraBold"/>
                <a:cs typeface="Plus Jakarta Sans ExtraBold"/>
                <a:sym typeface="Plus Jakarta Sans ExtraBold"/>
              </a:rPr>
              <a:t>Las personas detrás</a:t>
            </a:r>
            <a:endParaRPr i="0" sz="2800" u="none" cap="none" strike="noStrike">
              <a:solidFill>
                <a:schemeClr val="dk1"/>
              </a:solidFill>
              <a:latin typeface="Plus Jakarta Sans ExtraBold"/>
              <a:ea typeface="Plus Jakarta Sans ExtraBold"/>
              <a:cs typeface="Plus Jakarta Sans ExtraBold"/>
              <a:sym typeface="Plus Jakarta Sans ExtraBold"/>
            </a:endParaRPr>
          </a:p>
        </p:txBody>
      </p:sp>
      <p:sp>
        <p:nvSpPr>
          <p:cNvPr id="309" name="Google Shape;309;p26"/>
          <p:cNvSpPr/>
          <p:nvPr/>
        </p:nvSpPr>
        <p:spPr>
          <a:xfrm>
            <a:off x="1677963" y="1849227"/>
            <a:ext cx="1343025" cy="1343025"/>
          </a:xfrm>
          <a:prstGeom prst="ellipse">
            <a:avLst/>
          </a:prstGeom>
          <a:noFill/>
          <a:ln>
            <a:noFill/>
          </a:ln>
          <a:effectLst>
            <a:outerShdw blurRad="381000" rotWithShape="0" algn="bl" dir="5400000" dist="171450">
              <a:srgbClr val="0A1C43">
                <a:alpha val="18039"/>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10" name="Google Shape;310;p26"/>
          <p:cNvSpPr/>
          <p:nvPr/>
        </p:nvSpPr>
        <p:spPr>
          <a:xfrm>
            <a:off x="1703524" y="3335127"/>
            <a:ext cx="1291902" cy="209550"/>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Clr>
                <a:srgbClr val="0F172A"/>
              </a:buClr>
              <a:buSzPts val="1200"/>
              <a:buFont typeface="Plus Jakarta Sans"/>
              <a:buNone/>
            </a:pPr>
            <a:r>
              <a:rPr b="1" i="0" lang="en" sz="1200" u="none" cap="none" strike="noStrike">
                <a:solidFill>
                  <a:srgbClr val="0F172A"/>
                </a:solidFill>
                <a:latin typeface="Plus Jakarta Sans"/>
                <a:ea typeface="Plus Jakarta Sans"/>
                <a:cs typeface="Plus Jakarta Sans"/>
                <a:sym typeface="Plus Jakarta Sans"/>
              </a:rPr>
              <a:t>Nombre Apellido</a:t>
            </a:r>
            <a:endParaRPr b="0" i="0" sz="1200" u="none" cap="none" strike="noStrike">
              <a:solidFill>
                <a:schemeClr val="dk1"/>
              </a:solidFill>
              <a:latin typeface="Calibri"/>
              <a:ea typeface="Calibri"/>
              <a:cs typeface="Calibri"/>
              <a:sym typeface="Calibri"/>
            </a:endParaRPr>
          </a:p>
        </p:txBody>
      </p:sp>
      <p:sp>
        <p:nvSpPr>
          <p:cNvPr id="311" name="Google Shape;311;p26"/>
          <p:cNvSpPr/>
          <p:nvPr/>
        </p:nvSpPr>
        <p:spPr>
          <a:xfrm>
            <a:off x="2159087" y="3544677"/>
            <a:ext cx="380777" cy="164307"/>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Clr>
                <a:srgbClr val="437AEF"/>
              </a:buClr>
              <a:buSzPts val="900"/>
              <a:buFont typeface="Plus Jakarta Sans"/>
              <a:buNone/>
            </a:pPr>
            <a:r>
              <a:rPr b="0" i="0" lang="en" sz="900" u="none" cap="none" strike="noStrike">
                <a:solidFill>
                  <a:srgbClr val="437AEF"/>
                </a:solidFill>
                <a:latin typeface="Plus Jakarta Sans"/>
                <a:ea typeface="Plus Jakarta Sans"/>
                <a:cs typeface="Plus Jakarta Sans"/>
                <a:sym typeface="Plus Jakarta Sans"/>
              </a:rPr>
              <a:t>Cargo</a:t>
            </a:r>
            <a:endParaRPr b="0" i="0" sz="900" u="none" cap="none" strike="noStrike">
              <a:solidFill>
                <a:schemeClr val="dk1"/>
              </a:solidFill>
              <a:latin typeface="Calibri"/>
              <a:ea typeface="Calibri"/>
              <a:cs typeface="Calibri"/>
              <a:sym typeface="Calibri"/>
            </a:endParaRPr>
          </a:p>
        </p:txBody>
      </p:sp>
      <p:sp>
        <p:nvSpPr>
          <p:cNvPr id="312" name="Google Shape;312;p26"/>
          <p:cNvSpPr/>
          <p:nvPr/>
        </p:nvSpPr>
        <p:spPr>
          <a:xfrm>
            <a:off x="1649156" y="3747083"/>
            <a:ext cx="1400676" cy="165720"/>
          </a:xfrm>
          <a:prstGeom prst="rect">
            <a:avLst/>
          </a:prstGeom>
          <a:noFill/>
          <a:ln>
            <a:noFill/>
          </a:ln>
        </p:spPr>
        <p:txBody>
          <a:bodyPr anchorCtr="0" anchor="t" bIns="12700" lIns="12700" spcFirstLastPara="1" rIns="12700" wrap="square" tIns="12700">
            <a:noAutofit/>
          </a:bodyPr>
          <a:lstStyle/>
          <a:p>
            <a:pPr indent="0" lvl="0" marL="0" marR="0" rtl="0" algn="ctr">
              <a:lnSpc>
                <a:spcPct val="140000"/>
              </a:lnSpc>
              <a:spcBef>
                <a:spcPts val="0"/>
              </a:spcBef>
              <a:spcAft>
                <a:spcPts val="0"/>
              </a:spcAft>
              <a:buClr>
                <a:srgbClr val="64748B"/>
              </a:buClr>
              <a:buSzPts val="800"/>
              <a:buFont typeface="Plus Jakarta Sans"/>
              <a:buNone/>
            </a:pPr>
            <a:r>
              <a:rPr b="0" i="0" lang="en" sz="800" u="none" cap="none" strike="noStrike">
                <a:solidFill>
                  <a:srgbClr val="64748B"/>
                </a:solidFill>
                <a:latin typeface="Plus Jakarta Sans"/>
                <a:ea typeface="Plus Jakarta Sans"/>
                <a:cs typeface="Plus Jakarta Sans"/>
                <a:sym typeface="Plus Jakarta Sans"/>
              </a:rPr>
              <a:t>Una línea breve sobre su rol.</a:t>
            </a:r>
            <a:endParaRPr b="0" i="0" sz="800" u="none" cap="none" strike="noStrike">
              <a:solidFill>
                <a:schemeClr val="dk1"/>
              </a:solidFill>
              <a:latin typeface="Calibri"/>
              <a:ea typeface="Calibri"/>
              <a:cs typeface="Calibri"/>
              <a:sym typeface="Calibri"/>
            </a:endParaRPr>
          </a:p>
        </p:txBody>
      </p:sp>
      <p:sp>
        <p:nvSpPr>
          <p:cNvPr id="313" name="Google Shape;313;p26"/>
          <p:cNvSpPr/>
          <p:nvPr/>
        </p:nvSpPr>
        <p:spPr>
          <a:xfrm>
            <a:off x="3900451" y="1849227"/>
            <a:ext cx="1343025" cy="1343025"/>
          </a:xfrm>
          <a:prstGeom prst="ellipse">
            <a:avLst/>
          </a:prstGeom>
          <a:noFill/>
          <a:ln>
            <a:noFill/>
          </a:ln>
          <a:effectLst>
            <a:outerShdw blurRad="381000" rotWithShape="0" algn="bl" dir="5400000" dist="171450">
              <a:srgbClr val="0A1C43">
                <a:alpha val="18039"/>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14" name="Google Shape;314;p26"/>
          <p:cNvSpPr/>
          <p:nvPr/>
        </p:nvSpPr>
        <p:spPr>
          <a:xfrm>
            <a:off x="3926011" y="3335127"/>
            <a:ext cx="1291903" cy="209550"/>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Clr>
                <a:srgbClr val="0F172A"/>
              </a:buClr>
              <a:buSzPts val="1200"/>
              <a:buFont typeface="Plus Jakarta Sans"/>
              <a:buNone/>
            </a:pPr>
            <a:r>
              <a:rPr b="1" i="0" lang="en" sz="1200" u="none" cap="none" strike="noStrike">
                <a:solidFill>
                  <a:srgbClr val="0F172A"/>
                </a:solidFill>
                <a:latin typeface="Plus Jakarta Sans"/>
                <a:ea typeface="Plus Jakarta Sans"/>
                <a:cs typeface="Plus Jakarta Sans"/>
                <a:sym typeface="Plus Jakarta Sans"/>
              </a:rPr>
              <a:t>Nombre Apellido</a:t>
            </a:r>
            <a:endParaRPr b="0" i="0" sz="1200" u="none" cap="none" strike="noStrike">
              <a:solidFill>
                <a:schemeClr val="dk1"/>
              </a:solidFill>
              <a:latin typeface="Calibri"/>
              <a:ea typeface="Calibri"/>
              <a:cs typeface="Calibri"/>
              <a:sym typeface="Calibri"/>
            </a:endParaRPr>
          </a:p>
        </p:txBody>
      </p:sp>
      <p:sp>
        <p:nvSpPr>
          <p:cNvPr id="315" name="Google Shape;315;p26"/>
          <p:cNvSpPr/>
          <p:nvPr/>
        </p:nvSpPr>
        <p:spPr>
          <a:xfrm>
            <a:off x="4381575" y="3544677"/>
            <a:ext cx="380777" cy="164307"/>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Clr>
                <a:srgbClr val="437AEF"/>
              </a:buClr>
              <a:buSzPts val="900"/>
              <a:buFont typeface="Plus Jakarta Sans"/>
              <a:buNone/>
            </a:pPr>
            <a:r>
              <a:rPr b="0" i="0" lang="en" sz="900" u="none" cap="none" strike="noStrike">
                <a:solidFill>
                  <a:srgbClr val="437AEF"/>
                </a:solidFill>
                <a:latin typeface="Plus Jakarta Sans"/>
                <a:ea typeface="Plus Jakarta Sans"/>
                <a:cs typeface="Plus Jakarta Sans"/>
                <a:sym typeface="Plus Jakarta Sans"/>
              </a:rPr>
              <a:t>Cargo</a:t>
            </a:r>
            <a:endParaRPr b="0" i="0" sz="900" u="none" cap="none" strike="noStrike">
              <a:solidFill>
                <a:schemeClr val="dk1"/>
              </a:solidFill>
              <a:latin typeface="Calibri"/>
              <a:ea typeface="Calibri"/>
              <a:cs typeface="Calibri"/>
              <a:sym typeface="Calibri"/>
            </a:endParaRPr>
          </a:p>
        </p:txBody>
      </p:sp>
      <p:sp>
        <p:nvSpPr>
          <p:cNvPr id="316" name="Google Shape;316;p26"/>
          <p:cNvSpPr/>
          <p:nvPr/>
        </p:nvSpPr>
        <p:spPr>
          <a:xfrm>
            <a:off x="3871644" y="3747083"/>
            <a:ext cx="1400676" cy="165720"/>
          </a:xfrm>
          <a:prstGeom prst="rect">
            <a:avLst/>
          </a:prstGeom>
          <a:noFill/>
          <a:ln>
            <a:noFill/>
          </a:ln>
        </p:spPr>
        <p:txBody>
          <a:bodyPr anchorCtr="0" anchor="t" bIns="12700" lIns="12700" spcFirstLastPara="1" rIns="12700" wrap="square" tIns="12700">
            <a:noAutofit/>
          </a:bodyPr>
          <a:lstStyle/>
          <a:p>
            <a:pPr indent="0" lvl="0" marL="0" marR="0" rtl="0" algn="ctr">
              <a:lnSpc>
                <a:spcPct val="140000"/>
              </a:lnSpc>
              <a:spcBef>
                <a:spcPts val="0"/>
              </a:spcBef>
              <a:spcAft>
                <a:spcPts val="0"/>
              </a:spcAft>
              <a:buClr>
                <a:srgbClr val="64748B"/>
              </a:buClr>
              <a:buSzPts val="800"/>
              <a:buFont typeface="Plus Jakarta Sans"/>
              <a:buNone/>
            </a:pPr>
            <a:r>
              <a:rPr b="0" i="0" lang="en" sz="800" u="none" cap="none" strike="noStrike">
                <a:solidFill>
                  <a:srgbClr val="64748B"/>
                </a:solidFill>
                <a:latin typeface="Plus Jakarta Sans"/>
                <a:ea typeface="Plus Jakarta Sans"/>
                <a:cs typeface="Plus Jakarta Sans"/>
                <a:sym typeface="Plus Jakarta Sans"/>
              </a:rPr>
              <a:t>Una línea breve sobre su rol.</a:t>
            </a:r>
            <a:endParaRPr b="0" i="0" sz="800" u="none" cap="none" strike="noStrike">
              <a:solidFill>
                <a:schemeClr val="dk1"/>
              </a:solidFill>
              <a:latin typeface="Calibri"/>
              <a:ea typeface="Calibri"/>
              <a:cs typeface="Calibri"/>
              <a:sym typeface="Calibri"/>
            </a:endParaRPr>
          </a:p>
        </p:txBody>
      </p:sp>
      <p:sp>
        <p:nvSpPr>
          <p:cNvPr id="317" name="Google Shape;317;p26"/>
          <p:cNvSpPr/>
          <p:nvPr/>
        </p:nvSpPr>
        <p:spPr>
          <a:xfrm>
            <a:off x="6122938" y="1849227"/>
            <a:ext cx="1343025" cy="1343025"/>
          </a:xfrm>
          <a:prstGeom prst="ellipse">
            <a:avLst/>
          </a:prstGeom>
          <a:noFill/>
          <a:ln>
            <a:noFill/>
          </a:ln>
          <a:effectLst>
            <a:outerShdw blurRad="381000" rotWithShape="0" algn="bl" dir="5400000" dist="171450">
              <a:srgbClr val="0A1C43">
                <a:alpha val="18039"/>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18" name="Google Shape;318;p26"/>
          <p:cNvSpPr/>
          <p:nvPr/>
        </p:nvSpPr>
        <p:spPr>
          <a:xfrm>
            <a:off x="6148499" y="3335127"/>
            <a:ext cx="1291903" cy="209550"/>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Clr>
                <a:srgbClr val="0F172A"/>
              </a:buClr>
              <a:buSzPts val="1200"/>
              <a:buFont typeface="Plus Jakarta Sans"/>
              <a:buNone/>
            </a:pPr>
            <a:r>
              <a:rPr b="1" i="0" lang="en" sz="1200" u="none" cap="none" strike="noStrike">
                <a:solidFill>
                  <a:srgbClr val="0F172A"/>
                </a:solidFill>
                <a:latin typeface="Plus Jakarta Sans"/>
                <a:ea typeface="Plus Jakarta Sans"/>
                <a:cs typeface="Plus Jakarta Sans"/>
                <a:sym typeface="Plus Jakarta Sans"/>
              </a:rPr>
              <a:t>Nombre Apellido</a:t>
            </a:r>
            <a:endParaRPr b="0" i="0" sz="1200" u="none" cap="none" strike="noStrike">
              <a:solidFill>
                <a:schemeClr val="dk1"/>
              </a:solidFill>
              <a:latin typeface="Calibri"/>
              <a:ea typeface="Calibri"/>
              <a:cs typeface="Calibri"/>
              <a:sym typeface="Calibri"/>
            </a:endParaRPr>
          </a:p>
        </p:txBody>
      </p:sp>
      <p:sp>
        <p:nvSpPr>
          <p:cNvPr id="319" name="Google Shape;319;p26"/>
          <p:cNvSpPr/>
          <p:nvPr/>
        </p:nvSpPr>
        <p:spPr>
          <a:xfrm>
            <a:off x="6604062" y="3544677"/>
            <a:ext cx="380777" cy="164307"/>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Clr>
                <a:srgbClr val="437AEF"/>
              </a:buClr>
              <a:buSzPts val="900"/>
              <a:buFont typeface="Plus Jakarta Sans"/>
              <a:buNone/>
            </a:pPr>
            <a:r>
              <a:rPr b="0" i="0" lang="en" sz="900" u="none" cap="none" strike="noStrike">
                <a:solidFill>
                  <a:srgbClr val="437AEF"/>
                </a:solidFill>
                <a:latin typeface="Plus Jakarta Sans"/>
                <a:ea typeface="Plus Jakarta Sans"/>
                <a:cs typeface="Plus Jakarta Sans"/>
                <a:sym typeface="Plus Jakarta Sans"/>
              </a:rPr>
              <a:t>Cargo</a:t>
            </a:r>
            <a:endParaRPr b="0" i="0" sz="900" u="none" cap="none" strike="noStrike">
              <a:solidFill>
                <a:schemeClr val="dk1"/>
              </a:solidFill>
              <a:latin typeface="Calibri"/>
              <a:ea typeface="Calibri"/>
              <a:cs typeface="Calibri"/>
              <a:sym typeface="Calibri"/>
            </a:endParaRPr>
          </a:p>
        </p:txBody>
      </p:sp>
      <p:sp>
        <p:nvSpPr>
          <p:cNvPr id="320" name="Google Shape;320;p26"/>
          <p:cNvSpPr/>
          <p:nvPr/>
        </p:nvSpPr>
        <p:spPr>
          <a:xfrm>
            <a:off x="6094131" y="3747083"/>
            <a:ext cx="1400676" cy="165720"/>
          </a:xfrm>
          <a:prstGeom prst="rect">
            <a:avLst/>
          </a:prstGeom>
          <a:noFill/>
          <a:ln>
            <a:noFill/>
          </a:ln>
        </p:spPr>
        <p:txBody>
          <a:bodyPr anchorCtr="0" anchor="t" bIns="12700" lIns="12700" spcFirstLastPara="1" rIns="12700" wrap="square" tIns="12700">
            <a:noAutofit/>
          </a:bodyPr>
          <a:lstStyle/>
          <a:p>
            <a:pPr indent="0" lvl="0" marL="0" marR="0" rtl="0" algn="ctr">
              <a:lnSpc>
                <a:spcPct val="140000"/>
              </a:lnSpc>
              <a:spcBef>
                <a:spcPts val="0"/>
              </a:spcBef>
              <a:spcAft>
                <a:spcPts val="0"/>
              </a:spcAft>
              <a:buClr>
                <a:srgbClr val="64748B"/>
              </a:buClr>
              <a:buSzPts val="800"/>
              <a:buFont typeface="Plus Jakarta Sans"/>
              <a:buNone/>
            </a:pPr>
            <a:r>
              <a:rPr b="0" i="0" lang="en" sz="800" u="none" cap="none" strike="noStrike">
                <a:solidFill>
                  <a:srgbClr val="64748B"/>
                </a:solidFill>
                <a:latin typeface="Plus Jakarta Sans"/>
                <a:ea typeface="Plus Jakarta Sans"/>
                <a:cs typeface="Plus Jakarta Sans"/>
                <a:sym typeface="Plus Jakarta Sans"/>
              </a:rPr>
              <a:t>Una línea breve sobre su rol.</a:t>
            </a:r>
            <a:endParaRPr b="0" i="0" sz="800" u="none" cap="none" strike="noStrike">
              <a:solidFill>
                <a:schemeClr val="dk1"/>
              </a:solidFill>
              <a:latin typeface="Calibri"/>
              <a:ea typeface="Calibri"/>
              <a:cs typeface="Calibri"/>
              <a:sym typeface="Calibri"/>
            </a:endParaRPr>
          </a:p>
        </p:txBody>
      </p:sp>
      <p:pic>
        <p:nvPicPr>
          <p:cNvPr descr="preencoded.png" id="321" name="Google Shape;321;p26"/>
          <p:cNvPicPr preferRelativeResize="0"/>
          <p:nvPr/>
        </p:nvPicPr>
        <p:blipFill rotWithShape="1">
          <a:blip r:embed="rId7">
            <a:alphaModFix/>
          </a:blip>
          <a:srcRect b="0" l="0" r="0" t="0"/>
          <a:stretch/>
        </p:blipFill>
        <p:spPr>
          <a:xfrm>
            <a:off x="571500" y="4767263"/>
            <a:ext cx="664369" cy="128588"/>
          </a:xfrm>
          <a:prstGeom prst="rect">
            <a:avLst/>
          </a:prstGeom>
          <a:noFill/>
          <a:ln>
            <a:noFill/>
          </a:ln>
        </p:spPr>
      </p:pic>
      <p:sp>
        <p:nvSpPr>
          <p:cNvPr id="322" name="Google Shape;322;p26"/>
          <p:cNvSpPr/>
          <p:nvPr/>
        </p:nvSpPr>
        <p:spPr>
          <a:xfrm>
            <a:off x="8466200" y="4777978"/>
            <a:ext cx="144401" cy="1262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94A3B8"/>
              </a:buClr>
              <a:buSzPts val="700"/>
              <a:buFont typeface="Plus Jakarta Sans"/>
              <a:buNone/>
            </a:pPr>
            <a:r>
              <a:rPr b="1" i="0" lang="en" sz="700" u="none" cap="none" strike="noStrike">
                <a:solidFill>
                  <a:srgbClr val="94A3B8"/>
                </a:solidFill>
                <a:latin typeface="Plus Jakarta Sans"/>
                <a:ea typeface="Plus Jakarta Sans"/>
                <a:cs typeface="Plus Jakarta Sans"/>
                <a:sym typeface="Plus Jakarta Sans"/>
              </a:rPr>
              <a:t>10</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27"/>
          <p:cNvSpPr/>
          <p:nvPr/>
        </p:nvSpPr>
        <p:spPr>
          <a:xfrm>
            <a:off x="1238400" y="1661676"/>
            <a:ext cx="523500" cy="523500"/>
          </a:xfrm>
          <a:prstGeom prst="roundRect">
            <a:avLst>
              <a:gd fmla="val 31250" name="adj"/>
            </a:avLst>
          </a:prstGeom>
          <a:solidFill>
            <a:srgbClr val="1C4EBA">
              <a:alpha val="1500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29" name="Google Shape;329;p27"/>
          <p:cNvSpPr/>
          <p:nvPr/>
        </p:nvSpPr>
        <p:spPr>
          <a:xfrm>
            <a:off x="3286325" y="1661676"/>
            <a:ext cx="523500" cy="523500"/>
          </a:xfrm>
          <a:prstGeom prst="roundRect">
            <a:avLst>
              <a:gd fmla="val 31250" name="adj"/>
            </a:avLst>
          </a:prstGeom>
          <a:solidFill>
            <a:srgbClr val="1C4EBA">
              <a:alpha val="1500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30" name="Google Shape;330;p27"/>
          <p:cNvSpPr/>
          <p:nvPr/>
        </p:nvSpPr>
        <p:spPr>
          <a:xfrm>
            <a:off x="5334200" y="1661676"/>
            <a:ext cx="523500" cy="523500"/>
          </a:xfrm>
          <a:prstGeom prst="roundRect">
            <a:avLst>
              <a:gd fmla="val 31250" name="adj"/>
            </a:avLst>
          </a:prstGeom>
          <a:solidFill>
            <a:srgbClr val="1C4EBA">
              <a:alpha val="1500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31" name="Google Shape;331;p27"/>
          <p:cNvSpPr/>
          <p:nvPr/>
        </p:nvSpPr>
        <p:spPr>
          <a:xfrm>
            <a:off x="7382075" y="1668851"/>
            <a:ext cx="523500" cy="523500"/>
          </a:xfrm>
          <a:prstGeom prst="roundRect">
            <a:avLst>
              <a:gd fmla="val 31250" name="adj"/>
            </a:avLst>
          </a:prstGeom>
          <a:solidFill>
            <a:srgbClr val="1C4EBA">
              <a:alpha val="1500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32" name="Google Shape;332;p27"/>
          <p:cNvSpPr/>
          <p:nvPr/>
        </p:nvSpPr>
        <p:spPr>
          <a:xfrm>
            <a:off x="571500" y="457200"/>
            <a:ext cx="8241030" cy="201922"/>
          </a:xfrm>
          <a:prstGeom prst="rect">
            <a:avLst/>
          </a:prstGeom>
          <a:noFill/>
          <a:ln>
            <a:noFill/>
          </a:ln>
        </p:spPr>
        <p:txBody>
          <a:bodyPr anchorCtr="0" anchor="t" bIns="12700" lIns="12700" spcFirstLastPara="1" rIns="12700" wrap="square" tIns="12700">
            <a:noAutofit/>
          </a:bodyPr>
          <a:lstStyle/>
          <a:p>
            <a:pPr indent="0" lvl="0" marL="0" marR="0" rtl="0" algn="l">
              <a:lnSpc>
                <a:spcPct val="160000"/>
              </a:lnSpc>
              <a:spcBef>
                <a:spcPts val="0"/>
              </a:spcBef>
              <a:spcAft>
                <a:spcPts val="0"/>
              </a:spcAft>
              <a:buClr>
                <a:srgbClr val="437AEF"/>
              </a:buClr>
              <a:buSzPts val="900"/>
              <a:buFont typeface="Plus Jakarta Sans"/>
              <a:buNone/>
            </a:pPr>
            <a:r>
              <a:rPr b="1" i="0" lang="en" sz="1100" u="none" cap="none" strike="noStrike">
                <a:solidFill>
                  <a:srgbClr val="437AEF"/>
                </a:solidFill>
                <a:latin typeface="Plus Jakarta Sans"/>
                <a:ea typeface="Plus Jakarta Sans"/>
                <a:cs typeface="Plus Jakarta Sans"/>
                <a:sym typeface="Plus Jakarta Sans"/>
              </a:rPr>
              <a:t>CÓMO FUNCIONA</a:t>
            </a:r>
            <a:endParaRPr b="0" i="0" sz="1100" u="none" cap="none" strike="noStrike">
              <a:solidFill>
                <a:schemeClr val="dk1"/>
              </a:solidFill>
              <a:latin typeface="Calibri"/>
              <a:ea typeface="Calibri"/>
              <a:cs typeface="Calibri"/>
              <a:sym typeface="Calibri"/>
            </a:endParaRPr>
          </a:p>
        </p:txBody>
      </p:sp>
      <p:sp>
        <p:nvSpPr>
          <p:cNvPr id="333" name="Google Shape;333;p27"/>
          <p:cNvSpPr/>
          <p:nvPr/>
        </p:nvSpPr>
        <p:spPr>
          <a:xfrm>
            <a:off x="571500" y="725798"/>
            <a:ext cx="8241030" cy="378507"/>
          </a:xfrm>
          <a:prstGeom prst="rect">
            <a:avLst/>
          </a:prstGeom>
          <a:noFill/>
          <a:ln>
            <a:noFill/>
          </a:ln>
        </p:spPr>
        <p:txBody>
          <a:bodyPr anchorCtr="0" anchor="t" bIns="12700" lIns="12700" spcFirstLastPara="1" rIns="12700" wrap="square" tIns="12700">
            <a:noAutofit/>
          </a:bodyPr>
          <a:lstStyle/>
          <a:p>
            <a:pPr indent="0" lvl="0" marL="0" marR="0" rtl="0" algn="l">
              <a:lnSpc>
                <a:spcPct val="102000"/>
              </a:lnSpc>
              <a:spcBef>
                <a:spcPts val="0"/>
              </a:spcBef>
              <a:spcAft>
                <a:spcPts val="0"/>
              </a:spcAft>
              <a:buClr>
                <a:srgbClr val="020617"/>
              </a:buClr>
              <a:buSzPts val="2800"/>
              <a:buFont typeface="Plus Jakarta Sans"/>
              <a:buNone/>
            </a:pPr>
            <a:r>
              <a:rPr i="0" lang="en" sz="2800" u="none" cap="none" strike="noStrike">
                <a:solidFill>
                  <a:srgbClr val="020617"/>
                </a:solidFill>
                <a:latin typeface="Plus Jakarta Sans ExtraBold"/>
                <a:ea typeface="Plus Jakarta Sans ExtraBold"/>
                <a:cs typeface="Plus Jakarta Sans ExtraBold"/>
                <a:sym typeface="Plus Jakarta Sans ExtraBold"/>
              </a:rPr>
              <a:t>Del primer mensaje a la venta</a:t>
            </a:r>
            <a:endParaRPr i="0" sz="2800" u="none" cap="none" strike="noStrike">
              <a:solidFill>
                <a:schemeClr val="dk1"/>
              </a:solidFill>
              <a:latin typeface="Plus Jakarta Sans ExtraBold"/>
              <a:ea typeface="Plus Jakarta Sans ExtraBold"/>
              <a:cs typeface="Plus Jakarta Sans ExtraBold"/>
              <a:sym typeface="Plus Jakarta Sans ExtraBold"/>
            </a:endParaRPr>
          </a:p>
        </p:txBody>
      </p:sp>
      <p:sp>
        <p:nvSpPr>
          <p:cNvPr id="334" name="Google Shape;334;p27"/>
          <p:cNvSpPr/>
          <p:nvPr/>
        </p:nvSpPr>
        <p:spPr>
          <a:xfrm>
            <a:off x="1371600" y="1923455"/>
            <a:ext cx="6400800" cy="14400"/>
          </a:xfrm>
          <a:prstGeom prst="rect">
            <a:avLst/>
          </a:prstGeom>
          <a:solidFill>
            <a:srgbClr val="D3DFFB"/>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35" name="Google Shape;335;p27"/>
          <p:cNvSpPr/>
          <p:nvPr/>
        </p:nvSpPr>
        <p:spPr>
          <a:xfrm>
            <a:off x="1271588" y="1694854"/>
            <a:ext cx="457200" cy="457200"/>
          </a:xfrm>
          <a:prstGeom prst="roundRect">
            <a:avLst>
              <a:gd fmla="val 31250" name="adj"/>
            </a:avLst>
          </a:prstGeom>
          <a:solidFill>
            <a:srgbClr val="437AE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36" name="Google Shape;336;p27"/>
          <p:cNvSpPr/>
          <p:nvPr/>
        </p:nvSpPr>
        <p:spPr>
          <a:xfrm>
            <a:off x="1205136" y="2266355"/>
            <a:ext cx="590100" cy="164400"/>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Clr>
                <a:srgbClr val="437AEF"/>
              </a:buClr>
              <a:buSzPts val="900"/>
              <a:buFont typeface="Plus Jakarta Sans"/>
              <a:buNone/>
            </a:pPr>
            <a:r>
              <a:rPr b="1" i="0" lang="en" sz="900" u="none" cap="none" strike="noStrike">
                <a:solidFill>
                  <a:srgbClr val="437AEF"/>
                </a:solidFill>
                <a:latin typeface="Plus Jakarta Sans"/>
                <a:ea typeface="Plus Jakarta Sans"/>
                <a:cs typeface="Plus Jakarta Sans"/>
                <a:sym typeface="Plus Jakarta Sans"/>
              </a:rPr>
              <a:t>PASO 01</a:t>
            </a:r>
            <a:endParaRPr b="0" i="0" sz="900" u="none" cap="none" strike="noStrike">
              <a:solidFill>
                <a:schemeClr val="dk1"/>
              </a:solidFill>
              <a:latin typeface="Calibri"/>
              <a:ea typeface="Calibri"/>
              <a:cs typeface="Calibri"/>
              <a:sym typeface="Calibri"/>
            </a:endParaRPr>
          </a:p>
        </p:txBody>
      </p:sp>
      <p:sp>
        <p:nvSpPr>
          <p:cNvPr id="337" name="Google Shape;337;p27"/>
          <p:cNvSpPr/>
          <p:nvPr/>
        </p:nvSpPr>
        <p:spPr>
          <a:xfrm>
            <a:off x="1029788" y="2449700"/>
            <a:ext cx="940800" cy="185700"/>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Clr>
                <a:srgbClr val="0F172A"/>
              </a:buClr>
              <a:buSzPts val="1100"/>
              <a:buFont typeface="Plus Jakarta Sans"/>
              <a:buNone/>
            </a:pPr>
            <a:r>
              <a:rPr b="1" i="0" lang="en" sz="1100" u="none" cap="none" strike="noStrike">
                <a:solidFill>
                  <a:srgbClr val="0F172A"/>
                </a:solidFill>
                <a:latin typeface="Plus Jakarta Sans"/>
                <a:ea typeface="Plus Jakarta Sans"/>
                <a:cs typeface="Plus Jakarta Sans"/>
                <a:sym typeface="Plus Jakarta Sans"/>
              </a:rPr>
              <a:t>Conversa</a:t>
            </a:r>
            <a:endParaRPr b="0" i="0" sz="1100" u="none" cap="none" strike="noStrike">
              <a:solidFill>
                <a:schemeClr val="dk1"/>
              </a:solidFill>
              <a:latin typeface="Calibri"/>
              <a:ea typeface="Calibri"/>
              <a:cs typeface="Calibri"/>
              <a:sym typeface="Calibri"/>
            </a:endParaRPr>
          </a:p>
        </p:txBody>
      </p:sp>
      <p:sp>
        <p:nvSpPr>
          <p:cNvPr id="338" name="Google Shape;338;p27"/>
          <p:cNvSpPr/>
          <p:nvPr/>
        </p:nvSpPr>
        <p:spPr>
          <a:xfrm>
            <a:off x="715327" y="2654499"/>
            <a:ext cx="1569600" cy="327600"/>
          </a:xfrm>
          <a:prstGeom prst="rect">
            <a:avLst/>
          </a:prstGeom>
          <a:noFill/>
          <a:ln>
            <a:noFill/>
          </a:ln>
        </p:spPr>
        <p:txBody>
          <a:bodyPr anchorCtr="0" anchor="t" bIns="12700" lIns="12700" spcFirstLastPara="1" rIns="12700" wrap="square" tIns="12700">
            <a:noAutofit/>
          </a:bodyPr>
          <a:lstStyle/>
          <a:p>
            <a:pPr indent="0" lvl="0" marL="0" marR="0" rtl="0" algn="ctr">
              <a:lnSpc>
                <a:spcPct val="135000"/>
              </a:lnSpc>
              <a:spcBef>
                <a:spcPts val="0"/>
              </a:spcBef>
              <a:spcAft>
                <a:spcPts val="0"/>
              </a:spcAft>
              <a:buClr>
                <a:srgbClr val="64748B"/>
              </a:buClr>
              <a:buSzPts val="900"/>
              <a:buFont typeface="Plus Jakarta Sans"/>
              <a:buNone/>
            </a:pPr>
            <a:r>
              <a:rPr b="0" i="0" lang="en" sz="900" u="none" cap="none" strike="noStrike">
                <a:solidFill>
                  <a:srgbClr val="64748B"/>
                </a:solidFill>
                <a:latin typeface="Plus Jakarta Sans"/>
                <a:ea typeface="Plus Jakarta Sans"/>
                <a:cs typeface="Plus Jakarta Sans"/>
                <a:sym typeface="Plus Jakarta Sans"/>
              </a:rPr>
              <a:t>El cliente escribe y recibe respuesta al instante.</a:t>
            </a:r>
            <a:endParaRPr b="0" i="0" sz="900" u="none" cap="none" strike="noStrike">
              <a:solidFill>
                <a:schemeClr val="dk1"/>
              </a:solidFill>
              <a:latin typeface="Calibri"/>
              <a:ea typeface="Calibri"/>
              <a:cs typeface="Calibri"/>
              <a:sym typeface="Calibri"/>
            </a:endParaRPr>
          </a:p>
        </p:txBody>
      </p:sp>
      <p:sp>
        <p:nvSpPr>
          <p:cNvPr id="339" name="Google Shape;339;p27"/>
          <p:cNvSpPr/>
          <p:nvPr/>
        </p:nvSpPr>
        <p:spPr>
          <a:xfrm>
            <a:off x="3319463" y="1694854"/>
            <a:ext cx="457200" cy="457200"/>
          </a:xfrm>
          <a:prstGeom prst="roundRect">
            <a:avLst>
              <a:gd fmla="val 31250" name="adj"/>
            </a:avLst>
          </a:prstGeom>
          <a:solidFill>
            <a:srgbClr val="437AE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40" name="Google Shape;340;p27"/>
          <p:cNvSpPr/>
          <p:nvPr/>
        </p:nvSpPr>
        <p:spPr>
          <a:xfrm>
            <a:off x="3242556" y="2266355"/>
            <a:ext cx="611100" cy="164400"/>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Clr>
                <a:srgbClr val="437AEF"/>
              </a:buClr>
              <a:buSzPts val="900"/>
              <a:buFont typeface="Plus Jakarta Sans"/>
              <a:buNone/>
            </a:pPr>
            <a:r>
              <a:rPr b="1" i="0" lang="en" sz="900" u="none" cap="none" strike="noStrike">
                <a:solidFill>
                  <a:srgbClr val="437AEF"/>
                </a:solidFill>
                <a:latin typeface="Plus Jakarta Sans"/>
                <a:ea typeface="Plus Jakarta Sans"/>
                <a:cs typeface="Plus Jakarta Sans"/>
                <a:sym typeface="Plus Jakarta Sans"/>
              </a:rPr>
              <a:t>PASO 02</a:t>
            </a:r>
            <a:endParaRPr b="0" i="0" sz="900" u="none" cap="none" strike="noStrike">
              <a:solidFill>
                <a:schemeClr val="dk1"/>
              </a:solidFill>
              <a:latin typeface="Calibri"/>
              <a:ea typeface="Calibri"/>
              <a:cs typeface="Calibri"/>
              <a:sym typeface="Calibri"/>
            </a:endParaRPr>
          </a:p>
        </p:txBody>
      </p:sp>
      <p:sp>
        <p:nvSpPr>
          <p:cNvPr id="341" name="Google Shape;341;p27"/>
          <p:cNvSpPr/>
          <p:nvPr/>
        </p:nvSpPr>
        <p:spPr>
          <a:xfrm>
            <a:off x="3054125" y="2449700"/>
            <a:ext cx="987900" cy="185700"/>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Clr>
                <a:srgbClr val="0F172A"/>
              </a:buClr>
              <a:buSzPts val="1100"/>
              <a:buFont typeface="Plus Jakarta Sans"/>
              <a:buNone/>
            </a:pPr>
            <a:r>
              <a:rPr b="1" i="0" lang="en" sz="1100" u="none" cap="none" strike="noStrike">
                <a:solidFill>
                  <a:srgbClr val="0F172A"/>
                </a:solidFill>
                <a:latin typeface="Plus Jakarta Sans"/>
                <a:ea typeface="Plus Jakarta Sans"/>
                <a:cs typeface="Plus Jakarta Sans"/>
                <a:sym typeface="Plus Jakarta Sans"/>
              </a:rPr>
              <a:t>Entiende</a:t>
            </a:r>
            <a:endParaRPr b="0" i="0" sz="1100" u="none" cap="none" strike="noStrike">
              <a:solidFill>
                <a:schemeClr val="dk1"/>
              </a:solidFill>
              <a:latin typeface="Calibri"/>
              <a:ea typeface="Calibri"/>
              <a:cs typeface="Calibri"/>
              <a:sym typeface="Calibri"/>
            </a:endParaRPr>
          </a:p>
        </p:txBody>
      </p:sp>
      <p:sp>
        <p:nvSpPr>
          <p:cNvPr id="342" name="Google Shape;342;p27"/>
          <p:cNvSpPr/>
          <p:nvPr/>
        </p:nvSpPr>
        <p:spPr>
          <a:xfrm>
            <a:off x="2763203" y="2654499"/>
            <a:ext cx="1569600" cy="327600"/>
          </a:xfrm>
          <a:prstGeom prst="rect">
            <a:avLst/>
          </a:prstGeom>
          <a:noFill/>
          <a:ln>
            <a:noFill/>
          </a:ln>
        </p:spPr>
        <p:txBody>
          <a:bodyPr anchorCtr="0" anchor="t" bIns="12700" lIns="12700" spcFirstLastPara="1" rIns="12700" wrap="square" tIns="12700">
            <a:noAutofit/>
          </a:bodyPr>
          <a:lstStyle/>
          <a:p>
            <a:pPr indent="0" lvl="0" marL="0" marR="0" rtl="0" algn="ctr">
              <a:lnSpc>
                <a:spcPct val="135000"/>
              </a:lnSpc>
              <a:spcBef>
                <a:spcPts val="0"/>
              </a:spcBef>
              <a:spcAft>
                <a:spcPts val="0"/>
              </a:spcAft>
              <a:buClr>
                <a:srgbClr val="64748B"/>
              </a:buClr>
              <a:buSzPts val="900"/>
              <a:buFont typeface="Plus Jakarta Sans"/>
              <a:buNone/>
            </a:pPr>
            <a:r>
              <a:rPr b="0" i="0" lang="en" sz="900" u="none" cap="none" strike="noStrike">
                <a:solidFill>
                  <a:srgbClr val="64748B"/>
                </a:solidFill>
                <a:latin typeface="Plus Jakarta Sans"/>
                <a:ea typeface="Plus Jakarta Sans"/>
                <a:cs typeface="Plus Jakarta Sans"/>
                <a:sym typeface="Plus Jakarta Sans"/>
              </a:rPr>
              <a:t>Detecta la intención y consulta lo que sabe.</a:t>
            </a:r>
            <a:endParaRPr b="0" i="0" sz="900" u="none" cap="none" strike="noStrike">
              <a:solidFill>
                <a:schemeClr val="dk1"/>
              </a:solidFill>
              <a:latin typeface="Calibri"/>
              <a:ea typeface="Calibri"/>
              <a:cs typeface="Calibri"/>
              <a:sym typeface="Calibri"/>
            </a:endParaRPr>
          </a:p>
        </p:txBody>
      </p:sp>
      <p:sp>
        <p:nvSpPr>
          <p:cNvPr id="343" name="Google Shape;343;p27"/>
          <p:cNvSpPr/>
          <p:nvPr/>
        </p:nvSpPr>
        <p:spPr>
          <a:xfrm>
            <a:off x="5367338" y="1694854"/>
            <a:ext cx="457200" cy="457200"/>
          </a:xfrm>
          <a:prstGeom prst="roundRect">
            <a:avLst>
              <a:gd fmla="val 31250" name="adj"/>
            </a:avLst>
          </a:prstGeom>
          <a:solidFill>
            <a:srgbClr val="437AE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44" name="Google Shape;344;p27"/>
          <p:cNvSpPr/>
          <p:nvPr/>
        </p:nvSpPr>
        <p:spPr>
          <a:xfrm>
            <a:off x="5289501" y="2266355"/>
            <a:ext cx="612900" cy="164400"/>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Clr>
                <a:srgbClr val="437AEF"/>
              </a:buClr>
              <a:buSzPts val="900"/>
              <a:buFont typeface="Plus Jakarta Sans"/>
              <a:buNone/>
            </a:pPr>
            <a:r>
              <a:rPr b="1" i="0" lang="en" sz="900" u="none" cap="none" strike="noStrike">
                <a:solidFill>
                  <a:srgbClr val="437AEF"/>
                </a:solidFill>
                <a:latin typeface="Plus Jakarta Sans"/>
                <a:ea typeface="Plus Jakarta Sans"/>
                <a:cs typeface="Plus Jakarta Sans"/>
                <a:sym typeface="Plus Jakarta Sans"/>
              </a:rPr>
              <a:t>PASO 03</a:t>
            </a:r>
            <a:endParaRPr b="0" i="0" sz="900" u="none" cap="none" strike="noStrike">
              <a:solidFill>
                <a:schemeClr val="dk1"/>
              </a:solidFill>
              <a:latin typeface="Calibri"/>
              <a:ea typeface="Calibri"/>
              <a:cs typeface="Calibri"/>
              <a:sym typeface="Calibri"/>
            </a:endParaRPr>
          </a:p>
        </p:txBody>
      </p:sp>
      <p:sp>
        <p:nvSpPr>
          <p:cNvPr id="345" name="Google Shape;345;p27"/>
          <p:cNvSpPr/>
          <p:nvPr/>
        </p:nvSpPr>
        <p:spPr>
          <a:xfrm>
            <a:off x="5125475" y="2449700"/>
            <a:ext cx="940800" cy="185700"/>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Clr>
                <a:srgbClr val="0F172A"/>
              </a:buClr>
              <a:buSzPts val="1100"/>
              <a:buFont typeface="Plus Jakarta Sans"/>
              <a:buNone/>
            </a:pPr>
            <a:r>
              <a:rPr b="1" i="0" lang="en" sz="1100" u="none" cap="none" strike="noStrike">
                <a:solidFill>
                  <a:srgbClr val="0F172A"/>
                </a:solidFill>
                <a:latin typeface="Plus Jakarta Sans"/>
                <a:ea typeface="Plus Jakarta Sans"/>
                <a:cs typeface="Plus Jakarta Sans"/>
                <a:sym typeface="Plus Jakarta Sans"/>
              </a:rPr>
              <a:t>Resuelve</a:t>
            </a:r>
            <a:endParaRPr b="0" i="0" sz="1100" u="none" cap="none" strike="noStrike">
              <a:solidFill>
                <a:schemeClr val="dk1"/>
              </a:solidFill>
              <a:latin typeface="Calibri"/>
              <a:ea typeface="Calibri"/>
              <a:cs typeface="Calibri"/>
              <a:sym typeface="Calibri"/>
            </a:endParaRPr>
          </a:p>
        </p:txBody>
      </p:sp>
      <p:sp>
        <p:nvSpPr>
          <p:cNvPr id="346" name="Google Shape;346;p27"/>
          <p:cNvSpPr/>
          <p:nvPr/>
        </p:nvSpPr>
        <p:spPr>
          <a:xfrm>
            <a:off x="4811078" y="2654499"/>
            <a:ext cx="1569600" cy="327600"/>
          </a:xfrm>
          <a:prstGeom prst="rect">
            <a:avLst/>
          </a:prstGeom>
          <a:noFill/>
          <a:ln>
            <a:noFill/>
          </a:ln>
        </p:spPr>
        <p:txBody>
          <a:bodyPr anchorCtr="0" anchor="t" bIns="12700" lIns="12700" spcFirstLastPara="1" rIns="12700" wrap="square" tIns="12700">
            <a:noAutofit/>
          </a:bodyPr>
          <a:lstStyle/>
          <a:p>
            <a:pPr indent="0" lvl="0" marL="0" marR="0" rtl="0" algn="ctr">
              <a:lnSpc>
                <a:spcPct val="135000"/>
              </a:lnSpc>
              <a:spcBef>
                <a:spcPts val="0"/>
              </a:spcBef>
              <a:spcAft>
                <a:spcPts val="0"/>
              </a:spcAft>
              <a:buClr>
                <a:srgbClr val="64748B"/>
              </a:buClr>
              <a:buSzPts val="900"/>
              <a:buFont typeface="Plus Jakarta Sans"/>
              <a:buNone/>
            </a:pPr>
            <a:r>
              <a:rPr b="0" i="0" lang="en" sz="900" u="none" cap="none" strike="noStrike">
                <a:solidFill>
                  <a:srgbClr val="64748B"/>
                </a:solidFill>
                <a:latin typeface="Plus Jakarta Sans"/>
                <a:ea typeface="Plus Jakarta Sans"/>
                <a:cs typeface="Plus Jakarta Sans"/>
                <a:sym typeface="Plus Jakarta Sans"/>
              </a:rPr>
              <a:t>Agenda, cotiza o concreta la acción.</a:t>
            </a:r>
            <a:endParaRPr b="0" i="0" sz="900" u="none" cap="none" strike="noStrike">
              <a:solidFill>
                <a:schemeClr val="dk1"/>
              </a:solidFill>
              <a:latin typeface="Calibri"/>
              <a:ea typeface="Calibri"/>
              <a:cs typeface="Calibri"/>
              <a:sym typeface="Calibri"/>
            </a:endParaRPr>
          </a:p>
        </p:txBody>
      </p:sp>
      <p:sp>
        <p:nvSpPr>
          <p:cNvPr id="347" name="Google Shape;347;p27"/>
          <p:cNvSpPr/>
          <p:nvPr/>
        </p:nvSpPr>
        <p:spPr>
          <a:xfrm>
            <a:off x="7415213" y="1694854"/>
            <a:ext cx="457200" cy="457200"/>
          </a:xfrm>
          <a:prstGeom prst="roundRect">
            <a:avLst>
              <a:gd fmla="val 31250" name="adj"/>
            </a:avLst>
          </a:prstGeom>
          <a:solidFill>
            <a:srgbClr val="437AE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48" name="Google Shape;348;p27"/>
          <p:cNvSpPr/>
          <p:nvPr/>
        </p:nvSpPr>
        <p:spPr>
          <a:xfrm>
            <a:off x="7334548" y="2266355"/>
            <a:ext cx="618600" cy="164400"/>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Clr>
                <a:srgbClr val="437AEF"/>
              </a:buClr>
              <a:buSzPts val="900"/>
              <a:buFont typeface="Plus Jakarta Sans"/>
              <a:buNone/>
            </a:pPr>
            <a:r>
              <a:rPr b="1" i="0" lang="en" sz="900" u="none" cap="none" strike="noStrike">
                <a:solidFill>
                  <a:srgbClr val="437AEF"/>
                </a:solidFill>
                <a:latin typeface="Plus Jakarta Sans"/>
                <a:ea typeface="Plus Jakarta Sans"/>
                <a:cs typeface="Plus Jakarta Sans"/>
                <a:sym typeface="Plus Jakarta Sans"/>
              </a:rPr>
              <a:t>PASO 04</a:t>
            </a:r>
            <a:endParaRPr b="0" i="0" sz="900" u="none" cap="none" strike="noStrike">
              <a:solidFill>
                <a:schemeClr val="dk1"/>
              </a:solidFill>
              <a:latin typeface="Calibri"/>
              <a:ea typeface="Calibri"/>
              <a:cs typeface="Calibri"/>
              <a:sym typeface="Calibri"/>
            </a:endParaRPr>
          </a:p>
        </p:txBody>
      </p:sp>
      <p:sp>
        <p:nvSpPr>
          <p:cNvPr id="349" name="Google Shape;349;p27"/>
          <p:cNvSpPr/>
          <p:nvPr/>
        </p:nvSpPr>
        <p:spPr>
          <a:xfrm>
            <a:off x="7149750" y="2449700"/>
            <a:ext cx="988200" cy="185700"/>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Clr>
                <a:srgbClr val="0F172A"/>
              </a:buClr>
              <a:buSzPts val="1100"/>
              <a:buFont typeface="Plus Jakarta Sans"/>
              <a:buNone/>
            </a:pPr>
            <a:r>
              <a:rPr b="1" i="0" lang="en" sz="1100" u="none" cap="none" strike="noStrike">
                <a:solidFill>
                  <a:srgbClr val="0F172A"/>
                </a:solidFill>
                <a:latin typeface="Plus Jakarta Sans"/>
                <a:ea typeface="Plus Jakarta Sans"/>
                <a:cs typeface="Plus Jakarta Sans"/>
                <a:sym typeface="Plus Jakarta Sans"/>
              </a:rPr>
              <a:t>Convierte</a:t>
            </a:r>
            <a:endParaRPr b="0" i="0" sz="1100" u="none" cap="none" strike="noStrike">
              <a:solidFill>
                <a:schemeClr val="dk1"/>
              </a:solidFill>
              <a:latin typeface="Calibri"/>
              <a:ea typeface="Calibri"/>
              <a:cs typeface="Calibri"/>
              <a:sym typeface="Calibri"/>
            </a:endParaRPr>
          </a:p>
        </p:txBody>
      </p:sp>
      <p:sp>
        <p:nvSpPr>
          <p:cNvPr id="350" name="Google Shape;350;p27"/>
          <p:cNvSpPr/>
          <p:nvPr/>
        </p:nvSpPr>
        <p:spPr>
          <a:xfrm>
            <a:off x="6858952" y="2654499"/>
            <a:ext cx="1569600" cy="327600"/>
          </a:xfrm>
          <a:prstGeom prst="rect">
            <a:avLst/>
          </a:prstGeom>
          <a:noFill/>
          <a:ln>
            <a:noFill/>
          </a:ln>
        </p:spPr>
        <p:txBody>
          <a:bodyPr anchorCtr="0" anchor="t" bIns="12700" lIns="12700" spcFirstLastPara="1" rIns="12700" wrap="square" tIns="12700">
            <a:noAutofit/>
          </a:bodyPr>
          <a:lstStyle/>
          <a:p>
            <a:pPr indent="0" lvl="0" marL="0" marR="0" rtl="0" algn="ctr">
              <a:lnSpc>
                <a:spcPct val="135000"/>
              </a:lnSpc>
              <a:spcBef>
                <a:spcPts val="0"/>
              </a:spcBef>
              <a:spcAft>
                <a:spcPts val="0"/>
              </a:spcAft>
              <a:buClr>
                <a:srgbClr val="64748B"/>
              </a:buClr>
              <a:buSzPts val="900"/>
              <a:buFont typeface="Plus Jakarta Sans"/>
              <a:buNone/>
            </a:pPr>
            <a:r>
              <a:rPr b="0" i="0" lang="en" sz="900" u="none" cap="none" strike="noStrike">
                <a:solidFill>
                  <a:srgbClr val="64748B"/>
                </a:solidFill>
                <a:latin typeface="Plus Jakarta Sans"/>
                <a:ea typeface="Plus Jakarta Sans"/>
                <a:cs typeface="Plus Jakarta Sans"/>
                <a:sym typeface="Plus Jakarta Sans"/>
              </a:rPr>
              <a:t>Cierra la venta y deja todo registrado.</a:t>
            </a:r>
            <a:endParaRPr b="0" i="0" sz="900" u="none" cap="none" strike="noStrike">
              <a:solidFill>
                <a:schemeClr val="dk1"/>
              </a:solidFill>
              <a:latin typeface="Calibri"/>
              <a:ea typeface="Calibri"/>
              <a:cs typeface="Calibri"/>
              <a:sym typeface="Calibri"/>
            </a:endParaRPr>
          </a:p>
        </p:txBody>
      </p:sp>
      <p:pic>
        <p:nvPicPr>
          <p:cNvPr descr="preencoded.png" id="351" name="Google Shape;351;p27"/>
          <p:cNvPicPr preferRelativeResize="0"/>
          <p:nvPr/>
        </p:nvPicPr>
        <p:blipFill rotWithShape="1">
          <a:blip r:embed="rId3">
            <a:alphaModFix/>
          </a:blip>
          <a:srcRect b="0" l="0" r="0" t="0"/>
          <a:stretch/>
        </p:blipFill>
        <p:spPr>
          <a:xfrm>
            <a:off x="571500" y="4767263"/>
            <a:ext cx="664369" cy="128588"/>
          </a:xfrm>
          <a:prstGeom prst="rect">
            <a:avLst/>
          </a:prstGeom>
          <a:noFill/>
          <a:ln>
            <a:noFill/>
          </a:ln>
        </p:spPr>
      </p:pic>
      <p:sp>
        <p:nvSpPr>
          <p:cNvPr id="352" name="Google Shape;352;p27"/>
          <p:cNvSpPr/>
          <p:nvPr/>
        </p:nvSpPr>
        <p:spPr>
          <a:xfrm>
            <a:off x="8466200" y="4777978"/>
            <a:ext cx="144401" cy="1262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94A3B8"/>
              </a:buClr>
              <a:buSzPts val="700"/>
              <a:buFont typeface="Plus Jakarta Sans"/>
              <a:buNone/>
            </a:pPr>
            <a:r>
              <a:rPr b="1" i="0" lang="en" sz="700" u="none" cap="none" strike="noStrike">
                <a:solidFill>
                  <a:srgbClr val="94A3B8"/>
                </a:solidFill>
                <a:latin typeface="Plus Jakarta Sans"/>
                <a:ea typeface="Plus Jakarta Sans"/>
                <a:cs typeface="Plus Jakarta Sans"/>
                <a:sym typeface="Plus Jakarta Sans"/>
              </a:rPr>
              <a:t>11</a:t>
            </a:r>
            <a:endParaRPr b="0" i="0" sz="700" u="none" cap="none" strike="noStrike">
              <a:solidFill>
                <a:schemeClr val="dk1"/>
              </a:solidFill>
              <a:latin typeface="Calibri"/>
              <a:ea typeface="Calibri"/>
              <a:cs typeface="Calibri"/>
              <a:sym typeface="Calibri"/>
            </a:endParaRPr>
          </a:p>
        </p:txBody>
      </p:sp>
      <p:sp>
        <p:nvSpPr>
          <p:cNvPr id="353" name="Google Shape;353;p27"/>
          <p:cNvSpPr/>
          <p:nvPr/>
        </p:nvSpPr>
        <p:spPr>
          <a:xfrm>
            <a:off x="5465219" y="1783350"/>
            <a:ext cx="294618" cy="294618"/>
          </a:xfrm>
          <a:custGeom>
            <a:rect b="b" l="l" r="r" t="t"/>
            <a:pathLst>
              <a:path extrusionOk="0" fill="none" h="2400" w="2400">
                <a:moveTo>
                  <a:pt x="1600" y="1100"/>
                </a:moveTo>
                <a:lnTo>
                  <a:pt x="1800" y="1300"/>
                </a:lnTo>
                <a:lnTo>
                  <a:pt x="2200" y="900"/>
                </a:lnTo>
                <a:moveTo>
                  <a:pt x="1600" y="2100"/>
                </a:moveTo>
                <a:lnTo>
                  <a:pt x="1600" y="1900"/>
                </a:lnTo>
                <a:lnTo>
                  <a:pt x="1598" y="1861"/>
                </a:lnTo>
                <a:lnTo>
                  <a:pt x="1592" y="1822"/>
                </a:lnTo>
                <a:lnTo>
                  <a:pt x="1583" y="1784"/>
                </a:lnTo>
                <a:lnTo>
                  <a:pt x="1570" y="1747"/>
                </a:lnTo>
                <a:lnTo>
                  <a:pt x="1553" y="1711"/>
                </a:lnTo>
                <a:lnTo>
                  <a:pt x="1533" y="1678"/>
                </a:lnTo>
                <a:lnTo>
                  <a:pt x="1509" y="1646"/>
                </a:lnTo>
                <a:lnTo>
                  <a:pt x="1483" y="1617"/>
                </a:lnTo>
                <a:lnTo>
                  <a:pt x="1454" y="1591"/>
                </a:lnTo>
                <a:lnTo>
                  <a:pt x="1422" y="1567"/>
                </a:lnTo>
                <a:lnTo>
                  <a:pt x="1389" y="1547"/>
                </a:lnTo>
                <a:lnTo>
                  <a:pt x="1353" y="1530"/>
                </a:lnTo>
                <a:lnTo>
                  <a:pt x="1316" y="1517"/>
                </a:lnTo>
                <a:lnTo>
                  <a:pt x="1278" y="1508"/>
                </a:lnTo>
                <a:lnTo>
                  <a:pt x="1239" y="1502"/>
                </a:lnTo>
                <a:lnTo>
                  <a:pt x="1200" y="1500"/>
                </a:lnTo>
                <a:lnTo>
                  <a:pt x="600" y="1500"/>
                </a:lnTo>
                <a:lnTo>
                  <a:pt x="561" y="1502"/>
                </a:lnTo>
                <a:lnTo>
                  <a:pt x="522" y="1508"/>
                </a:lnTo>
                <a:lnTo>
                  <a:pt x="484" y="1517"/>
                </a:lnTo>
                <a:lnTo>
                  <a:pt x="447" y="1530"/>
                </a:lnTo>
                <a:lnTo>
                  <a:pt x="411" y="1547"/>
                </a:lnTo>
                <a:lnTo>
                  <a:pt x="378" y="1567"/>
                </a:lnTo>
                <a:lnTo>
                  <a:pt x="346" y="1591"/>
                </a:lnTo>
                <a:lnTo>
                  <a:pt x="317" y="1617"/>
                </a:lnTo>
                <a:lnTo>
                  <a:pt x="291" y="1646"/>
                </a:lnTo>
                <a:lnTo>
                  <a:pt x="267" y="1678"/>
                </a:lnTo>
                <a:lnTo>
                  <a:pt x="247" y="1711"/>
                </a:lnTo>
                <a:lnTo>
                  <a:pt x="230" y="1747"/>
                </a:lnTo>
                <a:lnTo>
                  <a:pt x="217" y="1784"/>
                </a:lnTo>
                <a:lnTo>
                  <a:pt x="208" y="1822"/>
                </a:lnTo>
                <a:lnTo>
                  <a:pt x="202" y="1861"/>
                </a:lnTo>
                <a:lnTo>
                  <a:pt x="200" y="1900"/>
                </a:lnTo>
                <a:lnTo>
                  <a:pt x="200" y="2100"/>
                </a:lnTo>
                <a:moveTo>
                  <a:pt x="1300" y="700"/>
                </a:moveTo>
                <a:cubicBezTo>
                  <a:pt x="1300" y="921"/>
                  <a:pt x="1121" y="1100"/>
                  <a:pt x="900" y="1100"/>
                </a:cubicBezTo>
                <a:cubicBezTo>
                  <a:pt x="679" y="1100"/>
                  <a:pt x="500" y="921"/>
                  <a:pt x="500" y="700"/>
                </a:cubicBezTo>
                <a:cubicBezTo>
                  <a:pt x="500" y="479"/>
                  <a:pt x="679" y="300"/>
                  <a:pt x="900" y="300"/>
                </a:cubicBezTo>
                <a:cubicBezTo>
                  <a:pt x="1121" y="300"/>
                  <a:pt x="1300" y="479"/>
                  <a:pt x="1300" y="700"/>
                </a:cubicBezTo>
                <a:close/>
              </a:path>
            </a:pathLst>
          </a:custGeom>
          <a:noFill/>
          <a:ln cap="rnd" cmpd="sng" w="19050">
            <a:solidFill>
              <a:schemeClr val="lt1"/>
            </a:solidFill>
            <a:prstDash val="solid"/>
            <a:round/>
            <a:headEnd len="sm" w="sm" type="none"/>
            <a:tailEnd len="sm" w="sm" type="none"/>
          </a:ln>
        </p:spPr>
        <p:txBody>
          <a:bodyPr anchorCtr="0" anchor="t" bIns="26750" lIns="53575" spcFirstLastPara="1" rIns="53575" wrap="square" tIns="26750">
            <a:noAutofit/>
          </a:bodyPr>
          <a:lstStyle/>
          <a:p>
            <a:pPr indent="0" lvl="0" marL="0" marR="0" rtl="0" algn="l">
              <a:spcBef>
                <a:spcPts val="0"/>
              </a:spcBef>
              <a:spcAft>
                <a:spcPts val="0"/>
              </a:spcAft>
              <a:buNone/>
            </a:pPr>
            <a:r>
              <a:t/>
            </a:r>
            <a:endParaRPr sz="1094">
              <a:solidFill>
                <a:schemeClr val="dk1"/>
              </a:solidFill>
              <a:latin typeface="Calibri"/>
              <a:ea typeface="Calibri"/>
              <a:cs typeface="Calibri"/>
              <a:sym typeface="Calibri"/>
            </a:endParaRPr>
          </a:p>
        </p:txBody>
      </p:sp>
      <p:sp>
        <p:nvSpPr>
          <p:cNvPr id="354" name="Google Shape;354;p27"/>
          <p:cNvSpPr/>
          <p:nvPr/>
        </p:nvSpPr>
        <p:spPr>
          <a:xfrm>
            <a:off x="1352813" y="1783347"/>
            <a:ext cx="294618" cy="294618"/>
          </a:xfrm>
          <a:custGeom>
            <a:rect b="b" l="l" r="r" t="t"/>
            <a:pathLst>
              <a:path extrusionOk="0" fill="none" h="2400" w="2400">
                <a:moveTo>
                  <a:pt x="1500" y="2100"/>
                </a:moveTo>
                <a:lnTo>
                  <a:pt x="1500" y="1600"/>
                </a:lnTo>
                <a:lnTo>
                  <a:pt x="1500" y="1590"/>
                </a:lnTo>
                <a:lnTo>
                  <a:pt x="1498" y="1580"/>
                </a:lnTo>
                <a:lnTo>
                  <a:pt x="1496" y="1571"/>
                </a:lnTo>
                <a:lnTo>
                  <a:pt x="1492" y="1562"/>
                </a:lnTo>
                <a:lnTo>
                  <a:pt x="1488" y="1553"/>
                </a:lnTo>
                <a:lnTo>
                  <a:pt x="1483" y="1544"/>
                </a:lnTo>
                <a:lnTo>
                  <a:pt x="1477" y="1537"/>
                </a:lnTo>
                <a:lnTo>
                  <a:pt x="1471" y="1529"/>
                </a:lnTo>
                <a:lnTo>
                  <a:pt x="1463" y="1523"/>
                </a:lnTo>
                <a:lnTo>
                  <a:pt x="1456" y="1517"/>
                </a:lnTo>
                <a:lnTo>
                  <a:pt x="1447" y="1512"/>
                </a:lnTo>
                <a:lnTo>
                  <a:pt x="1438" y="1508"/>
                </a:lnTo>
                <a:lnTo>
                  <a:pt x="1429" y="1504"/>
                </a:lnTo>
                <a:lnTo>
                  <a:pt x="1420" y="1502"/>
                </a:lnTo>
                <a:lnTo>
                  <a:pt x="1410" y="1500"/>
                </a:lnTo>
                <a:lnTo>
                  <a:pt x="1400" y="1500"/>
                </a:lnTo>
                <a:lnTo>
                  <a:pt x="1000" y="1500"/>
                </a:lnTo>
                <a:lnTo>
                  <a:pt x="990" y="1500"/>
                </a:lnTo>
                <a:lnTo>
                  <a:pt x="980" y="1502"/>
                </a:lnTo>
                <a:lnTo>
                  <a:pt x="971" y="1504"/>
                </a:lnTo>
                <a:lnTo>
                  <a:pt x="962" y="1508"/>
                </a:lnTo>
                <a:lnTo>
                  <a:pt x="953" y="1512"/>
                </a:lnTo>
                <a:lnTo>
                  <a:pt x="944" y="1517"/>
                </a:lnTo>
                <a:lnTo>
                  <a:pt x="937" y="1523"/>
                </a:lnTo>
                <a:lnTo>
                  <a:pt x="929" y="1529"/>
                </a:lnTo>
                <a:lnTo>
                  <a:pt x="923" y="1537"/>
                </a:lnTo>
                <a:lnTo>
                  <a:pt x="917" y="1544"/>
                </a:lnTo>
                <a:lnTo>
                  <a:pt x="912" y="1553"/>
                </a:lnTo>
                <a:lnTo>
                  <a:pt x="908" y="1562"/>
                </a:lnTo>
                <a:lnTo>
                  <a:pt x="904" y="1571"/>
                </a:lnTo>
                <a:lnTo>
                  <a:pt x="902" y="1580"/>
                </a:lnTo>
                <a:lnTo>
                  <a:pt x="900" y="1590"/>
                </a:lnTo>
                <a:lnTo>
                  <a:pt x="900" y="1600"/>
                </a:lnTo>
                <a:lnTo>
                  <a:pt x="900" y="2100"/>
                </a:lnTo>
                <a:moveTo>
                  <a:pt x="1777" y="1031"/>
                </a:moveTo>
                <a:lnTo>
                  <a:pt x="1769" y="1024"/>
                </a:lnTo>
                <a:lnTo>
                  <a:pt x="1761" y="1018"/>
                </a:lnTo>
                <a:lnTo>
                  <a:pt x="1751" y="1012"/>
                </a:lnTo>
                <a:lnTo>
                  <a:pt x="1742" y="1008"/>
                </a:lnTo>
                <a:lnTo>
                  <a:pt x="1732" y="1004"/>
                </a:lnTo>
                <a:lnTo>
                  <a:pt x="1721" y="1002"/>
                </a:lnTo>
                <a:lnTo>
                  <a:pt x="1711" y="1000"/>
                </a:lnTo>
                <a:lnTo>
                  <a:pt x="1700" y="1000"/>
                </a:lnTo>
                <a:lnTo>
                  <a:pt x="1689" y="1000"/>
                </a:lnTo>
                <a:lnTo>
                  <a:pt x="1679" y="1002"/>
                </a:lnTo>
                <a:lnTo>
                  <a:pt x="1668" y="1004"/>
                </a:lnTo>
                <a:lnTo>
                  <a:pt x="1658" y="1008"/>
                </a:lnTo>
                <a:lnTo>
                  <a:pt x="1649" y="1012"/>
                </a:lnTo>
                <a:lnTo>
                  <a:pt x="1639" y="1018"/>
                </a:lnTo>
                <a:lnTo>
                  <a:pt x="1631" y="1024"/>
                </a:lnTo>
                <a:lnTo>
                  <a:pt x="1623" y="1031"/>
                </a:lnTo>
                <a:lnTo>
                  <a:pt x="1605" y="1047"/>
                </a:lnTo>
                <a:lnTo>
                  <a:pt x="1585" y="1060"/>
                </a:lnTo>
                <a:lnTo>
                  <a:pt x="1565" y="1072"/>
                </a:lnTo>
                <a:lnTo>
                  <a:pt x="1543" y="1082"/>
                </a:lnTo>
                <a:lnTo>
                  <a:pt x="1520" y="1090"/>
                </a:lnTo>
                <a:lnTo>
                  <a:pt x="1497" y="1096"/>
                </a:lnTo>
                <a:lnTo>
                  <a:pt x="1474" y="1099"/>
                </a:lnTo>
                <a:lnTo>
                  <a:pt x="1450" y="1100"/>
                </a:lnTo>
                <a:lnTo>
                  <a:pt x="1426" y="1099"/>
                </a:lnTo>
                <a:lnTo>
                  <a:pt x="1403" y="1096"/>
                </a:lnTo>
                <a:lnTo>
                  <a:pt x="1380" y="1090"/>
                </a:lnTo>
                <a:lnTo>
                  <a:pt x="1357" y="1082"/>
                </a:lnTo>
                <a:lnTo>
                  <a:pt x="1335" y="1072"/>
                </a:lnTo>
                <a:lnTo>
                  <a:pt x="1315" y="1060"/>
                </a:lnTo>
                <a:lnTo>
                  <a:pt x="1295" y="1047"/>
                </a:lnTo>
                <a:lnTo>
                  <a:pt x="1277" y="1031"/>
                </a:lnTo>
                <a:lnTo>
                  <a:pt x="1269" y="1024"/>
                </a:lnTo>
                <a:lnTo>
                  <a:pt x="1261" y="1018"/>
                </a:lnTo>
                <a:lnTo>
                  <a:pt x="1251" y="1012"/>
                </a:lnTo>
                <a:lnTo>
                  <a:pt x="1242" y="1008"/>
                </a:lnTo>
                <a:lnTo>
                  <a:pt x="1232" y="1005"/>
                </a:lnTo>
                <a:lnTo>
                  <a:pt x="1221" y="1002"/>
                </a:lnTo>
                <a:lnTo>
                  <a:pt x="1211" y="1000"/>
                </a:lnTo>
                <a:lnTo>
                  <a:pt x="1200" y="1000"/>
                </a:lnTo>
                <a:lnTo>
                  <a:pt x="1189" y="1000"/>
                </a:lnTo>
                <a:lnTo>
                  <a:pt x="1179" y="1002"/>
                </a:lnTo>
                <a:lnTo>
                  <a:pt x="1168" y="1005"/>
                </a:lnTo>
                <a:lnTo>
                  <a:pt x="1158" y="1008"/>
                </a:lnTo>
                <a:lnTo>
                  <a:pt x="1149" y="1012"/>
                </a:lnTo>
                <a:lnTo>
                  <a:pt x="1139" y="1018"/>
                </a:lnTo>
                <a:lnTo>
                  <a:pt x="1131" y="1024"/>
                </a:lnTo>
                <a:lnTo>
                  <a:pt x="1123" y="1031"/>
                </a:lnTo>
                <a:lnTo>
                  <a:pt x="1105" y="1047"/>
                </a:lnTo>
                <a:lnTo>
                  <a:pt x="1085" y="1060"/>
                </a:lnTo>
                <a:lnTo>
                  <a:pt x="1065" y="1072"/>
                </a:lnTo>
                <a:lnTo>
                  <a:pt x="1043" y="1082"/>
                </a:lnTo>
                <a:lnTo>
                  <a:pt x="1020" y="1090"/>
                </a:lnTo>
                <a:lnTo>
                  <a:pt x="997" y="1096"/>
                </a:lnTo>
                <a:lnTo>
                  <a:pt x="974" y="1099"/>
                </a:lnTo>
                <a:lnTo>
                  <a:pt x="950" y="1100"/>
                </a:lnTo>
                <a:lnTo>
                  <a:pt x="926" y="1099"/>
                </a:lnTo>
                <a:lnTo>
                  <a:pt x="903" y="1096"/>
                </a:lnTo>
                <a:lnTo>
                  <a:pt x="880" y="1090"/>
                </a:lnTo>
                <a:lnTo>
                  <a:pt x="857" y="1082"/>
                </a:lnTo>
                <a:lnTo>
                  <a:pt x="835" y="1072"/>
                </a:lnTo>
                <a:lnTo>
                  <a:pt x="815" y="1060"/>
                </a:lnTo>
                <a:lnTo>
                  <a:pt x="795" y="1047"/>
                </a:lnTo>
                <a:lnTo>
                  <a:pt x="777" y="1031"/>
                </a:lnTo>
                <a:lnTo>
                  <a:pt x="769" y="1024"/>
                </a:lnTo>
                <a:lnTo>
                  <a:pt x="761" y="1018"/>
                </a:lnTo>
                <a:lnTo>
                  <a:pt x="751" y="1012"/>
                </a:lnTo>
                <a:lnTo>
                  <a:pt x="742" y="1008"/>
                </a:lnTo>
                <a:lnTo>
                  <a:pt x="732" y="1004"/>
                </a:lnTo>
                <a:lnTo>
                  <a:pt x="721" y="1002"/>
                </a:lnTo>
                <a:lnTo>
                  <a:pt x="711" y="1000"/>
                </a:lnTo>
                <a:lnTo>
                  <a:pt x="700" y="1000"/>
                </a:lnTo>
                <a:lnTo>
                  <a:pt x="689" y="1000"/>
                </a:lnTo>
                <a:lnTo>
                  <a:pt x="679" y="1002"/>
                </a:lnTo>
                <a:lnTo>
                  <a:pt x="668" y="1004"/>
                </a:lnTo>
                <a:lnTo>
                  <a:pt x="658" y="1008"/>
                </a:lnTo>
                <a:lnTo>
                  <a:pt x="649" y="1012"/>
                </a:lnTo>
                <a:lnTo>
                  <a:pt x="639" y="1018"/>
                </a:lnTo>
                <a:lnTo>
                  <a:pt x="631" y="1024"/>
                </a:lnTo>
                <a:lnTo>
                  <a:pt x="623" y="1031"/>
                </a:lnTo>
                <a:lnTo>
                  <a:pt x="586" y="1060"/>
                </a:lnTo>
                <a:lnTo>
                  <a:pt x="546" y="1081"/>
                </a:lnTo>
                <a:lnTo>
                  <a:pt x="502" y="1095"/>
                </a:lnTo>
                <a:lnTo>
                  <a:pt x="456" y="1100"/>
                </a:lnTo>
                <a:lnTo>
                  <a:pt x="410" y="1097"/>
                </a:lnTo>
                <a:lnTo>
                  <a:pt x="366" y="1086"/>
                </a:lnTo>
                <a:lnTo>
                  <a:pt x="324" y="1066"/>
                </a:lnTo>
                <a:lnTo>
                  <a:pt x="287" y="1040"/>
                </a:lnTo>
                <a:lnTo>
                  <a:pt x="255" y="1006"/>
                </a:lnTo>
                <a:lnTo>
                  <a:pt x="229" y="968"/>
                </a:lnTo>
                <a:lnTo>
                  <a:pt x="212" y="926"/>
                </a:lnTo>
                <a:lnTo>
                  <a:pt x="202" y="881"/>
                </a:lnTo>
                <a:lnTo>
                  <a:pt x="200" y="835"/>
                </a:lnTo>
                <a:lnTo>
                  <a:pt x="207" y="789"/>
                </a:lnTo>
                <a:lnTo>
                  <a:pt x="223" y="746"/>
                </a:lnTo>
                <a:lnTo>
                  <a:pt x="246" y="706"/>
                </a:lnTo>
                <a:lnTo>
                  <a:pt x="534" y="288"/>
                </a:lnTo>
                <a:lnTo>
                  <a:pt x="542" y="278"/>
                </a:lnTo>
                <a:lnTo>
                  <a:pt x="549" y="268"/>
                </a:lnTo>
                <a:lnTo>
                  <a:pt x="558" y="260"/>
                </a:lnTo>
                <a:lnTo>
                  <a:pt x="566" y="251"/>
                </a:lnTo>
                <a:lnTo>
                  <a:pt x="576" y="243"/>
                </a:lnTo>
                <a:lnTo>
                  <a:pt x="585" y="236"/>
                </a:lnTo>
                <a:lnTo>
                  <a:pt x="596" y="229"/>
                </a:lnTo>
                <a:lnTo>
                  <a:pt x="606" y="223"/>
                </a:lnTo>
                <a:lnTo>
                  <a:pt x="617" y="218"/>
                </a:lnTo>
                <a:lnTo>
                  <a:pt x="628" y="213"/>
                </a:lnTo>
                <a:lnTo>
                  <a:pt x="640" y="209"/>
                </a:lnTo>
                <a:lnTo>
                  <a:pt x="652" y="206"/>
                </a:lnTo>
                <a:lnTo>
                  <a:pt x="664" y="203"/>
                </a:lnTo>
                <a:lnTo>
                  <a:pt x="676" y="201"/>
                </a:lnTo>
                <a:lnTo>
                  <a:pt x="688" y="200"/>
                </a:lnTo>
                <a:lnTo>
                  <a:pt x="700" y="200"/>
                </a:lnTo>
                <a:lnTo>
                  <a:pt x="1700" y="200"/>
                </a:lnTo>
                <a:lnTo>
                  <a:pt x="1712" y="200"/>
                </a:lnTo>
                <a:lnTo>
                  <a:pt x="1724" y="201"/>
                </a:lnTo>
                <a:lnTo>
                  <a:pt x="1736" y="203"/>
                </a:lnTo>
                <a:lnTo>
                  <a:pt x="1748" y="206"/>
                </a:lnTo>
                <a:lnTo>
                  <a:pt x="1760" y="209"/>
                </a:lnTo>
                <a:lnTo>
                  <a:pt x="1771" y="213"/>
                </a:lnTo>
                <a:lnTo>
                  <a:pt x="1783" y="218"/>
                </a:lnTo>
                <a:lnTo>
                  <a:pt x="1793" y="223"/>
                </a:lnTo>
                <a:lnTo>
                  <a:pt x="1804" y="229"/>
                </a:lnTo>
                <a:lnTo>
                  <a:pt x="1814" y="236"/>
                </a:lnTo>
                <a:lnTo>
                  <a:pt x="1824" y="243"/>
                </a:lnTo>
                <a:lnTo>
                  <a:pt x="1833" y="251"/>
                </a:lnTo>
                <a:lnTo>
                  <a:pt x="1842" y="259"/>
                </a:lnTo>
                <a:lnTo>
                  <a:pt x="1850" y="268"/>
                </a:lnTo>
                <a:lnTo>
                  <a:pt x="1858" y="277"/>
                </a:lnTo>
                <a:lnTo>
                  <a:pt x="1865" y="287"/>
                </a:lnTo>
                <a:lnTo>
                  <a:pt x="2155" y="706"/>
                </a:lnTo>
                <a:lnTo>
                  <a:pt x="2178" y="746"/>
                </a:lnTo>
                <a:lnTo>
                  <a:pt x="2193" y="790"/>
                </a:lnTo>
                <a:lnTo>
                  <a:pt x="2200" y="835"/>
                </a:lnTo>
                <a:lnTo>
                  <a:pt x="2198" y="881"/>
                </a:lnTo>
                <a:lnTo>
                  <a:pt x="2189" y="926"/>
                </a:lnTo>
                <a:lnTo>
                  <a:pt x="2171" y="969"/>
                </a:lnTo>
                <a:lnTo>
                  <a:pt x="2145" y="1007"/>
                </a:lnTo>
                <a:lnTo>
                  <a:pt x="2113" y="1040"/>
                </a:lnTo>
                <a:lnTo>
                  <a:pt x="2076" y="1067"/>
                </a:lnTo>
                <a:lnTo>
                  <a:pt x="2034" y="1086"/>
                </a:lnTo>
                <a:lnTo>
                  <a:pt x="1990" y="1097"/>
                </a:lnTo>
                <a:lnTo>
                  <a:pt x="1944" y="1100"/>
                </a:lnTo>
                <a:lnTo>
                  <a:pt x="1898" y="1095"/>
                </a:lnTo>
                <a:lnTo>
                  <a:pt x="1854" y="1081"/>
                </a:lnTo>
                <a:lnTo>
                  <a:pt x="1813" y="1060"/>
                </a:lnTo>
                <a:lnTo>
                  <a:pt x="1777" y="1031"/>
                </a:lnTo>
                <a:moveTo>
                  <a:pt x="400" y="1095"/>
                </a:moveTo>
                <a:lnTo>
                  <a:pt x="400" y="1900"/>
                </a:lnTo>
                <a:lnTo>
                  <a:pt x="401" y="1920"/>
                </a:lnTo>
                <a:lnTo>
                  <a:pt x="404" y="1939"/>
                </a:lnTo>
                <a:lnTo>
                  <a:pt x="409" y="1958"/>
                </a:lnTo>
                <a:lnTo>
                  <a:pt x="415" y="1977"/>
                </a:lnTo>
                <a:lnTo>
                  <a:pt x="424" y="1994"/>
                </a:lnTo>
                <a:lnTo>
                  <a:pt x="434" y="2011"/>
                </a:lnTo>
                <a:lnTo>
                  <a:pt x="445" y="2027"/>
                </a:lnTo>
                <a:lnTo>
                  <a:pt x="459" y="2041"/>
                </a:lnTo>
                <a:lnTo>
                  <a:pt x="473" y="2055"/>
                </a:lnTo>
                <a:lnTo>
                  <a:pt x="489" y="2066"/>
                </a:lnTo>
                <a:lnTo>
                  <a:pt x="506" y="2076"/>
                </a:lnTo>
                <a:lnTo>
                  <a:pt x="523" y="2085"/>
                </a:lnTo>
                <a:lnTo>
                  <a:pt x="542" y="2091"/>
                </a:lnTo>
                <a:lnTo>
                  <a:pt x="561" y="2096"/>
                </a:lnTo>
                <a:lnTo>
                  <a:pt x="580" y="2099"/>
                </a:lnTo>
                <a:lnTo>
                  <a:pt x="600" y="2100"/>
                </a:lnTo>
                <a:lnTo>
                  <a:pt x="1800" y="2100"/>
                </a:lnTo>
                <a:lnTo>
                  <a:pt x="1820" y="2099"/>
                </a:lnTo>
                <a:lnTo>
                  <a:pt x="1839" y="2096"/>
                </a:lnTo>
                <a:lnTo>
                  <a:pt x="1858" y="2091"/>
                </a:lnTo>
                <a:lnTo>
                  <a:pt x="1877" y="2085"/>
                </a:lnTo>
                <a:lnTo>
                  <a:pt x="1894" y="2076"/>
                </a:lnTo>
                <a:lnTo>
                  <a:pt x="1911" y="2066"/>
                </a:lnTo>
                <a:lnTo>
                  <a:pt x="1927" y="2055"/>
                </a:lnTo>
                <a:lnTo>
                  <a:pt x="1941" y="2041"/>
                </a:lnTo>
                <a:lnTo>
                  <a:pt x="1955" y="2027"/>
                </a:lnTo>
                <a:lnTo>
                  <a:pt x="1966" y="2011"/>
                </a:lnTo>
                <a:lnTo>
                  <a:pt x="1976" y="1994"/>
                </a:lnTo>
                <a:lnTo>
                  <a:pt x="1985" y="1977"/>
                </a:lnTo>
                <a:lnTo>
                  <a:pt x="1991" y="1958"/>
                </a:lnTo>
                <a:lnTo>
                  <a:pt x="1996" y="1939"/>
                </a:lnTo>
                <a:lnTo>
                  <a:pt x="1999" y="1920"/>
                </a:lnTo>
                <a:lnTo>
                  <a:pt x="2000" y="1900"/>
                </a:lnTo>
                <a:lnTo>
                  <a:pt x="2000" y="1095"/>
                </a:lnTo>
              </a:path>
            </a:pathLst>
          </a:custGeom>
          <a:noFill/>
          <a:ln cap="rnd" cmpd="sng" w="19050">
            <a:solidFill>
              <a:schemeClr val="lt1"/>
            </a:solidFill>
            <a:prstDash val="solid"/>
            <a:round/>
            <a:headEnd len="sm" w="sm" type="none"/>
            <a:tailEnd len="sm" w="sm" type="none"/>
          </a:ln>
        </p:spPr>
        <p:txBody>
          <a:bodyPr anchorCtr="0" anchor="t" bIns="26750" lIns="53575" spcFirstLastPara="1" rIns="53575" wrap="square" tIns="26750">
            <a:noAutofit/>
          </a:bodyPr>
          <a:lstStyle/>
          <a:p>
            <a:pPr indent="0" lvl="0" marL="0" marR="0" rtl="0" algn="l">
              <a:spcBef>
                <a:spcPts val="0"/>
              </a:spcBef>
              <a:spcAft>
                <a:spcPts val="0"/>
              </a:spcAft>
              <a:buNone/>
            </a:pPr>
            <a:r>
              <a:t/>
            </a:r>
            <a:endParaRPr sz="1094">
              <a:solidFill>
                <a:schemeClr val="dk1"/>
              </a:solidFill>
              <a:latin typeface="Calibri"/>
              <a:ea typeface="Calibri"/>
              <a:cs typeface="Calibri"/>
              <a:sym typeface="Calibri"/>
            </a:endParaRPr>
          </a:p>
        </p:txBody>
      </p:sp>
      <p:sp>
        <p:nvSpPr>
          <p:cNvPr id="355" name="Google Shape;355;p27"/>
          <p:cNvSpPr/>
          <p:nvPr/>
        </p:nvSpPr>
        <p:spPr>
          <a:xfrm>
            <a:off x="3417313" y="1783359"/>
            <a:ext cx="294618" cy="294618"/>
          </a:xfrm>
          <a:custGeom>
            <a:rect b="b" l="l" r="r" t="t"/>
            <a:pathLst>
              <a:path extrusionOk="0" fill="none" h="2400" w="2400">
                <a:moveTo>
                  <a:pt x="1100" y="1700"/>
                </a:moveTo>
                <a:lnTo>
                  <a:pt x="1300" y="1900"/>
                </a:lnTo>
                <a:lnTo>
                  <a:pt x="1332" y="1926"/>
                </a:lnTo>
                <a:lnTo>
                  <a:pt x="1369" y="1946"/>
                </a:lnTo>
                <a:lnTo>
                  <a:pt x="1409" y="1958"/>
                </a:lnTo>
                <a:lnTo>
                  <a:pt x="1450" y="1962"/>
                </a:lnTo>
                <a:lnTo>
                  <a:pt x="1491" y="1958"/>
                </a:lnTo>
                <a:lnTo>
                  <a:pt x="1531" y="1946"/>
                </a:lnTo>
                <a:lnTo>
                  <a:pt x="1568" y="1926"/>
                </a:lnTo>
                <a:lnTo>
                  <a:pt x="1600" y="1900"/>
                </a:lnTo>
                <a:lnTo>
                  <a:pt x="1626" y="1868"/>
                </a:lnTo>
                <a:lnTo>
                  <a:pt x="1646" y="1831"/>
                </a:lnTo>
                <a:lnTo>
                  <a:pt x="1658" y="1791"/>
                </a:lnTo>
                <a:lnTo>
                  <a:pt x="1662" y="1750"/>
                </a:lnTo>
                <a:lnTo>
                  <a:pt x="1658" y="1709"/>
                </a:lnTo>
                <a:lnTo>
                  <a:pt x="1646" y="1669"/>
                </a:lnTo>
                <a:lnTo>
                  <a:pt x="1626" y="1632"/>
                </a:lnTo>
                <a:lnTo>
                  <a:pt x="1600" y="1600"/>
                </a:lnTo>
                <a:moveTo>
                  <a:pt x="1400" y="1400"/>
                </a:moveTo>
                <a:lnTo>
                  <a:pt x="1650" y="1650"/>
                </a:lnTo>
                <a:lnTo>
                  <a:pt x="1682" y="1676"/>
                </a:lnTo>
                <a:lnTo>
                  <a:pt x="1719" y="1696"/>
                </a:lnTo>
                <a:lnTo>
                  <a:pt x="1759" y="1708"/>
                </a:lnTo>
                <a:lnTo>
                  <a:pt x="1800" y="1712"/>
                </a:lnTo>
                <a:lnTo>
                  <a:pt x="1841" y="1708"/>
                </a:lnTo>
                <a:lnTo>
                  <a:pt x="1881" y="1696"/>
                </a:lnTo>
                <a:lnTo>
                  <a:pt x="1918" y="1676"/>
                </a:lnTo>
                <a:lnTo>
                  <a:pt x="1950" y="1650"/>
                </a:lnTo>
                <a:lnTo>
                  <a:pt x="1976" y="1618"/>
                </a:lnTo>
                <a:lnTo>
                  <a:pt x="1996" y="1581"/>
                </a:lnTo>
                <a:lnTo>
                  <a:pt x="2008" y="1541"/>
                </a:lnTo>
                <a:lnTo>
                  <a:pt x="2012" y="1500"/>
                </a:lnTo>
                <a:lnTo>
                  <a:pt x="2008" y="1459"/>
                </a:lnTo>
                <a:lnTo>
                  <a:pt x="1996" y="1419"/>
                </a:lnTo>
                <a:lnTo>
                  <a:pt x="1976" y="1382"/>
                </a:lnTo>
                <a:lnTo>
                  <a:pt x="1950" y="1350"/>
                </a:lnTo>
                <a:lnTo>
                  <a:pt x="1562" y="962"/>
                </a:lnTo>
                <a:lnTo>
                  <a:pt x="1540" y="942"/>
                </a:lnTo>
                <a:lnTo>
                  <a:pt x="1517" y="925"/>
                </a:lnTo>
                <a:lnTo>
                  <a:pt x="1491" y="910"/>
                </a:lnTo>
                <a:lnTo>
                  <a:pt x="1465" y="897"/>
                </a:lnTo>
                <a:lnTo>
                  <a:pt x="1437" y="887"/>
                </a:lnTo>
                <a:lnTo>
                  <a:pt x="1408" y="880"/>
                </a:lnTo>
                <a:lnTo>
                  <a:pt x="1379" y="876"/>
                </a:lnTo>
                <a:lnTo>
                  <a:pt x="1350" y="874"/>
                </a:lnTo>
                <a:lnTo>
                  <a:pt x="1321" y="876"/>
                </a:lnTo>
                <a:lnTo>
                  <a:pt x="1292" y="880"/>
                </a:lnTo>
                <a:lnTo>
                  <a:pt x="1263" y="887"/>
                </a:lnTo>
                <a:lnTo>
                  <a:pt x="1235" y="897"/>
                </a:lnTo>
                <a:lnTo>
                  <a:pt x="1209" y="910"/>
                </a:lnTo>
                <a:lnTo>
                  <a:pt x="1183" y="925"/>
                </a:lnTo>
                <a:lnTo>
                  <a:pt x="1160" y="942"/>
                </a:lnTo>
                <a:lnTo>
                  <a:pt x="1138" y="962"/>
                </a:lnTo>
                <a:lnTo>
                  <a:pt x="1050" y="1050"/>
                </a:lnTo>
                <a:lnTo>
                  <a:pt x="1018" y="1076"/>
                </a:lnTo>
                <a:lnTo>
                  <a:pt x="981" y="1096"/>
                </a:lnTo>
                <a:lnTo>
                  <a:pt x="941" y="1108"/>
                </a:lnTo>
                <a:lnTo>
                  <a:pt x="900" y="1112"/>
                </a:lnTo>
                <a:lnTo>
                  <a:pt x="859" y="1108"/>
                </a:lnTo>
                <a:lnTo>
                  <a:pt x="819" y="1096"/>
                </a:lnTo>
                <a:lnTo>
                  <a:pt x="782" y="1076"/>
                </a:lnTo>
                <a:lnTo>
                  <a:pt x="750" y="1050"/>
                </a:lnTo>
                <a:lnTo>
                  <a:pt x="724" y="1018"/>
                </a:lnTo>
                <a:lnTo>
                  <a:pt x="704" y="981"/>
                </a:lnTo>
                <a:lnTo>
                  <a:pt x="692" y="941"/>
                </a:lnTo>
                <a:lnTo>
                  <a:pt x="688" y="900"/>
                </a:lnTo>
                <a:lnTo>
                  <a:pt x="692" y="859"/>
                </a:lnTo>
                <a:lnTo>
                  <a:pt x="704" y="819"/>
                </a:lnTo>
                <a:lnTo>
                  <a:pt x="724" y="782"/>
                </a:lnTo>
                <a:lnTo>
                  <a:pt x="750" y="750"/>
                </a:lnTo>
                <a:lnTo>
                  <a:pt x="1031" y="469"/>
                </a:lnTo>
                <a:lnTo>
                  <a:pt x="1066" y="437"/>
                </a:lnTo>
                <a:lnTo>
                  <a:pt x="1104" y="407"/>
                </a:lnTo>
                <a:lnTo>
                  <a:pt x="1144" y="381"/>
                </a:lnTo>
                <a:lnTo>
                  <a:pt x="1186" y="358"/>
                </a:lnTo>
                <a:lnTo>
                  <a:pt x="1230" y="339"/>
                </a:lnTo>
                <a:lnTo>
                  <a:pt x="1275" y="324"/>
                </a:lnTo>
                <a:lnTo>
                  <a:pt x="1322" y="312"/>
                </a:lnTo>
                <a:lnTo>
                  <a:pt x="1369" y="304"/>
                </a:lnTo>
                <a:lnTo>
                  <a:pt x="1417" y="300"/>
                </a:lnTo>
                <a:lnTo>
                  <a:pt x="1465" y="300"/>
                </a:lnTo>
                <a:lnTo>
                  <a:pt x="1512" y="305"/>
                </a:lnTo>
                <a:lnTo>
                  <a:pt x="1560" y="312"/>
                </a:lnTo>
                <a:lnTo>
                  <a:pt x="1606" y="324"/>
                </a:lnTo>
                <a:lnTo>
                  <a:pt x="1651" y="340"/>
                </a:lnTo>
                <a:lnTo>
                  <a:pt x="1695" y="359"/>
                </a:lnTo>
                <a:lnTo>
                  <a:pt x="1737" y="382"/>
                </a:lnTo>
                <a:lnTo>
                  <a:pt x="1784" y="410"/>
                </a:lnTo>
                <a:lnTo>
                  <a:pt x="1792" y="415"/>
                </a:lnTo>
                <a:lnTo>
                  <a:pt x="1800" y="419"/>
                </a:lnTo>
                <a:lnTo>
                  <a:pt x="1809" y="423"/>
                </a:lnTo>
                <a:lnTo>
                  <a:pt x="1817" y="426"/>
                </a:lnTo>
                <a:lnTo>
                  <a:pt x="1826" y="429"/>
                </a:lnTo>
                <a:lnTo>
                  <a:pt x="1835" y="432"/>
                </a:lnTo>
                <a:lnTo>
                  <a:pt x="1844" y="434"/>
                </a:lnTo>
                <a:lnTo>
                  <a:pt x="1853" y="436"/>
                </a:lnTo>
                <a:lnTo>
                  <a:pt x="1862" y="437"/>
                </a:lnTo>
                <a:lnTo>
                  <a:pt x="1871" y="438"/>
                </a:lnTo>
                <a:lnTo>
                  <a:pt x="1880" y="439"/>
                </a:lnTo>
                <a:lnTo>
                  <a:pt x="1889" y="439"/>
                </a:lnTo>
                <a:lnTo>
                  <a:pt x="1899" y="438"/>
                </a:lnTo>
                <a:lnTo>
                  <a:pt x="1908" y="438"/>
                </a:lnTo>
                <a:lnTo>
                  <a:pt x="1917" y="437"/>
                </a:lnTo>
                <a:lnTo>
                  <a:pt x="1926" y="435"/>
                </a:lnTo>
                <a:lnTo>
                  <a:pt x="2100" y="400"/>
                </a:lnTo>
                <a:moveTo>
                  <a:pt x="2100" y="300"/>
                </a:moveTo>
                <a:lnTo>
                  <a:pt x="2200" y="1400"/>
                </a:lnTo>
                <a:lnTo>
                  <a:pt x="2000" y="1400"/>
                </a:lnTo>
                <a:moveTo>
                  <a:pt x="300" y="300"/>
                </a:moveTo>
                <a:lnTo>
                  <a:pt x="200" y="1400"/>
                </a:lnTo>
                <a:lnTo>
                  <a:pt x="850" y="2050"/>
                </a:lnTo>
                <a:lnTo>
                  <a:pt x="882" y="2076"/>
                </a:lnTo>
                <a:lnTo>
                  <a:pt x="919" y="2096"/>
                </a:lnTo>
                <a:lnTo>
                  <a:pt x="959" y="2108"/>
                </a:lnTo>
                <a:lnTo>
                  <a:pt x="1000" y="2112"/>
                </a:lnTo>
                <a:lnTo>
                  <a:pt x="1041" y="2108"/>
                </a:lnTo>
                <a:lnTo>
                  <a:pt x="1081" y="2096"/>
                </a:lnTo>
                <a:lnTo>
                  <a:pt x="1118" y="2076"/>
                </a:lnTo>
                <a:lnTo>
                  <a:pt x="1150" y="2050"/>
                </a:lnTo>
                <a:lnTo>
                  <a:pt x="1176" y="2018"/>
                </a:lnTo>
                <a:lnTo>
                  <a:pt x="1196" y="1981"/>
                </a:lnTo>
                <a:lnTo>
                  <a:pt x="1208" y="1941"/>
                </a:lnTo>
                <a:lnTo>
                  <a:pt x="1212" y="1900"/>
                </a:lnTo>
                <a:lnTo>
                  <a:pt x="1208" y="1859"/>
                </a:lnTo>
                <a:lnTo>
                  <a:pt x="1196" y="1819"/>
                </a:lnTo>
                <a:lnTo>
                  <a:pt x="1176" y="1782"/>
                </a:lnTo>
                <a:lnTo>
                  <a:pt x="1150" y="1750"/>
                </a:lnTo>
                <a:moveTo>
                  <a:pt x="300" y="400"/>
                </a:moveTo>
                <a:lnTo>
                  <a:pt x="1100" y="400"/>
                </a:lnTo>
              </a:path>
            </a:pathLst>
          </a:custGeom>
          <a:noFill/>
          <a:ln cap="rnd" cmpd="sng" w="19050">
            <a:solidFill>
              <a:schemeClr val="lt1"/>
            </a:solidFill>
            <a:prstDash val="solid"/>
            <a:round/>
            <a:headEnd len="sm" w="sm" type="none"/>
            <a:tailEnd len="sm" w="sm" type="none"/>
          </a:ln>
        </p:spPr>
        <p:txBody>
          <a:bodyPr anchorCtr="0" anchor="t" bIns="26750" lIns="53575" spcFirstLastPara="1" rIns="53575" wrap="square" tIns="26750">
            <a:noAutofit/>
          </a:bodyPr>
          <a:lstStyle/>
          <a:p>
            <a:pPr indent="0" lvl="0" marL="0" marR="0" rtl="0" algn="l">
              <a:spcBef>
                <a:spcPts val="0"/>
              </a:spcBef>
              <a:spcAft>
                <a:spcPts val="0"/>
              </a:spcAft>
              <a:buNone/>
            </a:pPr>
            <a:r>
              <a:t/>
            </a:r>
            <a:endParaRPr sz="1094">
              <a:solidFill>
                <a:schemeClr val="dk1"/>
              </a:solidFill>
              <a:latin typeface="Calibri"/>
              <a:ea typeface="Calibri"/>
              <a:cs typeface="Calibri"/>
              <a:sym typeface="Calibri"/>
            </a:endParaRPr>
          </a:p>
        </p:txBody>
      </p:sp>
      <p:sp>
        <p:nvSpPr>
          <p:cNvPr id="356" name="Google Shape;356;p27"/>
          <p:cNvSpPr/>
          <p:nvPr/>
        </p:nvSpPr>
        <p:spPr>
          <a:xfrm>
            <a:off x="7491888" y="1783359"/>
            <a:ext cx="294618" cy="294618"/>
          </a:xfrm>
          <a:custGeom>
            <a:rect b="b" l="l" r="r" t="t"/>
            <a:pathLst>
              <a:path extrusionOk="0" fill="none" h="2400" w="2400">
                <a:moveTo>
                  <a:pt x="2000" y="1300"/>
                </a:moveTo>
                <a:cubicBezTo>
                  <a:pt x="2000" y="1800"/>
                  <a:pt x="1650" y="2050"/>
                  <a:pt x="1234" y="2195"/>
                </a:cubicBezTo>
                <a:lnTo>
                  <a:pt x="1230" y="2196"/>
                </a:lnTo>
                <a:lnTo>
                  <a:pt x="1226" y="2197"/>
                </a:lnTo>
                <a:lnTo>
                  <a:pt x="1222" y="2198"/>
                </a:lnTo>
                <a:lnTo>
                  <a:pt x="1217" y="2199"/>
                </a:lnTo>
                <a:lnTo>
                  <a:pt x="1213" y="2200"/>
                </a:lnTo>
                <a:lnTo>
                  <a:pt x="1209" y="2200"/>
                </a:lnTo>
                <a:lnTo>
                  <a:pt x="1205" y="2200"/>
                </a:lnTo>
                <a:lnTo>
                  <a:pt x="1200" y="2200"/>
                </a:lnTo>
                <a:lnTo>
                  <a:pt x="1196" y="2200"/>
                </a:lnTo>
                <a:lnTo>
                  <a:pt x="1192" y="2200"/>
                </a:lnTo>
                <a:lnTo>
                  <a:pt x="1188" y="2199"/>
                </a:lnTo>
                <a:lnTo>
                  <a:pt x="1183" y="2199"/>
                </a:lnTo>
                <a:lnTo>
                  <a:pt x="1179" y="2198"/>
                </a:lnTo>
                <a:lnTo>
                  <a:pt x="1175" y="2197"/>
                </a:lnTo>
                <a:lnTo>
                  <a:pt x="1171" y="2195"/>
                </a:lnTo>
                <a:lnTo>
                  <a:pt x="1167" y="2194"/>
                </a:lnTo>
                <a:cubicBezTo>
                  <a:pt x="750" y="2050"/>
                  <a:pt x="400" y="1800"/>
                  <a:pt x="400" y="1300"/>
                </a:cubicBezTo>
                <a:lnTo>
                  <a:pt x="400" y="600"/>
                </a:lnTo>
                <a:lnTo>
                  <a:pt x="400" y="590"/>
                </a:lnTo>
                <a:lnTo>
                  <a:pt x="402" y="580"/>
                </a:lnTo>
                <a:lnTo>
                  <a:pt x="404" y="571"/>
                </a:lnTo>
                <a:lnTo>
                  <a:pt x="408" y="562"/>
                </a:lnTo>
                <a:lnTo>
                  <a:pt x="412" y="553"/>
                </a:lnTo>
                <a:lnTo>
                  <a:pt x="417" y="544"/>
                </a:lnTo>
                <a:lnTo>
                  <a:pt x="423" y="537"/>
                </a:lnTo>
                <a:lnTo>
                  <a:pt x="429" y="529"/>
                </a:lnTo>
                <a:lnTo>
                  <a:pt x="437" y="523"/>
                </a:lnTo>
                <a:lnTo>
                  <a:pt x="444" y="517"/>
                </a:lnTo>
                <a:lnTo>
                  <a:pt x="453" y="512"/>
                </a:lnTo>
                <a:lnTo>
                  <a:pt x="462" y="508"/>
                </a:lnTo>
                <a:lnTo>
                  <a:pt x="471" y="504"/>
                </a:lnTo>
                <a:lnTo>
                  <a:pt x="480" y="502"/>
                </a:lnTo>
                <a:lnTo>
                  <a:pt x="490" y="500"/>
                </a:lnTo>
                <a:lnTo>
                  <a:pt x="500" y="500"/>
                </a:lnTo>
                <a:cubicBezTo>
                  <a:pt x="700" y="500"/>
                  <a:pt x="950" y="380"/>
                  <a:pt x="1124" y="228"/>
                </a:cubicBezTo>
                <a:lnTo>
                  <a:pt x="1132" y="222"/>
                </a:lnTo>
                <a:lnTo>
                  <a:pt x="1141" y="216"/>
                </a:lnTo>
                <a:lnTo>
                  <a:pt x="1150" y="211"/>
                </a:lnTo>
                <a:lnTo>
                  <a:pt x="1159" y="207"/>
                </a:lnTo>
                <a:lnTo>
                  <a:pt x="1169" y="204"/>
                </a:lnTo>
                <a:lnTo>
                  <a:pt x="1179" y="202"/>
                </a:lnTo>
                <a:lnTo>
                  <a:pt x="1190" y="200"/>
                </a:lnTo>
                <a:lnTo>
                  <a:pt x="1200" y="200"/>
                </a:lnTo>
                <a:lnTo>
                  <a:pt x="1210" y="200"/>
                </a:lnTo>
                <a:lnTo>
                  <a:pt x="1221" y="202"/>
                </a:lnTo>
                <a:lnTo>
                  <a:pt x="1231" y="204"/>
                </a:lnTo>
                <a:lnTo>
                  <a:pt x="1241" y="207"/>
                </a:lnTo>
                <a:lnTo>
                  <a:pt x="1250" y="211"/>
                </a:lnTo>
                <a:lnTo>
                  <a:pt x="1259" y="216"/>
                </a:lnTo>
                <a:lnTo>
                  <a:pt x="1268" y="222"/>
                </a:lnTo>
                <a:lnTo>
                  <a:pt x="1276" y="228"/>
                </a:lnTo>
                <a:cubicBezTo>
                  <a:pt x="1451" y="381"/>
                  <a:pt x="1700" y="500"/>
                  <a:pt x="1900" y="500"/>
                </a:cubicBezTo>
                <a:lnTo>
                  <a:pt x="1910" y="500"/>
                </a:lnTo>
                <a:lnTo>
                  <a:pt x="1920" y="502"/>
                </a:lnTo>
                <a:lnTo>
                  <a:pt x="1929" y="504"/>
                </a:lnTo>
                <a:lnTo>
                  <a:pt x="1938" y="508"/>
                </a:lnTo>
                <a:lnTo>
                  <a:pt x="1947" y="512"/>
                </a:lnTo>
                <a:lnTo>
                  <a:pt x="1956" y="517"/>
                </a:lnTo>
                <a:lnTo>
                  <a:pt x="1963" y="523"/>
                </a:lnTo>
                <a:lnTo>
                  <a:pt x="1971" y="529"/>
                </a:lnTo>
                <a:lnTo>
                  <a:pt x="1977" y="537"/>
                </a:lnTo>
                <a:lnTo>
                  <a:pt x="1983" y="544"/>
                </a:lnTo>
                <a:lnTo>
                  <a:pt x="1988" y="553"/>
                </a:lnTo>
                <a:lnTo>
                  <a:pt x="1992" y="562"/>
                </a:lnTo>
                <a:lnTo>
                  <a:pt x="1996" y="571"/>
                </a:lnTo>
                <a:lnTo>
                  <a:pt x="1998" y="580"/>
                </a:lnTo>
                <a:lnTo>
                  <a:pt x="2000" y="590"/>
                </a:lnTo>
                <a:lnTo>
                  <a:pt x="2000" y="600"/>
                </a:lnTo>
                <a:lnTo>
                  <a:pt x="2000" y="1300"/>
                </a:lnTo>
                <a:moveTo>
                  <a:pt x="900" y="1200"/>
                </a:moveTo>
                <a:lnTo>
                  <a:pt x="1100" y="1400"/>
                </a:lnTo>
                <a:lnTo>
                  <a:pt x="1500" y="1000"/>
                </a:lnTo>
              </a:path>
            </a:pathLst>
          </a:custGeom>
          <a:noFill/>
          <a:ln cap="rnd" cmpd="sng" w="19050">
            <a:solidFill>
              <a:schemeClr val="lt1"/>
            </a:solidFill>
            <a:prstDash val="solid"/>
            <a:round/>
            <a:headEnd len="sm" w="sm" type="none"/>
            <a:tailEnd len="sm" w="sm" type="none"/>
          </a:ln>
        </p:spPr>
        <p:txBody>
          <a:bodyPr anchorCtr="0" anchor="t" bIns="26750" lIns="53575" spcFirstLastPara="1" rIns="53575" wrap="square" tIns="26750">
            <a:noAutofit/>
          </a:bodyPr>
          <a:lstStyle/>
          <a:p>
            <a:pPr indent="0" lvl="0" marL="0" marR="0" rtl="0" algn="l">
              <a:spcBef>
                <a:spcPts val="0"/>
              </a:spcBef>
              <a:spcAft>
                <a:spcPts val="0"/>
              </a:spcAft>
              <a:buNone/>
            </a:pPr>
            <a:r>
              <a:t/>
            </a:r>
            <a:endParaRPr sz="1094">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28"/>
          <p:cNvSpPr/>
          <p:nvPr/>
        </p:nvSpPr>
        <p:spPr>
          <a:xfrm>
            <a:off x="571500" y="457200"/>
            <a:ext cx="8241030" cy="201922"/>
          </a:xfrm>
          <a:prstGeom prst="rect">
            <a:avLst/>
          </a:prstGeom>
          <a:noFill/>
          <a:ln>
            <a:noFill/>
          </a:ln>
        </p:spPr>
        <p:txBody>
          <a:bodyPr anchorCtr="0" anchor="t" bIns="12700" lIns="12700" spcFirstLastPara="1" rIns="12700" wrap="square" tIns="12700">
            <a:noAutofit/>
          </a:bodyPr>
          <a:lstStyle/>
          <a:p>
            <a:pPr indent="0" lvl="0" marL="0" marR="0" rtl="0" algn="l">
              <a:lnSpc>
                <a:spcPct val="160000"/>
              </a:lnSpc>
              <a:spcBef>
                <a:spcPts val="0"/>
              </a:spcBef>
              <a:spcAft>
                <a:spcPts val="0"/>
              </a:spcAft>
              <a:buClr>
                <a:srgbClr val="437AEF"/>
              </a:buClr>
              <a:buSzPts val="900"/>
              <a:buFont typeface="Plus Jakarta Sans"/>
              <a:buNone/>
            </a:pPr>
            <a:r>
              <a:rPr b="1" i="0" lang="en" sz="1100" u="none" cap="none" strike="noStrike">
                <a:solidFill>
                  <a:srgbClr val="437AEF"/>
                </a:solidFill>
                <a:latin typeface="Plus Jakarta Sans"/>
                <a:ea typeface="Plus Jakarta Sans"/>
                <a:cs typeface="Plus Jakarta Sans"/>
                <a:sym typeface="Plus Jakarta Sans"/>
              </a:rPr>
              <a:t>IMPLEMENTACIÓN</a:t>
            </a:r>
            <a:endParaRPr b="0" i="0" sz="1100" u="none" cap="none" strike="noStrike">
              <a:solidFill>
                <a:schemeClr val="dk1"/>
              </a:solidFill>
              <a:latin typeface="Calibri"/>
              <a:ea typeface="Calibri"/>
              <a:cs typeface="Calibri"/>
              <a:sym typeface="Calibri"/>
            </a:endParaRPr>
          </a:p>
        </p:txBody>
      </p:sp>
      <p:sp>
        <p:nvSpPr>
          <p:cNvPr id="363" name="Google Shape;363;p28"/>
          <p:cNvSpPr/>
          <p:nvPr/>
        </p:nvSpPr>
        <p:spPr>
          <a:xfrm>
            <a:off x="571500" y="725798"/>
            <a:ext cx="8241030" cy="378507"/>
          </a:xfrm>
          <a:prstGeom prst="rect">
            <a:avLst/>
          </a:prstGeom>
          <a:noFill/>
          <a:ln>
            <a:noFill/>
          </a:ln>
        </p:spPr>
        <p:txBody>
          <a:bodyPr anchorCtr="0" anchor="t" bIns="12700" lIns="12700" spcFirstLastPara="1" rIns="12700" wrap="square" tIns="12700">
            <a:noAutofit/>
          </a:bodyPr>
          <a:lstStyle/>
          <a:p>
            <a:pPr indent="0" lvl="0" marL="0" marR="0" rtl="0" algn="l">
              <a:lnSpc>
                <a:spcPct val="102000"/>
              </a:lnSpc>
              <a:spcBef>
                <a:spcPts val="0"/>
              </a:spcBef>
              <a:spcAft>
                <a:spcPts val="0"/>
              </a:spcAft>
              <a:buClr>
                <a:srgbClr val="020617"/>
              </a:buClr>
              <a:buSzPts val="2800"/>
              <a:buFont typeface="Plus Jakarta Sans"/>
              <a:buNone/>
            </a:pPr>
            <a:r>
              <a:rPr i="0" lang="en" sz="2800" u="none" cap="none" strike="noStrike">
                <a:solidFill>
                  <a:srgbClr val="020617"/>
                </a:solidFill>
                <a:latin typeface="Plus Jakarta Sans ExtraBold"/>
                <a:ea typeface="Plus Jakarta Sans ExtraBold"/>
                <a:cs typeface="Plus Jakarta Sans ExtraBold"/>
                <a:sym typeface="Plus Jakarta Sans ExtraBold"/>
              </a:rPr>
              <a:t>Etapas del proyecto</a:t>
            </a:r>
            <a:endParaRPr i="0" sz="2800" u="none" cap="none" strike="noStrike">
              <a:solidFill>
                <a:schemeClr val="dk1"/>
              </a:solidFill>
              <a:latin typeface="Plus Jakarta Sans ExtraBold"/>
              <a:ea typeface="Plus Jakarta Sans ExtraBold"/>
              <a:cs typeface="Plus Jakarta Sans ExtraBold"/>
              <a:sym typeface="Plus Jakarta Sans ExtraBold"/>
            </a:endParaRPr>
          </a:p>
        </p:txBody>
      </p:sp>
      <p:sp>
        <p:nvSpPr>
          <p:cNvPr id="364" name="Google Shape;364;p28"/>
          <p:cNvSpPr/>
          <p:nvPr/>
        </p:nvSpPr>
        <p:spPr>
          <a:xfrm>
            <a:off x="571500" y="1351954"/>
            <a:ext cx="8001000" cy="669132"/>
          </a:xfrm>
          <a:prstGeom prst="roundRect">
            <a:avLst>
              <a:gd fmla="val 17082" name="adj"/>
            </a:avLst>
          </a:prstGeom>
          <a:solidFill>
            <a:srgbClr val="FFFFFF"/>
          </a:solidFill>
          <a:ln cap="flat" cmpd="sng" w="9525">
            <a:solidFill>
              <a:srgbClr val="E2E8F0"/>
            </a:solidFill>
            <a:prstDash val="solid"/>
            <a:round/>
            <a:headEnd len="sm" w="sm" type="none"/>
            <a:tailEnd len="sm" w="sm" type="none"/>
          </a:ln>
          <a:effectLst>
            <a:outerShdw blurRad="57150" rotWithShape="0" algn="bl" dir="5400000" dist="19050">
              <a:srgbClr val="0A1C43">
                <a:alpha val="5882"/>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65" name="Google Shape;365;p28"/>
          <p:cNvSpPr/>
          <p:nvPr/>
        </p:nvSpPr>
        <p:spPr>
          <a:xfrm>
            <a:off x="747713" y="1548408"/>
            <a:ext cx="466725" cy="295275"/>
          </a:xfrm>
          <a:prstGeom prst="rect">
            <a:avLst/>
          </a:prstGeom>
          <a:noFill/>
          <a:ln>
            <a:noFill/>
          </a:ln>
        </p:spPr>
        <p:txBody>
          <a:bodyPr anchorCtr="0" anchor="t" bIns="12700" lIns="12700" spcFirstLastPara="1" rIns="12700" wrap="square" tIns="12700">
            <a:noAutofit/>
          </a:bodyPr>
          <a:lstStyle/>
          <a:p>
            <a:pPr indent="0" lvl="0" marL="0" marR="0" rtl="0" algn="ctr">
              <a:lnSpc>
                <a:spcPct val="100000"/>
              </a:lnSpc>
              <a:spcBef>
                <a:spcPts val="0"/>
              </a:spcBef>
              <a:spcAft>
                <a:spcPts val="0"/>
              </a:spcAft>
              <a:buClr>
                <a:srgbClr val="437AEF"/>
              </a:buClr>
              <a:buSzPts val="2200"/>
              <a:buFont typeface="Plus Jakarta Sans"/>
              <a:buNone/>
            </a:pPr>
            <a:r>
              <a:rPr b="1" i="0" lang="en" sz="2200" u="none" cap="none" strike="noStrike">
                <a:solidFill>
                  <a:srgbClr val="437AEF"/>
                </a:solidFill>
                <a:latin typeface="Plus Jakarta Sans"/>
                <a:ea typeface="Plus Jakarta Sans"/>
                <a:cs typeface="Plus Jakarta Sans"/>
                <a:sym typeface="Plus Jakarta Sans"/>
              </a:rPr>
              <a:t>01</a:t>
            </a:r>
            <a:endParaRPr b="0" i="0" sz="2200" u="none" cap="none" strike="noStrike">
              <a:solidFill>
                <a:schemeClr val="dk1"/>
              </a:solidFill>
              <a:latin typeface="Calibri"/>
              <a:ea typeface="Calibri"/>
              <a:cs typeface="Calibri"/>
              <a:sym typeface="Calibri"/>
            </a:endParaRPr>
          </a:p>
        </p:txBody>
      </p:sp>
      <p:sp>
        <p:nvSpPr>
          <p:cNvPr id="366" name="Google Shape;366;p28"/>
          <p:cNvSpPr/>
          <p:nvPr/>
        </p:nvSpPr>
        <p:spPr>
          <a:xfrm>
            <a:off x="1366838" y="1509117"/>
            <a:ext cx="6339163" cy="20955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0F172A"/>
              </a:buClr>
              <a:buSzPts val="1200"/>
              <a:buFont typeface="Plus Jakarta Sans"/>
              <a:buNone/>
            </a:pPr>
            <a:r>
              <a:rPr b="1" i="0" lang="en" sz="1200" u="none" cap="none" strike="noStrike">
                <a:solidFill>
                  <a:srgbClr val="0F172A"/>
                </a:solidFill>
                <a:latin typeface="Plus Jakarta Sans"/>
                <a:ea typeface="Plus Jakarta Sans"/>
                <a:cs typeface="Plus Jakarta Sans"/>
                <a:sym typeface="Plus Jakarta Sans"/>
              </a:rPr>
              <a:t>Descubrimiento</a:t>
            </a:r>
            <a:endParaRPr b="0" i="0" sz="1200" u="none" cap="none" strike="noStrike">
              <a:solidFill>
                <a:schemeClr val="dk1"/>
              </a:solidFill>
              <a:latin typeface="Calibri"/>
              <a:ea typeface="Calibri"/>
              <a:cs typeface="Calibri"/>
              <a:sym typeface="Calibri"/>
            </a:endParaRPr>
          </a:p>
        </p:txBody>
      </p:sp>
      <p:sp>
        <p:nvSpPr>
          <p:cNvPr id="367" name="Google Shape;367;p28"/>
          <p:cNvSpPr/>
          <p:nvPr/>
        </p:nvSpPr>
        <p:spPr>
          <a:xfrm>
            <a:off x="1366838" y="1718667"/>
            <a:ext cx="6339163" cy="164306"/>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75569"/>
              </a:buClr>
              <a:buSzPts val="900"/>
              <a:buFont typeface="Plus Jakarta Sans"/>
              <a:buNone/>
            </a:pPr>
            <a:r>
              <a:rPr b="0" i="0" lang="en" sz="900" u="none" cap="none" strike="noStrike">
                <a:solidFill>
                  <a:srgbClr val="475569"/>
                </a:solidFill>
                <a:latin typeface="Plus Jakarta Sans"/>
                <a:ea typeface="Plus Jakarta Sans"/>
                <a:cs typeface="Plus Jakarta Sans"/>
                <a:sym typeface="Plus Jakarta Sans"/>
              </a:rPr>
              <a:t>Entendemos tu operación, canales y objetivos.</a:t>
            </a:r>
            <a:endParaRPr b="0" i="0" sz="900" u="none" cap="none" strike="noStrike">
              <a:solidFill>
                <a:schemeClr val="dk1"/>
              </a:solidFill>
              <a:latin typeface="Calibri"/>
              <a:ea typeface="Calibri"/>
              <a:cs typeface="Calibri"/>
              <a:sym typeface="Calibri"/>
            </a:endParaRPr>
          </a:p>
        </p:txBody>
      </p:sp>
      <p:sp>
        <p:nvSpPr>
          <p:cNvPr id="368" name="Google Shape;368;p28"/>
          <p:cNvSpPr/>
          <p:nvPr/>
        </p:nvSpPr>
        <p:spPr>
          <a:xfrm>
            <a:off x="7692814" y="1571029"/>
            <a:ext cx="684424" cy="230982"/>
          </a:xfrm>
          <a:prstGeom prst="roundRect">
            <a:avLst>
              <a:gd fmla="val 50000" name="adj"/>
            </a:avLst>
          </a:prstGeom>
          <a:noFill/>
          <a:ln cap="flat" cmpd="sng" w="14275">
            <a:solidFill>
              <a:srgbClr val="437AEF"/>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69" name="Google Shape;369;p28"/>
          <p:cNvSpPr/>
          <p:nvPr/>
        </p:nvSpPr>
        <p:spPr>
          <a:xfrm>
            <a:off x="7804733" y="1625799"/>
            <a:ext cx="498686" cy="140494"/>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437AEF"/>
              </a:buClr>
              <a:buSzPts val="800"/>
              <a:buFont typeface="Plus Jakarta Sans"/>
              <a:buNone/>
            </a:pPr>
            <a:r>
              <a:rPr b="1" i="0" lang="en" sz="800" u="none" cap="none" strike="noStrike">
                <a:solidFill>
                  <a:srgbClr val="437AEF"/>
                </a:solidFill>
                <a:latin typeface="Plus Jakarta Sans"/>
                <a:ea typeface="Plus Jakarta Sans"/>
                <a:cs typeface="Plus Jakarta Sans"/>
                <a:sym typeface="Plus Jakarta Sans"/>
              </a:rPr>
              <a:t>Semana 1</a:t>
            </a:r>
            <a:endParaRPr b="0" i="0" sz="800" u="none" cap="none" strike="noStrike">
              <a:solidFill>
                <a:schemeClr val="dk1"/>
              </a:solidFill>
              <a:latin typeface="Calibri"/>
              <a:ea typeface="Calibri"/>
              <a:cs typeface="Calibri"/>
              <a:sym typeface="Calibri"/>
            </a:endParaRPr>
          </a:p>
        </p:txBody>
      </p:sp>
      <p:sp>
        <p:nvSpPr>
          <p:cNvPr id="370" name="Google Shape;370;p28"/>
          <p:cNvSpPr/>
          <p:nvPr/>
        </p:nvSpPr>
        <p:spPr>
          <a:xfrm>
            <a:off x="571500" y="2125861"/>
            <a:ext cx="8001000" cy="669131"/>
          </a:xfrm>
          <a:prstGeom prst="roundRect">
            <a:avLst>
              <a:gd fmla="val 17082" name="adj"/>
            </a:avLst>
          </a:prstGeom>
          <a:solidFill>
            <a:srgbClr val="FFFFFF"/>
          </a:solidFill>
          <a:ln cap="flat" cmpd="sng" w="9525">
            <a:solidFill>
              <a:srgbClr val="E2E8F0"/>
            </a:solidFill>
            <a:prstDash val="solid"/>
            <a:round/>
            <a:headEnd len="sm" w="sm" type="none"/>
            <a:tailEnd len="sm" w="sm" type="none"/>
          </a:ln>
          <a:effectLst>
            <a:outerShdw blurRad="57150" rotWithShape="0" algn="bl" dir="5400000" dist="19050">
              <a:srgbClr val="0A1C43">
                <a:alpha val="5882"/>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71" name="Google Shape;371;p28"/>
          <p:cNvSpPr/>
          <p:nvPr/>
        </p:nvSpPr>
        <p:spPr>
          <a:xfrm>
            <a:off x="747713" y="2322314"/>
            <a:ext cx="466725" cy="295275"/>
          </a:xfrm>
          <a:prstGeom prst="rect">
            <a:avLst/>
          </a:prstGeom>
          <a:noFill/>
          <a:ln>
            <a:noFill/>
          </a:ln>
        </p:spPr>
        <p:txBody>
          <a:bodyPr anchorCtr="0" anchor="t" bIns="12700" lIns="12700" spcFirstLastPara="1" rIns="12700" wrap="square" tIns="12700">
            <a:noAutofit/>
          </a:bodyPr>
          <a:lstStyle/>
          <a:p>
            <a:pPr indent="0" lvl="0" marL="0" marR="0" rtl="0" algn="ctr">
              <a:lnSpc>
                <a:spcPct val="100000"/>
              </a:lnSpc>
              <a:spcBef>
                <a:spcPts val="0"/>
              </a:spcBef>
              <a:spcAft>
                <a:spcPts val="0"/>
              </a:spcAft>
              <a:buClr>
                <a:srgbClr val="437AEF"/>
              </a:buClr>
              <a:buSzPts val="2200"/>
              <a:buFont typeface="Plus Jakarta Sans"/>
              <a:buNone/>
            </a:pPr>
            <a:r>
              <a:rPr b="1" i="0" lang="en" sz="2200" u="none" cap="none" strike="noStrike">
                <a:solidFill>
                  <a:srgbClr val="437AEF"/>
                </a:solidFill>
                <a:latin typeface="Plus Jakarta Sans"/>
                <a:ea typeface="Plus Jakarta Sans"/>
                <a:cs typeface="Plus Jakarta Sans"/>
                <a:sym typeface="Plus Jakarta Sans"/>
              </a:rPr>
              <a:t>02</a:t>
            </a:r>
            <a:endParaRPr b="0" i="0" sz="2200" u="none" cap="none" strike="noStrike">
              <a:solidFill>
                <a:schemeClr val="dk1"/>
              </a:solidFill>
              <a:latin typeface="Calibri"/>
              <a:ea typeface="Calibri"/>
              <a:cs typeface="Calibri"/>
              <a:sym typeface="Calibri"/>
            </a:endParaRPr>
          </a:p>
        </p:txBody>
      </p:sp>
      <p:sp>
        <p:nvSpPr>
          <p:cNvPr id="372" name="Google Shape;372;p28"/>
          <p:cNvSpPr/>
          <p:nvPr/>
        </p:nvSpPr>
        <p:spPr>
          <a:xfrm>
            <a:off x="1366838" y="2283024"/>
            <a:ext cx="6133673" cy="20955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0F172A"/>
              </a:buClr>
              <a:buSzPts val="1200"/>
              <a:buFont typeface="Plus Jakarta Sans"/>
              <a:buNone/>
            </a:pPr>
            <a:r>
              <a:rPr b="1" i="0" lang="en" sz="1200" u="none" cap="none" strike="noStrike">
                <a:solidFill>
                  <a:srgbClr val="0F172A"/>
                </a:solidFill>
                <a:latin typeface="Plus Jakarta Sans"/>
                <a:ea typeface="Plus Jakarta Sans"/>
                <a:cs typeface="Plus Jakarta Sans"/>
                <a:sym typeface="Plus Jakarta Sans"/>
              </a:rPr>
              <a:t>Configuración</a:t>
            </a:r>
            <a:endParaRPr b="0" i="0" sz="1200" u="none" cap="none" strike="noStrike">
              <a:solidFill>
                <a:schemeClr val="dk1"/>
              </a:solidFill>
              <a:latin typeface="Calibri"/>
              <a:ea typeface="Calibri"/>
              <a:cs typeface="Calibri"/>
              <a:sym typeface="Calibri"/>
            </a:endParaRPr>
          </a:p>
        </p:txBody>
      </p:sp>
      <p:sp>
        <p:nvSpPr>
          <p:cNvPr id="373" name="Google Shape;373;p28"/>
          <p:cNvSpPr/>
          <p:nvPr/>
        </p:nvSpPr>
        <p:spPr>
          <a:xfrm>
            <a:off x="1366838" y="2492574"/>
            <a:ext cx="6133673" cy="164306"/>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75569"/>
              </a:buClr>
              <a:buSzPts val="900"/>
              <a:buFont typeface="Plus Jakarta Sans"/>
              <a:buNone/>
            </a:pPr>
            <a:r>
              <a:rPr b="0" i="0" lang="en" sz="900" u="none" cap="none" strike="noStrike">
                <a:solidFill>
                  <a:srgbClr val="475569"/>
                </a:solidFill>
                <a:latin typeface="Plus Jakarta Sans"/>
                <a:ea typeface="Plus Jakarta Sans"/>
                <a:cs typeface="Plus Jakarta Sans"/>
                <a:sym typeface="Plus Jakarta Sans"/>
              </a:rPr>
              <a:t>Construimos el agente con tus bloques y conocimiento.</a:t>
            </a:r>
            <a:endParaRPr b="0" i="0" sz="900" u="none" cap="none" strike="noStrike">
              <a:solidFill>
                <a:schemeClr val="dk1"/>
              </a:solidFill>
              <a:latin typeface="Calibri"/>
              <a:ea typeface="Calibri"/>
              <a:cs typeface="Calibri"/>
              <a:sym typeface="Calibri"/>
            </a:endParaRPr>
          </a:p>
        </p:txBody>
      </p:sp>
      <p:sp>
        <p:nvSpPr>
          <p:cNvPr id="374" name="Google Shape;374;p28"/>
          <p:cNvSpPr/>
          <p:nvPr/>
        </p:nvSpPr>
        <p:spPr>
          <a:xfrm>
            <a:off x="7493310" y="2344936"/>
            <a:ext cx="883927" cy="230981"/>
          </a:xfrm>
          <a:prstGeom prst="roundRect">
            <a:avLst>
              <a:gd fmla="val 50000" name="adj"/>
            </a:avLst>
          </a:prstGeom>
          <a:noFill/>
          <a:ln cap="flat" cmpd="sng" w="14275">
            <a:solidFill>
              <a:srgbClr val="437AEF"/>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75" name="Google Shape;375;p28"/>
          <p:cNvSpPr/>
          <p:nvPr/>
        </p:nvSpPr>
        <p:spPr>
          <a:xfrm>
            <a:off x="7605229" y="2399705"/>
            <a:ext cx="698190" cy="140494"/>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437AEF"/>
              </a:buClr>
              <a:buSzPts val="800"/>
              <a:buFont typeface="Plus Jakarta Sans"/>
              <a:buNone/>
            </a:pPr>
            <a:r>
              <a:rPr b="1" i="0" lang="en" sz="800" u="none" cap="none" strike="noStrike">
                <a:solidFill>
                  <a:srgbClr val="437AEF"/>
                </a:solidFill>
                <a:latin typeface="Plus Jakarta Sans"/>
                <a:ea typeface="Plus Jakarta Sans"/>
                <a:cs typeface="Plus Jakarta Sans"/>
                <a:sym typeface="Plus Jakarta Sans"/>
              </a:rPr>
              <a:t>Semanas 2–3</a:t>
            </a:r>
            <a:endParaRPr b="0" i="0" sz="800" u="none" cap="none" strike="noStrike">
              <a:solidFill>
                <a:schemeClr val="dk1"/>
              </a:solidFill>
              <a:latin typeface="Calibri"/>
              <a:ea typeface="Calibri"/>
              <a:cs typeface="Calibri"/>
              <a:sym typeface="Calibri"/>
            </a:endParaRPr>
          </a:p>
        </p:txBody>
      </p:sp>
      <p:sp>
        <p:nvSpPr>
          <p:cNvPr id="376" name="Google Shape;376;p28"/>
          <p:cNvSpPr/>
          <p:nvPr/>
        </p:nvSpPr>
        <p:spPr>
          <a:xfrm>
            <a:off x="571500" y="2899767"/>
            <a:ext cx="8001000" cy="669132"/>
          </a:xfrm>
          <a:prstGeom prst="roundRect">
            <a:avLst>
              <a:gd fmla="val 17082" name="adj"/>
            </a:avLst>
          </a:prstGeom>
          <a:solidFill>
            <a:srgbClr val="FFFFFF"/>
          </a:solidFill>
          <a:ln cap="flat" cmpd="sng" w="9525">
            <a:solidFill>
              <a:srgbClr val="E2E8F0"/>
            </a:solidFill>
            <a:prstDash val="solid"/>
            <a:round/>
            <a:headEnd len="sm" w="sm" type="none"/>
            <a:tailEnd len="sm" w="sm" type="none"/>
          </a:ln>
          <a:effectLst>
            <a:outerShdw blurRad="57150" rotWithShape="0" algn="bl" dir="5400000" dist="19050">
              <a:srgbClr val="0A1C43">
                <a:alpha val="5882"/>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77" name="Google Shape;377;p28"/>
          <p:cNvSpPr/>
          <p:nvPr/>
        </p:nvSpPr>
        <p:spPr>
          <a:xfrm>
            <a:off x="747713" y="3096221"/>
            <a:ext cx="466725" cy="295275"/>
          </a:xfrm>
          <a:prstGeom prst="rect">
            <a:avLst/>
          </a:prstGeom>
          <a:noFill/>
          <a:ln>
            <a:noFill/>
          </a:ln>
        </p:spPr>
        <p:txBody>
          <a:bodyPr anchorCtr="0" anchor="t" bIns="12700" lIns="12700" spcFirstLastPara="1" rIns="12700" wrap="square" tIns="12700">
            <a:noAutofit/>
          </a:bodyPr>
          <a:lstStyle/>
          <a:p>
            <a:pPr indent="0" lvl="0" marL="0" marR="0" rtl="0" algn="ctr">
              <a:lnSpc>
                <a:spcPct val="100000"/>
              </a:lnSpc>
              <a:spcBef>
                <a:spcPts val="0"/>
              </a:spcBef>
              <a:spcAft>
                <a:spcPts val="0"/>
              </a:spcAft>
              <a:buClr>
                <a:srgbClr val="437AEF"/>
              </a:buClr>
              <a:buSzPts val="2200"/>
              <a:buFont typeface="Plus Jakarta Sans"/>
              <a:buNone/>
            </a:pPr>
            <a:r>
              <a:rPr b="1" i="0" lang="en" sz="2200" u="none" cap="none" strike="noStrike">
                <a:solidFill>
                  <a:srgbClr val="437AEF"/>
                </a:solidFill>
                <a:latin typeface="Plus Jakarta Sans"/>
                <a:ea typeface="Plus Jakarta Sans"/>
                <a:cs typeface="Plus Jakarta Sans"/>
                <a:sym typeface="Plus Jakarta Sans"/>
              </a:rPr>
              <a:t>03</a:t>
            </a:r>
            <a:endParaRPr b="0" i="0" sz="2200" u="none" cap="none" strike="noStrike">
              <a:solidFill>
                <a:schemeClr val="dk1"/>
              </a:solidFill>
              <a:latin typeface="Calibri"/>
              <a:ea typeface="Calibri"/>
              <a:cs typeface="Calibri"/>
              <a:sym typeface="Calibri"/>
            </a:endParaRPr>
          </a:p>
        </p:txBody>
      </p:sp>
      <p:sp>
        <p:nvSpPr>
          <p:cNvPr id="378" name="Google Shape;378;p28"/>
          <p:cNvSpPr/>
          <p:nvPr/>
        </p:nvSpPr>
        <p:spPr>
          <a:xfrm>
            <a:off x="1366838" y="3056930"/>
            <a:ext cx="6314483" cy="20955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0F172A"/>
              </a:buClr>
              <a:buSzPts val="1200"/>
              <a:buFont typeface="Plus Jakarta Sans"/>
              <a:buNone/>
            </a:pPr>
            <a:r>
              <a:rPr b="1" i="0" lang="en" sz="1200" u="none" cap="none" strike="noStrike">
                <a:solidFill>
                  <a:srgbClr val="0F172A"/>
                </a:solidFill>
                <a:latin typeface="Plus Jakarta Sans"/>
                <a:ea typeface="Plus Jakarta Sans"/>
                <a:cs typeface="Plus Jakarta Sans"/>
                <a:sym typeface="Plus Jakarta Sans"/>
              </a:rPr>
              <a:t>Puesta en marcha</a:t>
            </a:r>
            <a:endParaRPr b="0" i="0" sz="1200" u="none" cap="none" strike="noStrike">
              <a:solidFill>
                <a:schemeClr val="dk1"/>
              </a:solidFill>
              <a:latin typeface="Calibri"/>
              <a:ea typeface="Calibri"/>
              <a:cs typeface="Calibri"/>
              <a:sym typeface="Calibri"/>
            </a:endParaRPr>
          </a:p>
        </p:txBody>
      </p:sp>
      <p:sp>
        <p:nvSpPr>
          <p:cNvPr id="379" name="Google Shape;379;p28"/>
          <p:cNvSpPr/>
          <p:nvPr/>
        </p:nvSpPr>
        <p:spPr>
          <a:xfrm>
            <a:off x="1366838" y="3266480"/>
            <a:ext cx="6314483" cy="1643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75569"/>
              </a:buClr>
              <a:buSzPts val="900"/>
              <a:buFont typeface="Plus Jakarta Sans"/>
              <a:buNone/>
            </a:pPr>
            <a:r>
              <a:rPr b="0" i="0" lang="en" sz="900" u="none" cap="none" strike="noStrike">
                <a:solidFill>
                  <a:srgbClr val="475569"/>
                </a:solidFill>
                <a:latin typeface="Plus Jakarta Sans"/>
                <a:ea typeface="Plus Jakarta Sans"/>
                <a:cs typeface="Plus Jakarta Sans"/>
                <a:sym typeface="Plus Jakarta Sans"/>
              </a:rPr>
              <a:t>Salimos a producción y monitoreamos las conversaciones.</a:t>
            </a:r>
            <a:endParaRPr b="0" i="0" sz="900" u="none" cap="none" strike="noStrike">
              <a:solidFill>
                <a:schemeClr val="dk1"/>
              </a:solidFill>
              <a:latin typeface="Calibri"/>
              <a:ea typeface="Calibri"/>
              <a:cs typeface="Calibri"/>
              <a:sym typeface="Calibri"/>
            </a:endParaRPr>
          </a:p>
        </p:txBody>
      </p:sp>
      <p:sp>
        <p:nvSpPr>
          <p:cNvPr id="380" name="Google Shape;380;p28"/>
          <p:cNvSpPr/>
          <p:nvPr/>
        </p:nvSpPr>
        <p:spPr>
          <a:xfrm>
            <a:off x="7668853" y="3118842"/>
            <a:ext cx="708385" cy="230982"/>
          </a:xfrm>
          <a:prstGeom prst="roundRect">
            <a:avLst>
              <a:gd fmla="val 50000" name="adj"/>
            </a:avLst>
          </a:prstGeom>
          <a:noFill/>
          <a:ln cap="flat" cmpd="sng" w="14275">
            <a:solidFill>
              <a:srgbClr val="437AEF"/>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81" name="Google Shape;381;p28"/>
          <p:cNvSpPr/>
          <p:nvPr/>
        </p:nvSpPr>
        <p:spPr>
          <a:xfrm>
            <a:off x="7780772" y="3173611"/>
            <a:ext cx="522647" cy="140494"/>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437AEF"/>
              </a:buClr>
              <a:buSzPts val="800"/>
              <a:buFont typeface="Plus Jakarta Sans"/>
              <a:buNone/>
            </a:pPr>
            <a:r>
              <a:rPr b="1" i="0" lang="en" sz="800" u="none" cap="none" strike="noStrike">
                <a:solidFill>
                  <a:srgbClr val="437AEF"/>
                </a:solidFill>
                <a:latin typeface="Plus Jakarta Sans"/>
                <a:ea typeface="Plus Jakarta Sans"/>
                <a:cs typeface="Plus Jakarta Sans"/>
                <a:sym typeface="Plus Jakarta Sans"/>
              </a:rPr>
              <a:t>Semana 4</a:t>
            </a:r>
            <a:endParaRPr b="0" i="0" sz="800" u="none" cap="none" strike="noStrike">
              <a:solidFill>
                <a:schemeClr val="dk1"/>
              </a:solidFill>
              <a:latin typeface="Calibri"/>
              <a:ea typeface="Calibri"/>
              <a:cs typeface="Calibri"/>
              <a:sym typeface="Calibri"/>
            </a:endParaRPr>
          </a:p>
        </p:txBody>
      </p:sp>
      <p:sp>
        <p:nvSpPr>
          <p:cNvPr id="382" name="Google Shape;382;p28"/>
          <p:cNvSpPr/>
          <p:nvPr/>
        </p:nvSpPr>
        <p:spPr>
          <a:xfrm>
            <a:off x="571500" y="3673674"/>
            <a:ext cx="8001000" cy="669132"/>
          </a:xfrm>
          <a:prstGeom prst="roundRect">
            <a:avLst>
              <a:gd fmla="val 17082" name="adj"/>
            </a:avLst>
          </a:prstGeom>
          <a:solidFill>
            <a:srgbClr val="FFFFFF"/>
          </a:solidFill>
          <a:ln cap="flat" cmpd="sng" w="9525">
            <a:solidFill>
              <a:srgbClr val="E2E8F0"/>
            </a:solidFill>
            <a:prstDash val="solid"/>
            <a:round/>
            <a:headEnd len="sm" w="sm" type="none"/>
            <a:tailEnd len="sm" w="sm" type="none"/>
          </a:ln>
          <a:effectLst>
            <a:outerShdw blurRad="57150" rotWithShape="0" algn="bl" dir="5400000" dist="19050">
              <a:srgbClr val="0A1C43">
                <a:alpha val="5882"/>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83" name="Google Shape;383;p28"/>
          <p:cNvSpPr/>
          <p:nvPr/>
        </p:nvSpPr>
        <p:spPr>
          <a:xfrm>
            <a:off x="747713" y="3870127"/>
            <a:ext cx="466725" cy="295275"/>
          </a:xfrm>
          <a:prstGeom prst="rect">
            <a:avLst/>
          </a:prstGeom>
          <a:noFill/>
          <a:ln>
            <a:noFill/>
          </a:ln>
        </p:spPr>
        <p:txBody>
          <a:bodyPr anchorCtr="0" anchor="t" bIns="12700" lIns="12700" spcFirstLastPara="1" rIns="12700" wrap="square" tIns="12700">
            <a:noAutofit/>
          </a:bodyPr>
          <a:lstStyle/>
          <a:p>
            <a:pPr indent="0" lvl="0" marL="0" marR="0" rtl="0" algn="ctr">
              <a:lnSpc>
                <a:spcPct val="100000"/>
              </a:lnSpc>
              <a:spcBef>
                <a:spcPts val="0"/>
              </a:spcBef>
              <a:spcAft>
                <a:spcPts val="0"/>
              </a:spcAft>
              <a:buClr>
                <a:srgbClr val="437AEF"/>
              </a:buClr>
              <a:buSzPts val="2200"/>
              <a:buFont typeface="Plus Jakarta Sans"/>
              <a:buNone/>
            </a:pPr>
            <a:r>
              <a:rPr b="1" i="0" lang="en" sz="2200" u="none" cap="none" strike="noStrike">
                <a:solidFill>
                  <a:srgbClr val="437AEF"/>
                </a:solidFill>
                <a:latin typeface="Plus Jakarta Sans"/>
                <a:ea typeface="Plus Jakarta Sans"/>
                <a:cs typeface="Plus Jakarta Sans"/>
                <a:sym typeface="Plus Jakarta Sans"/>
              </a:rPr>
              <a:t>04</a:t>
            </a:r>
            <a:endParaRPr b="0" i="0" sz="2200" u="none" cap="none" strike="noStrike">
              <a:solidFill>
                <a:schemeClr val="dk1"/>
              </a:solidFill>
              <a:latin typeface="Calibri"/>
              <a:ea typeface="Calibri"/>
              <a:cs typeface="Calibri"/>
              <a:sym typeface="Calibri"/>
            </a:endParaRPr>
          </a:p>
        </p:txBody>
      </p:sp>
      <p:sp>
        <p:nvSpPr>
          <p:cNvPr id="384" name="Google Shape;384;p28"/>
          <p:cNvSpPr/>
          <p:nvPr/>
        </p:nvSpPr>
        <p:spPr>
          <a:xfrm>
            <a:off x="1366838" y="3830836"/>
            <a:ext cx="6339623" cy="20955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0F172A"/>
              </a:buClr>
              <a:buSzPts val="1200"/>
              <a:buFont typeface="Plus Jakarta Sans"/>
              <a:buNone/>
            </a:pPr>
            <a:r>
              <a:rPr b="1" i="0" lang="en" sz="1200" u="none" cap="none" strike="noStrike">
                <a:solidFill>
                  <a:srgbClr val="0F172A"/>
                </a:solidFill>
                <a:latin typeface="Plus Jakarta Sans"/>
                <a:ea typeface="Plus Jakarta Sans"/>
                <a:cs typeface="Plus Jakarta Sans"/>
                <a:sym typeface="Plus Jakarta Sans"/>
              </a:rPr>
              <a:t>Optimización continua</a:t>
            </a:r>
            <a:endParaRPr b="0" i="0" sz="1200" u="none" cap="none" strike="noStrike">
              <a:solidFill>
                <a:schemeClr val="dk1"/>
              </a:solidFill>
              <a:latin typeface="Calibri"/>
              <a:ea typeface="Calibri"/>
              <a:cs typeface="Calibri"/>
              <a:sym typeface="Calibri"/>
            </a:endParaRPr>
          </a:p>
        </p:txBody>
      </p:sp>
      <p:sp>
        <p:nvSpPr>
          <p:cNvPr id="385" name="Google Shape;385;p28"/>
          <p:cNvSpPr/>
          <p:nvPr/>
        </p:nvSpPr>
        <p:spPr>
          <a:xfrm>
            <a:off x="1366838" y="4040386"/>
            <a:ext cx="6339623" cy="1643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75569"/>
              </a:buClr>
              <a:buSzPts val="900"/>
              <a:buFont typeface="Plus Jakarta Sans"/>
              <a:buNone/>
            </a:pPr>
            <a:r>
              <a:rPr b="0" i="0" lang="en" sz="900" u="none" cap="none" strike="noStrike">
                <a:solidFill>
                  <a:srgbClr val="475569"/>
                </a:solidFill>
                <a:latin typeface="Plus Jakarta Sans"/>
                <a:ea typeface="Plus Jakarta Sans"/>
                <a:cs typeface="Plus Jakarta Sans"/>
                <a:sym typeface="Plus Jakarta Sans"/>
              </a:rPr>
              <a:t>Mejoramos resultados con datos reales, mes a mes.</a:t>
            </a:r>
            <a:endParaRPr b="0" i="0" sz="900" u="none" cap="none" strike="noStrike">
              <a:solidFill>
                <a:schemeClr val="dk1"/>
              </a:solidFill>
              <a:latin typeface="Calibri"/>
              <a:ea typeface="Calibri"/>
              <a:cs typeface="Calibri"/>
              <a:sym typeface="Calibri"/>
            </a:endParaRPr>
          </a:p>
        </p:txBody>
      </p:sp>
      <p:sp>
        <p:nvSpPr>
          <p:cNvPr id="386" name="Google Shape;386;p28"/>
          <p:cNvSpPr/>
          <p:nvPr/>
        </p:nvSpPr>
        <p:spPr>
          <a:xfrm>
            <a:off x="7693260" y="3892749"/>
            <a:ext cx="683977" cy="230982"/>
          </a:xfrm>
          <a:prstGeom prst="roundRect">
            <a:avLst>
              <a:gd fmla="val 50000" name="adj"/>
            </a:avLst>
          </a:prstGeom>
          <a:noFill/>
          <a:ln cap="flat" cmpd="sng" w="14275">
            <a:solidFill>
              <a:srgbClr val="437AEF"/>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87" name="Google Shape;387;p28"/>
          <p:cNvSpPr/>
          <p:nvPr/>
        </p:nvSpPr>
        <p:spPr>
          <a:xfrm>
            <a:off x="7805179" y="3947517"/>
            <a:ext cx="498240" cy="140494"/>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437AEF"/>
              </a:buClr>
              <a:buSzPts val="800"/>
              <a:buFont typeface="Plus Jakarta Sans"/>
              <a:buNone/>
            </a:pPr>
            <a:r>
              <a:rPr b="1" i="0" lang="en" sz="800" u="none" cap="none" strike="noStrike">
                <a:solidFill>
                  <a:srgbClr val="437AEF"/>
                </a:solidFill>
                <a:latin typeface="Plus Jakarta Sans"/>
                <a:ea typeface="Plus Jakarta Sans"/>
                <a:cs typeface="Plus Jakarta Sans"/>
                <a:sym typeface="Plus Jakarta Sans"/>
              </a:rPr>
              <a:t>Continuo</a:t>
            </a:r>
            <a:endParaRPr b="0" i="0" sz="800" u="none" cap="none" strike="noStrike">
              <a:solidFill>
                <a:schemeClr val="dk1"/>
              </a:solidFill>
              <a:latin typeface="Calibri"/>
              <a:ea typeface="Calibri"/>
              <a:cs typeface="Calibri"/>
              <a:sym typeface="Calibri"/>
            </a:endParaRPr>
          </a:p>
        </p:txBody>
      </p:sp>
      <p:pic>
        <p:nvPicPr>
          <p:cNvPr descr="preencoded.png" id="388" name="Google Shape;388;p28"/>
          <p:cNvPicPr preferRelativeResize="0"/>
          <p:nvPr/>
        </p:nvPicPr>
        <p:blipFill rotWithShape="1">
          <a:blip r:embed="rId3">
            <a:alphaModFix/>
          </a:blip>
          <a:srcRect b="0" l="0" r="0" t="0"/>
          <a:stretch/>
        </p:blipFill>
        <p:spPr>
          <a:xfrm>
            <a:off x="571500" y="4767263"/>
            <a:ext cx="664369" cy="128588"/>
          </a:xfrm>
          <a:prstGeom prst="rect">
            <a:avLst/>
          </a:prstGeom>
          <a:noFill/>
          <a:ln>
            <a:noFill/>
          </a:ln>
        </p:spPr>
      </p:pic>
      <p:sp>
        <p:nvSpPr>
          <p:cNvPr id="389" name="Google Shape;389;p28"/>
          <p:cNvSpPr/>
          <p:nvPr/>
        </p:nvSpPr>
        <p:spPr>
          <a:xfrm>
            <a:off x="8466200" y="4777978"/>
            <a:ext cx="144401" cy="1262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94A3B8"/>
              </a:buClr>
              <a:buSzPts val="700"/>
              <a:buFont typeface="Plus Jakarta Sans"/>
              <a:buNone/>
            </a:pPr>
            <a:r>
              <a:rPr b="1" i="0" lang="en" sz="700" u="none" cap="none" strike="noStrike">
                <a:solidFill>
                  <a:srgbClr val="94A3B8"/>
                </a:solidFill>
                <a:latin typeface="Plus Jakarta Sans"/>
                <a:ea typeface="Plus Jakarta Sans"/>
                <a:cs typeface="Plus Jakarta Sans"/>
                <a:sym typeface="Plus Jakarta Sans"/>
              </a:rPr>
              <a:t>12</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29"/>
          <p:cNvSpPr/>
          <p:nvPr/>
        </p:nvSpPr>
        <p:spPr>
          <a:xfrm>
            <a:off x="571500" y="457200"/>
            <a:ext cx="8241030" cy="201922"/>
          </a:xfrm>
          <a:prstGeom prst="rect">
            <a:avLst/>
          </a:prstGeom>
          <a:noFill/>
          <a:ln>
            <a:noFill/>
          </a:ln>
        </p:spPr>
        <p:txBody>
          <a:bodyPr anchorCtr="0" anchor="t" bIns="12700" lIns="12700" spcFirstLastPara="1" rIns="12700" wrap="square" tIns="12700">
            <a:noAutofit/>
          </a:bodyPr>
          <a:lstStyle/>
          <a:p>
            <a:pPr indent="0" lvl="0" marL="0" marR="0" rtl="0" algn="l">
              <a:lnSpc>
                <a:spcPct val="160000"/>
              </a:lnSpc>
              <a:spcBef>
                <a:spcPts val="0"/>
              </a:spcBef>
              <a:spcAft>
                <a:spcPts val="0"/>
              </a:spcAft>
              <a:buClr>
                <a:srgbClr val="437AEF"/>
              </a:buClr>
              <a:buSzPts val="900"/>
              <a:buFont typeface="Plus Jakarta Sans"/>
              <a:buNone/>
            </a:pPr>
            <a:r>
              <a:rPr b="1" i="0" lang="en" sz="1100" u="none" cap="none" strike="noStrike">
                <a:solidFill>
                  <a:srgbClr val="437AEF"/>
                </a:solidFill>
                <a:latin typeface="Plus Jakarta Sans"/>
                <a:ea typeface="Plus Jakarta Sans"/>
                <a:cs typeface="Plus Jakarta Sans"/>
                <a:sym typeface="Plus Jakarta Sans"/>
              </a:rPr>
              <a:t>PLANIFICACIÓN</a:t>
            </a:r>
            <a:endParaRPr b="0" i="0" sz="1100" u="none" cap="none" strike="noStrike">
              <a:solidFill>
                <a:schemeClr val="dk1"/>
              </a:solidFill>
              <a:latin typeface="Calibri"/>
              <a:ea typeface="Calibri"/>
              <a:cs typeface="Calibri"/>
              <a:sym typeface="Calibri"/>
            </a:endParaRPr>
          </a:p>
        </p:txBody>
      </p:sp>
      <p:sp>
        <p:nvSpPr>
          <p:cNvPr id="396" name="Google Shape;396;p29"/>
          <p:cNvSpPr/>
          <p:nvPr/>
        </p:nvSpPr>
        <p:spPr>
          <a:xfrm>
            <a:off x="571500" y="725798"/>
            <a:ext cx="8241030" cy="378507"/>
          </a:xfrm>
          <a:prstGeom prst="rect">
            <a:avLst/>
          </a:prstGeom>
          <a:noFill/>
          <a:ln>
            <a:noFill/>
          </a:ln>
        </p:spPr>
        <p:txBody>
          <a:bodyPr anchorCtr="0" anchor="t" bIns="12700" lIns="12700" spcFirstLastPara="1" rIns="12700" wrap="square" tIns="12700">
            <a:noAutofit/>
          </a:bodyPr>
          <a:lstStyle/>
          <a:p>
            <a:pPr indent="0" lvl="0" marL="0" marR="0" rtl="0" algn="l">
              <a:lnSpc>
                <a:spcPct val="102000"/>
              </a:lnSpc>
              <a:spcBef>
                <a:spcPts val="0"/>
              </a:spcBef>
              <a:spcAft>
                <a:spcPts val="0"/>
              </a:spcAft>
              <a:buClr>
                <a:srgbClr val="020617"/>
              </a:buClr>
              <a:buSzPts val="2800"/>
              <a:buFont typeface="Plus Jakarta Sans"/>
              <a:buNone/>
            </a:pPr>
            <a:r>
              <a:rPr i="0" lang="en" sz="2800" u="none" cap="none" strike="noStrike">
                <a:solidFill>
                  <a:srgbClr val="020617"/>
                </a:solidFill>
                <a:latin typeface="Plus Jakarta Sans ExtraBold"/>
                <a:ea typeface="Plus Jakarta Sans ExtraBold"/>
                <a:cs typeface="Plus Jakarta Sans ExtraBold"/>
                <a:sym typeface="Plus Jakarta Sans ExtraBold"/>
              </a:rPr>
              <a:t>Roadmap 2026</a:t>
            </a:r>
            <a:endParaRPr i="0" sz="2800" u="none" cap="none" strike="noStrike">
              <a:solidFill>
                <a:schemeClr val="dk1"/>
              </a:solidFill>
              <a:latin typeface="Plus Jakarta Sans ExtraBold"/>
              <a:ea typeface="Plus Jakarta Sans ExtraBold"/>
              <a:cs typeface="Plus Jakarta Sans ExtraBold"/>
              <a:sym typeface="Plus Jakarta Sans ExtraBold"/>
            </a:endParaRPr>
          </a:p>
        </p:txBody>
      </p:sp>
      <p:sp>
        <p:nvSpPr>
          <p:cNvPr id="397" name="Google Shape;397;p29"/>
          <p:cNvSpPr/>
          <p:nvPr/>
        </p:nvSpPr>
        <p:spPr>
          <a:xfrm>
            <a:off x="571500" y="1304329"/>
            <a:ext cx="8001000" cy="2193132"/>
          </a:xfrm>
          <a:prstGeom prst="roundRect">
            <a:avLst>
              <a:gd fmla="val 5212" name="adj"/>
            </a:avLst>
          </a:prstGeom>
          <a:solidFill>
            <a:srgbClr val="FFFFFF"/>
          </a:solidFill>
          <a:ln cap="flat" cmpd="sng" w="9525">
            <a:solidFill>
              <a:srgbClr val="D3DFFB"/>
            </a:solidFill>
            <a:prstDash val="solid"/>
            <a:round/>
            <a:headEnd len="sm" w="sm" type="none"/>
            <a:tailEnd len="sm" w="sm" type="none"/>
          </a:ln>
          <a:effectLst>
            <a:outerShdw blurRad="228600" rotWithShape="0" algn="bl" dir="5400000" dist="76200">
              <a:srgbClr val="0A1C43">
                <a:alpha val="7843"/>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98" name="Google Shape;398;p29"/>
          <p:cNvSpPr/>
          <p:nvPr/>
        </p:nvSpPr>
        <p:spPr>
          <a:xfrm>
            <a:off x="2100263" y="1432917"/>
            <a:ext cx="4763" cy="230982"/>
          </a:xfrm>
          <a:prstGeom prst="rect">
            <a:avLst/>
          </a:prstGeom>
          <a:solidFill>
            <a:srgbClr val="E2E8F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99" name="Google Shape;399;p29"/>
          <p:cNvSpPr/>
          <p:nvPr/>
        </p:nvSpPr>
        <p:spPr>
          <a:xfrm>
            <a:off x="2081487" y="1432917"/>
            <a:ext cx="1611558" cy="164307"/>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Clr>
                <a:srgbClr val="94A3B8"/>
              </a:buClr>
              <a:buSzPts val="900"/>
              <a:buFont typeface="Plus Jakarta Sans"/>
              <a:buNone/>
            </a:pPr>
            <a:r>
              <a:rPr b="1" i="0" lang="en" sz="900" u="none" cap="none" strike="noStrike">
                <a:solidFill>
                  <a:srgbClr val="94A3B8"/>
                </a:solidFill>
                <a:latin typeface="Plus Jakarta Sans"/>
                <a:ea typeface="Plus Jakarta Sans"/>
                <a:cs typeface="Plus Jakarta Sans"/>
                <a:sym typeface="Plus Jakarta Sans"/>
              </a:rPr>
              <a:t>Q1</a:t>
            </a:r>
            <a:endParaRPr b="0" i="0" sz="900" u="none" cap="none" strike="noStrike">
              <a:solidFill>
                <a:schemeClr val="dk1"/>
              </a:solidFill>
              <a:latin typeface="Calibri"/>
              <a:ea typeface="Calibri"/>
              <a:cs typeface="Calibri"/>
              <a:sym typeface="Calibri"/>
            </a:endParaRPr>
          </a:p>
        </p:txBody>
      </p:sp>
      <p:sp>
        <p:nvSpPr>
          <p:cNvPr id="400" name="Google Shape;400;p29"/>
          <p:cNvSpPr/>
          <p:nvPr/>
        </p:nvSpPr>
        <p:spPr>
          <a:xfrm>
            <a:off x="3669506" y="1432917"/>
            <a:ext cx="4763" cy="230982"/>
          </a:xfrm>
          <a:prstGeom prst="rect">
            <a:avLst/>
          </a:prstGeom>
          <a:solidFill>
            <a:srgbClr val="E2E8F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01" name="Google Shape;401;p29"/>
          <p:cNvSpPr/>
          <p:nvPr/>
        </p:nvSpPr>
        <p:spPr>
          <a:xfrm>
            <a:off x="3650730" y="1432917"/>
            <a:ext cx="1611559" cy="164307"/>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Clr>
                <a:srgbClr val="94A3B8"/>
              </a:buClr>
              <a:buSzPts val="900"/>
              <a:buFont typeface="Plus Jakarta Sans"/>
              <a:buNone/>
            </a:pPr>
            <a:r>
              <a:rPr b="1" i="0" lang="en" sz="900" u="none" cap="none" strike="noStrike">
                <a:solidFill>
                  <a:srgbClr val="94A3B8"/>
                </a:solidFill>
                <a:latin typeface="Plus Jakarta Sans"/>
                <a:ea typeface="Plus Jakarta Sans"/>
                <a:cs typeface="Plus Jakarta Sans"/>
                <a:sym typeface="Plus Jakarta Sans"/>
              </a:rPr>
              <a:t>Q2</a:t>
            </a:r>
            <a:endParaRPr b="0" i="0" sz="900" u="none" cap="none" strike="noStrike">
              <a:solidFill>
                <a:schemeClr val="dk1"/>
              </a:solidFill>
              <a:latin typeface="Calibri"/>
              <a:ea typeface="Calibri"/>
              <a:cs typeface="Calibri"/>
              <a:sym typeface="Calibri"/>
            </a:endParaRPr>
          </a:p>
        </p:txBody>
      </p:sp>
      <p:sp>
        <p:nvSpPr>
          <p:cNvPr id="402" name="Google Shape;402;p29"/>
          <p:cNvSpPr/>
          <p:nvPr/>
        </p:nvSpPr>
        <p:spPr>
          <a:xfrm>
            <a:off x="5238750" y="1432917"/>
            <a:ext cx="4763" cy="230982"/>
          </a:xfrm>
          <a:prstGeom prst="rect">
            <a:avLst/>
          </a:prstGeom>
          <a:solidFill>
            <a:srgbClr val="E2E8F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03" name="Google Shape;403;p29"/>
          <p:cNvSpPr/>
          <p:nvPr/>
        </p:nvSpPr>
        <p:spPr>
          <a:xfrm>
            <a:off x="5219974" y="1432917"/>
            <a:ext cx="1611559" cy="164307"/>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Clr>
                <a:srgbClr val="94A3B8"/>
              </a:buClr>
              <a:buSzPts val="900"/>
              <a:buFont typeface="Plus Jakarta Sans"/>
              <a:buNone/>
            </a:pPr>
            <a:r>
              <a:rPr b="1" i="0" lang="en" sz="900" u="none" cap="none" strike="noStrike">
                <a:solidFill>
                  <a:srgbClr val="94A3B8"/>
                </a:solidFill>
                <a:latin typeface="Plus Jakarta Sans"/>
                <a:ea typeface="Plus Jakarta Sans"/>
                <a:cs typeface="Plus Jakarta Sans"/>
                <a:sym typeface="Plus Jakarta Sans"/>
              </a:rPr>
              <a:t>Q3</a:t>
            </a:r>
            <a:endParaRPr b="0" i="0" sz="900" u="none" cap="none" strike="noStrike">
              <a:solidFill>
                <a:schemeClr val="dk1"/>
              </a:solidFill>
              <a:latin typeface="Calibri"/>
              <a:ea typeface="Calibri"/>
              <a:cs typeface="Calibri"/>
              <a:sym typeface="Calibri"/>
            </a:endParaRPr>
          </a:p>
        </p:txBody>
      </p:sp>
      <p:sp>
        <p:nvSpPr>
          <p:cNvPr id="404" name="Google Shape;404;p29"/>
          <p:cNvSpPr/>
          <p:nvPr/>
        </p:nvSpPr>
        <p:spPr>
          <a:xfrm>
            <a:off x="6807994" y="1432917"/>
            <a:ext cx="4763" cy="230982"/>
          </a:xfrm>
          <a:prstGeom prst="rect">
            <a:avLst/>
          </a:prstGeom>
          <a:solidFill>
            <a:srgbClr val="E2E8F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05" name="Google Shape;405;p29"/>
          <p:cNvSpPr/>
          <p:nvPr/>
        </p:nvSpPr>
        <p:spPr>
          <a:xfrm>
            <a:off x="6789217" y="1432917"/>
            <a:ext cx="1611559" cy="164307"/>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Clr>
                <a:srgbClr val="94A3B8"/>
              </a:buClr>
              <a:buSzPts val="900"/>
              <a:buFont typeface="Plus Jakarta Sans"/>
              <a:buNone/>
            </a:pPr>
            <a:r>
              <a:rPr b="1" i="0" lang="en" sz="900" u="none" cap="none" strike="noStrike">
                <a:solidFill>
                  <a:srgbClr val="94A3B8"/>
                </a:solidFill>
                <a:latin typeface="Plus Jakarta Sans"/>
                <a:ea typeface="Plus Jakarta Sans"/>
                <a:cs typeface="Plus Jakarta Sans"/>
                <a:sym typeface="Plus Jakarta Sans"/>
              </a:rPr>
              <a:t>Q4</a:t>
            </a:r>
            <a:endParaRPr b="0" i="0" sz="900" u="none" cap="none" strike="noStrike">
              <a:solidFill>
                <a:schemeClr val="dk1"/>
              </a:solidFill>
              <a:latin typeface="Calibri"/>
              <a:ea typeface="Calibri"/>
              <a:cs typeface="Calibri"/>
              <a:sym typeface="Calibri"/>
            </a:endParaRPr>
          </a:p>
        </p:txBody>
      </p:sp>
      <p:sp>
        <p:nvSpPr>
          <p:cNvPr id="406" name="Google Shape;406;p29"/>
          <p:cNvSpPr/>
          <p:nvPr/>
        </p:nvSpPr>
        <p:spPr>
          <a:xfrm>
            <a:off x="766763" y="1663899"/>
            <a:ext cx="7610475" cy="4763"/>
          </a:xfrm>
          <a:prstGeom prst="rect">
            <a:avLst/>
          </a:prstGeom>
          <a:solidFill>
            <a:srgbClr val="E2E8F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07" name="Google Shape;407;p29"/>
          <p:cNvSpPr/>
          <p:nvPr/>
        </p:nvSpPr>
        <p:spPr>
          <a:xfrm>
            <a:off x="766763" y="1800821"/>
            <a:ext cx="1278255" cy="169069"/>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334155"/>
              </a:buClr>
              <a:buSzPts val="900"/>
              <a:buFont typeface="Plus Jakarta Sans"/>
              <a:buNone/>
            </a:pPr>
            <a:r>
              <a:rPr b="1" i="0" lang="en" sz="900" u="none" cap="none" strike="noStrike">
                <a:solidFill>
                  <a:srgbClr val="334155"/>
                </a:solidFill>
                <a:latin typeface="Plus Jakarta Sans"/>
                <a:ea typeface="Plus Jakarta Sans"/>
                <a:cs typeface="Plus Jakarta Sans"/>
                <a:sym typeface="Plus Jakarta Sans"/>
              </a:rPr>
              <a:t>Lanzamiento piloto</a:t>
            </a:r>
            <a:endParaRPr b="0" i="0" sz="900" u="none" cap="none" strike="noStrike">
              <a:solidFill>
                <a:schemeClr val="dk1"/>
              </a:solidFill>
              <a:latin typeface="Calibri"/>
              <a:ea typeface="Calibri"/>
              <a:cs typeface="Calibri"/>
              <a:sym typeface="Calibri"/>
            </a:endParaRPr>
          </a:p>
        </p:txBody>
      </p:sp>
      <p:sp>
        <p:nvSpPr>
          <p:cNvPr id="408" name="Google Shape;408;p29"/>
          <p:cNvSpPr/>
          <p:nvPr/>
        </p:nvSpPr>
        <p:spPr>
          <a:xfrm>
            <a:off x="2100263" y="1771054"/>
            <a:ext cx="3138488" cy="209550"/>
          </a:xfrm>
          <a:prstGeom prst="roundRect">
            <a:avLst>
              <a:gd fmla="val 50000" name="adj"/>
            </a:avLst>
          </a:prstGeom>
          <a:solidFill>
            <a:srgbClr val="437AE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09" name="Google Shape;409;p29"/>
          <p:cNvSpPr/>
          <p:nvPr/>
        </p:nvSpPr>
        <p:spPr>
          <a:xfrm>
            <a:off x="2205038" y="1771054"/>
            <a:ext cx="3023092" cy="2286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FFFFFF"/>
              </a:buClr>
              <a:buSzPts val="800"/>
              <a:buFont typeface="Plus Jakarta Sans"/>
              <a:buNone/>
            </a:pPr>
            <a:r>
              <a:rPr b="1" i="0" lang="en" sz="800" u="none" cap="none" strike="noStrike">
                <a:solidFill>
                  <a:srgbClr val="FFFFFF"/>
                </a:solidFill>
                <a:latin typeface="Plus Jakarta Sans"/>
                <a:ea typeface="Plus Jakarta Sans"/>
                <a:cs typeface="Plus Jakarta Sans"/>
                <a:sym typeface="Plus Jakarta Sans"/>
              </a:rPr>
              <a:t>Piloto en producción</a:t>
            </a:r>
            <a:endParaRPr b="0" i="0" sz="800" u="none" cap="none" strike="noStrike">
              <a:solidFill>
                <a:schemeClr val="dk1"/>
              </a:solidFill>
              <a:latin typeface="Calibri"/>
              <a:ea typeface="Calibri"/>
              <a:cs typeface="Calibri"/>
              <a:sym typeface="Calibri"/>
            </a:endParaRPr>
          </a:p>
        </p:txBody>
      </p:sp>
      <p:sp>
        <p:nvSpPr>
          <p:cNvPr id="410" name="Google Shape;410;p29"/>
          <p:cNvSpPr/>
          <p:nvPr/>
        </p:nvSpPr>
        <p:spPr>
          <a:xfrm>
            <a:off x="766763" y="2082999"/>
            <a:ext cx="7610475" cy="4763"/>
          </a:xfrm>
          <a:prstGeom prst="rect">
            <a:avLst/>
          </a:prstGeom>
          <a:solidFill>
            <a:srgbClr val="E2E8F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11" name="Google Shape;411;p29"/>
          <p:cNvSpPr/>
          <p:nvPr/>
        </p:nvSpPr>
        <p:spPr>
          <a:xfrm>
            <a:off x="766763" y="2219921"/>
            <a:ext cx="1278255" cy="169069"/>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334155"/>
              </a:buClr>
              <a:buSzPts val="900"/>
              <a:buFont typeface="Plus Jakarta Sans"/>
              <a:buNone/>
            </a:pPr>
            <a:r>
              <a:rPr b="1" i="0" lang="en" sz="900" u="none" cap="none" strike="noStrike">
                <a:solidFill>
                  <a:srgbClr val="334155"/>
                </a:solidFill>
                <a:latin typeface="Plus Jakarta Sans"/>
                <a:ea typeface="Plus Jakarta Sans"/>
                <a:cs typeface="Plus Jakarta Sans"/>
                <a:sym typeface="Plus Jakarta Sans"/>
              </a:rPr>
              <a:t>Expansión de canales</a:t>
            </a:r>
            <a:endParaRPr b="0" i="0" sz="900" u="none" cap="none" strike="noStrike">
              <a:solidFill>
                <a:schemeClr val="dk1"/>
              </a:solidFill>
              <a:latin typeface="Calibri"/>
              <a:ea typeface="Calibri"/>
              <a:cs typeface="Calibri"/>
              <a:sym typeface="Calibri"/>
            </a:endParaRPr>
          </a:p>
        </p:txBody>
      </p:sp>
      <p:sp>
        <p:nvSpPr>
          <p:cNvPr id="412" name="Google Shape;412;p29"/>
          <p:cNvSpPr/>
          <p:nvPr/>
        </p:nvSpPr>
        <p:spPr>
          <a:xfrm>
            <a:off x="3669506" y="2190155"/>
            <a:ext cx="3138488" cy="209550"/>
          </a:xfrm>
          <a:prstGeom prst="roundRect">
            <a:avLst>
              <a:gd fmla="val 50000" name="adj"/>
            </a:avLst>
          </a:prstGeom>
          <a:solidFill>
            <a:srgbClr val="FF690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13" name="Google Shape;413;p29"/>
          <p:cNvSpPr/>
          <p:nvPr/>
        </p:nvSpPr>
        <p:spPr>
          <a:xfrm>
            <a:off x="3774281" y="2190155"/>
            <a:ext cx="3023092" cy="2286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FFFFFF"/>
              </a:buClr>
              <a:buSzPts val="800"/>
              <a:buFont typeface="Plus Jakarta Sans"/>
              <a:buNone/>
            </a:pPr>
            <a:r>
              <a:rPr b="1" i="0" lang="en" sz="800" u="none" cap="none" strike="noStrike">
                <a:solidFill>
                  <a:srgbClr val="FFFFFF"/>
                </a:solidFill>
                <a:latin typeface="Plus Jakarta Sans"/>
                <a:ea typeface="Plus Jakarta Sans"/>
                <a:cs typeface="Plus Jakarta Sans"/>
                <a:sym typeface="Plus Jakarta Sans"/>
              </a:rPr>
              <a:t>WhatsApp · Web · Meet</a:t>
            </a:r>
            <a:endParaRPr b="0" i="0" sz="800" u="none" cap="none" strike="noStrike">
              <a:solidFill>
                <a:schemeClr val="dk1"/>
              </a:solidFill>
              <a:latin typeface="Calibri"/>
              <a:ea typeface="Calibri"/>
              <a:cs typeface="Calibri"/>
              <a:sym typeface="Calibri"/>
            </a:endParaRPr>
          </a:p>
        </p:txBody>
      </p:sp>
      <p:sp>
        <p:nvSpPr>
          <p:cNvPr id="414" name="Google Shape;414;p29"/>
          <p:cNvSpPr/>
          <p:nvPr/>
        </p:nvSpPr>
        <p:spPr>
          <a:xfrm>
            <a:off x="766763" y="2502099"/>
            <a:ext cx="7610475" cy="4763"/>
          </a:xfrm>
          <a:prstGeom prst="rect">
            <a:avLst/>
          </a:prstGeom>
          <a:solidFill>
            <a:srgbClr val="E2E8F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15" name="Google Shape;415;p29"/>
          <p:cNvSpPr/>
          <p:nvPr/>
        </p:nvSpPr>
        <p:spPr>
          <a:xfrm>
            <a:off x="766763" y="2639021"/>
            <a:ext cx="1278255" cy="169069"/>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334155"/>
              </a:buClr>
              <a:buSzPts val="900"/>
              <a:buFont typeface="Plus Jakarta Sans"/>
              <a:buNone/>
            </a:pPr>
            <a:r>
              <a:rPr b="1" i="0" lang="en" sz="900" u="none" cap="none" strike="noStrike">
                <a:solidFill>
                  <a:srgbClr val="334155"/>
                </a:solidFill>
                <a:latin typeface="Plus Jakarta Sans"/>
                <a:ea typeface="Plus Jakarta Sans"/>
                <a:cs typeface="Plus Jakarta Sans"/>
                <a:sym typeface="Plus Jakarta Sans"/>
              </a:rPr>
              <a:t>Integraciones CRM</a:t>
            </a:r>
            <a:endParaRPr b="0" i="0" sz="900" u="none" cap="none" strike="noStrike">
              <a:solidFill>
                <a:schemeClr val="dk1"/>
              </a:solidFill>
              <a:latin typeface="Calibri"/>
              <a:ea typeface="Calibri"/>
              <a:cs typeface="Calibri"/>
              <a:sym typeface="Calibri"/>
            </a:endParaRPr>
          </a:p>
        </p:txBody>
      </p:sp>
      <p:sp>
        <p:nvSpPr>
          <p:cNvPr id="416" name="Google Shape;416;p29"/>
          <p:cNvSpPr/>
          <p:nvPr/>
        </p:nvSpPr>
        <p:spPr>
          <a:xfrm>
            <a:off x="5238750" y="2609255"/>
            <a:ext cx="1569244" cy="209550"/>
          </a:xfrm>
          <a:prstGeom prst="roundRect">
            <a:avLst>
              <a:gd fmla="val 50000" name="adj"/>
            </a:avLst>
          </a:prstGeom>
          <a:solidFill>
            <a:srgbClr val="C58CF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17" name="Google Shape;417;p29"/>
          <p:cNvSpPr/>
          <p:nvPr/>
        </p:nvSpPr>
        <p:spPr>
          <a:xfrm>
            <a:off x="5343525" y="2609255"/>
            <a:ext cx="1406771" cy="2286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FFFFFF"/>
              </a:buClr>
              <a:buSzPts val="800"/>
              <a:buFont typeface="Plus Jakarta Sans"/>
              <a:buNone/>
            </a:pPr>
            <a:r>
              <a:rPr b="1" i="0" lang="en" sz="800" u="none" cap="none" strike="noStrike">
                <a:solidFill>
                  <a:srgbClr val="FFFFFF"/>
                </a:solidFill>
                <a:latin typeface="Plus Jakarta Sans"/>
                <a:ea typeface="Plus Jakarta Sans"/>
                <a:cs typeface="Plus Jakarta Sans"/>
                <a:sym typeface="Plus Jakarta Sans"/>
              </a:rPr>
              <a:t>Conectores</a:t>
            </a:r>
            <a:endParaRPr b="0" i="0" sz="800" u="none" cap="none" strike="noStrike">
              <a:solidFill>
                <a:schemeClr val="dk1"/>
              </a:solidFill>
              <a:latin typeface="Calibri"/>
              <a:ea typeface="Calibri"/>
              <a:cs typeface="Calibri"/>
              <a:sym typeface="Calibri"/>
            </a:endParaRPr>
          </a:p>
        </p:txBody>
      </p:sp>
      <p:sp>
        <p:nvSpPr>
          <p:cNvPr id="418" name="Google Shape;418;p29"/>
          <p:cNvSpPr/>
          <p:nvPr/>
        </p:nvSpPr>
        <p:spPr>
          <a:xfrm>
            <a:off x="766763" y="3335536"/>
            <a:ext cx="7610475" cy="4763"/>
          </a:xfrm>
          <a:prstGeom prst="rect">
            <a:avLst/>
          </a:prstGeom>
          <a:solidFill>
            <a:srgbClr val="E2E8F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19" name="Google Shape;419;p29"/>
          <p:cNvSpPr/>
          <p:nvPr/>
        </p:nvSpPr>
        <p:spPr>
          <a:xfrm>
            <a:off x="766763" y="2921199"/>
            <a:ext cx="7610475" cy="4763"/>
          </a:xfrm>
          <a:prstGeom prst="rect">
            <a:avLst/>
          </a:prstGeom>
          <a:solidFill>
            <a:srgbClr val="E2E8F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20" name="Google Shape;420;p29"/>
          <p:cNvSpPr/>
          <p:nvPr/>
        </p:nvSpPr>
        <p:spPr>
          <a:xfrm>
            <a:off x="766763" y="3055739"/>
            <a:ext cx="1278255" cy="169069"/>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334155"/>
              </a:buClr>
              <a:buSzPts val="900"/>
              <a:buFont typeface="Plus Jakarta Sans"/>
              <a:buNone/>
            </a:pPr>
            <a:r>
              <a:rPr b="1" i="0" lang="en" sz="900" u="none" cap="none" strike="noStrike">
                <a:solidFill>
                  <a:srgbClr val="334155"/>
                </a:solidFill>
                <a:latin typeface="Plus Jakarta Sans"/>
                <a:ea typeface="Plus Jakarta Sans"/>
                <a:cs typeface="Plus Jakarta Sans"/>
                <a:sym typeface="Plus Jakarta Sans"/>
              </a:rPr>
              <a:t>Escalamiento</a:t>
            </a:r>
            <a:endParaRPr b="0" i="0" sz="900" u="none" cap="none" strike="noStrike">
              <a:solidFill>
                <a:schemeClr val="dk1"/>
              </a:solidFill>
              <a:latin typeface="Calibri"/>
              <a:ea typeface="Calibri"/>
              <a:cs typeface="Calibri"/>
              <a:sym typeface="Calibri"/>
            </a:endParaRPr>
          </a:p>
        </p:txBody>
      </p:sp>
      <p:sp>
        <p:nvSpPr>
          <p:cNvPr id="421" name="Google Shape;421;p29"/>
          <p:cNvSpPr/>
          <p:nvPr/>
        </p:nvSpPr>
        <p:spPr>
          <a:xfrm>
            <a:off x="6807994" y="3025974"/>
            <a:ext cx="1569244" cy="209550"/>
          </a:xfrm>
          <a:prstGeom prst="roundRect">
            <a:avLst>
              <a:gd fmla="val 50000" name="adj"/>
            </a:avLst>
          </a:prstGeom>
          <a:solidFill>
            <a:srgbClr val="334155"/>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22" name="Google Shape;422;p29"/>
          <p:cNvSpPr/>
          <p:nvPr/>
        </p:nvSpPr>
        <p:spPr>
          <a:xfrm>
            <a:off x="6912769" y="3025974"/>
            <a:ext cx="1406771" cy="2286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FFFFFF"/>
              </a:buClr>
              <a:buSzPts val="800"/>
              <a:buFont typeface="Plus Jakarta Sans"/>
              <a:buNone/>
            </a:pPr>
            <a:r>
              <a:rPr b="1" i="0" lang="en" sz="800" u="none" cap="none" strike="noStrike">
                <a:solidFill>
                  <a:srgbClr val="FFFFFF"/>
                </a:solidFill>
                <a:latin typeface="Plus Jakarta Sans"/>
                <a:ea typeface="Plus Jakarta Sans"/>
                <a:cs typeface="Plus Jakarta Sans"/>
                <a:sym typeface="Plus Jakarta Sans"/>
              </a:rPr>
              <a:t>Rollout total</a:t>
            </a:r>
            <a:endParaRPr b="0" i="0" sz="800" u="none" cap="none" strike="noStrike">
              <a:solidFill>
                <a:schemeClr val="dk1"/>
              </a:solidFill>
              <a:latin typeface="Calibri"/>
              <a:ea typeface="Calibri"/>
              <a:cs typeface="Calibri"/>
              <a:sym typeface="Calibri"/>
            </a:endParaRPr>
          </a:p>
        </p:txBody>
      </p:sp>
      <p:pic>
        <p:nvPicPr>
          <p:cNvPr descr="preencoded.png" id="423" name="Google Shape;423;p29"/>
          <p:cNvPicPr preferRelativeResize="0"/>
          <p:nvPr/>
        </p:nvPicPr>
        <p:blipFill rotWithShape="1">
          <a:blip r:embed="rId3">
            <a:alphaModFix/>
          </a:blip>
          <a:srcRect b="0" l="0" r="0" t="0"/>
          <a:stretch/>
        </p:blipFill>
        <p:spPr>
          <a:xfrm>
            <a:off x="571500" y="4767263"/>
            <a:ext cx="664369" cy="128588"/>
          </a:xfrm>
          <a:prstGeom prst="rect">
            <a:avLst/>
          </a:prstGeom>
          <a:noFill/>
          <a:ln>
            <a:noFill/>
          </a:ln>
        </p:spPr>
      </p:pic>
      <p:sp>
        <p:nvSpPr>
          <p:cNvPr id="424" name="Google Shape;424;p29"/>
          <p:cNvSpPr/>
          <p:nvPr/>
        </p:nvSpPr>
        <p:spPr>
          <a:xfrm>
            <a:off x="8466200" y="4777978"/>
            <a:ext cx="144401" cy="1262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94A3B8"/>
              </a:buClr>
              <a:buSzPts val="700"/>
              <a:buFont typeface="Plus Jakarta Sans"/>
              <a:buNone/>
            </a:pPr>
            <a:r>
              <a:rPr b="1" i="0" lang="en" sz="700" u="none" cap="none" strike="noStrike">
                <a:solidFill>
                  <a:srgbClr val="94A3B8"/>
                </a:solidFill>
                <a:latin typeface="Plus Jakarta Sans"/>
                <a:ea typeface="Plus Jakarta Sans"/>
                <a:cs typeface="Plus Jakarta Sans"/>
                <a:sym typeface="Plus Jakarta Sans"/>
              </a:rPr>
              <a:t>13</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30"/>
          <p:cNvSpPr/>
          <p:nvPr/>
        </p:nvSpPr>
        <p:spPr>
          <a:xfrm>
            <a:off x="571500" y="457200"/>
            <a:ext cx="8241030" cy="201922"/>
          </a:xfrm>
          <a:prstGeom prst="rect">
            <a:avLst/>
          </a:prstGeom>
          <a:noFill/>
          <a:ln>
            <a:noFill/>
          </a:ln>
        </p:spPr>
        <p:txBody>
          <a:bodyPr anchorCtr="0" anchor="t" bIns="12700" lIns="12700" spcFirstLastPara="1" rIns="12700" wrap="square" tIns="12700">
            <a:noAutofit/>
          </a:bodyPr>
          <a:lstStyle/>
          <a:p>
            <a:pPr indent="0" lvl="0" marL="0" marR="0" rtl="0" algn="l">
              <a:lnSpc>
                <a:spcPct val="160000"/>
              </a:lnSpc>
              <a:spcBef>
                <a:spcPts val="0"/>
              </a:spcBef>
              <a:spcAft>
                <a:spcPts val="0"/>
              </a:spcAft>
              <a:buClr>
                <a:srgbClr val="437AEF"/>
              </a:buClr>
              <a:buSzPts val="900"/>
              <a:buFont typeface="Plus Jakarta Sans"/>
              <a:buNone/>
            </a:pPr>
            <a:r>
              <a:rPr b="1" i="0" lang="en" sz="1100" u="none" cap="none" strike="noStrike">
                <a:solidFill>
                  <a:srgbClr val="437AEF"/>
                </a:solidFill>
                <a:latin typeface="Plus Jakarta Sans"/>
                <a:ea typeface="Plus Jakarta Sans"/>
                <a:cs typeface="Plus Jakarta Sans"/>
                <a:sym typeface="Plus Jakarta Sans"/>
              </a:rPr>
              <a:t>COMPARACIÓN</a:t>
            </a:r>
            <a:endParaRPr b="0" i="0" sz="1100" u="none" cap="none" strike="noStrike">
              <a:solidFill>
                <a:schemeClr val="dk1"/>
              </a:solidFill>
              <a:latin typeface="Calibri"/>
              <a:ea typeface="Calibri"/>
              <a:cs typeface="Calibri"/>
              <a:sym typeface="Calibri"/>
            </a:endParaRPr>
          </a:p>
        </p:txBody>
      </p:sp>
      <p:sp>
        <p:nvSpPr>
          <p:cNvPr id="431" name="Google Shape;431;p30"/>
          <p:cNvSpPr/>
          <p:nvPr/>
        </p:nvSpPr>
        <p:spPr>
          <a:xfrm>
            <a:off x="571500" y="725798"/>
            <a:ext cx="8241030" cy="378507"/>
          </a:xfrm>
          <a:prstGeom prst="rect">
            <a:avLst/>
          </a:prstGeom>
          <a:noFill/>
          <a:ln>
            <a:noFill/>
          </a:ln>
        </p:spPr>
        <p:txBody>
          <a:bodyPr anchorCtr="0" anchor="t" bIns="12700" lIns="12700" spcFirstLastPara="1" rIns="12700" wrap="square" tIns="12700">
            <a:noAutofit/>
          </a:bodyPr>
          <a:lstStyle/>
          <a:p>
            <a:pPr indent="0" lvl="0" marL="0" marR="0" rtl="0" algn="l">
              <a:lnSpc>
                <a:spcPct val="102000"/>
              </a:lnSpc>
              <a:spcBef>
                <a:spcPts val="0"/>
              </a:spcBef>
              <a:spcAft>
                <a:spcPts val="0"/>
              </a:spcAft>
              <a:buClr>
                <a:srgbClr val="020617"/>
              </a:buClr>
              <a:buSzPts val="2800"/>
              <a:buFont typeface="Plus Jakarta Sans"/>
              <a:buNone/>
            </a:pPr>
            <a:r>
              <a:rPr i="0" lang="en" sz="2800" u="none" cap="none" strike="noStrike">
                <a:solidFill>
                  <a:srgbClr val="020617"/>
                </a:solidFill>
                <a:latin typeface="Plus Jakarta Sans ExtraBold"/>
                <a:ea typeface="Plus Jakarta Sans ExtraBold"/>
                <a:cs typeface="Plus Jakarta Sans ExtraBold"/>
                <a:sym typeface="Plus Jakarta Sans ExtraBold"/>
              </a:rPr>
              <a:t>Planes Vambe</a:t>
            </a:r>
            <a:endParaRPr i="0" sz="2800" u="none" cap="none" strike="noStrike">
              <a:solidFill>
                <a:schemeClr val="dk1"/>
              </a:solidFill>
              <a:latin typeface="Plus Jakarta Sans ExtraBold"/>
              <a:ea typeface="Plus Jakarta Sans ExtraBold"/>
              <a:cs typeface="Plus Jakarta Sans ExtraBold"/>
              <a:sym typeface="Plus Jakarta Sans ExtraBold"/>
            </a:endParaRPr>
          </a:p>
        </p:txBody>
      </p:sp>
      <p:sp>
        <p:nvSpPr>
          <p:cNvPr id="432" name="Google Shape;432;p30"/>
          <p:cNvSpPr/>
          <p:nvPr/>
        </p:nvSpPr>
        <p:spPr>
          <a:xfrm>
            <a:off x="571500" y="1304329"/>
            <a:ext cx="8001000" cy="2559844"/>
          </a:xfrm>
          <a:prstGeom prst="roundRect">
            <a:avLst>
              <a:gd fmla="val 4465" name="adj"/>
            </a:avLst>
          </a:prstGeom>
          <a:solidFill>
            <a:srgbClr val="FFFFFF"/>
          </a:solidFill>
          <a:ln cap="flat" cmpd="sng" w="9525">
            <a:solidFill>
              <a:srgbClr val="D3DFFB"/>
            </a:solidFill>
            <a:prstDash val="solid"/>
            <a:round/>
            <a:headEnd len="sm" w="sm" type="none"/>
            <a:tailEnd len="sm" w="sm" type="none"/>
          </a:ln>
          <a:effectLst>
            <a:outerShdw blurRad="228600" rotWithShape="0" algn="bl" dir="5400000" dist="76200">
              <a:srgbClr val="0A1C43">
                <a:alpha val="7843"/>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33" name="Google Shape;433;p30"/>
          <p:cNvSpPr/>
          <p:nvPr/>
        </p:nvSpPr>
        <p:spPr>
          <a:xfrm>
            <a:off x="900113" y="1499592"/>
            <a:ext cx="2833191" cy="204787"/>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94A3B8"/>
              </a:buClr>
              <a:buSzPts val="800"/>
              <a:buFont typeface="Plus Jakarta Sans"/>
              <a:buNone/>
            </a:pPr>
            <a:r>
              <a:rPr b="1" i="0" lang="en" sz="800" u="none" cap="none" strike="noStrike">
                <a:solidFill>
                  <a:srgbClr val="94A3B8"/>
                </a:solidFill>
                <a:latin typeface="Plus Jakarta Sans"/>
                <a:ea typeface="Plus Jakarta Sans"/>
                <a:cs typeface="Plus Jakarta Sans"/>
                <a:sym typeface="Plus Jakarta Sans"/>
              </a:rPr>
              <a:t>CARACTERÍSTICA</a:t>
            </a:r>
            <a:endParaRPr b="0" i="0" sz="800" u="none" cap="none" strike="noStrike">
              <a:solidFill>
                <a:schemeClr val="dk1"/>
              </a:solidFill>
              <a:latin typeface="Calibri"/>
              <a:ea typeface="Calibri"/>
              <a:cs typeface="Calibri"/>
              <a:sym typeface="Calibri"/>
            </a:endParaRPr>
          </a:p>
        </p:txBody>
      </p:sp>
      <p:sp>
        <p:nvSpPr>
          <p:cNvPr id="434" name="Google Shape;434;p30"/>
          <p:cNvSpPr/>
          <p:nvPr/>
        </p:nvSpPr>
        <p:spPr>
          <a:xfrm>
            <a:off x="3776365" y="1775817"/>
            <a:ext cx="1464543" cy="14288"/>
          </a:xfrm>
          <a:prstGeom prst="rect">
            <a:avLst/>
          </a:prstGeom>
          <a:solidFill>
            <a:srgbClr val="E2E8F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35" name="Google Shape;435;p30"/>
          <p:cNvSpPr/>
          <p:nvPr/>
        </p:nvSpPr>
        <p:spPr>
          <a:xfrm>
            <a:off x="3887747" y="1499592"/>
            <a:ext cx="1241779" cy="190500"/>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0F172A"/>
              </a:buClr>
              <a:buSzPts val="1100"/>
              <a:buFont typeface="Plus Jakarta Sans"/>
              <a:buNone/>
            </a:pPr>
            <a:r>
              <a:rPr b="1" i="0" lang="en" sz="1100" u="none" cap="none" strike="noStrike">
                <a:solidFill>
                  <a:srgbClr val="0F172A"/>
                </a:solidFill>
                <a:latin typeface="Plus Jakarta Sans"/>
                <a:ea typeface="Plus Jakarta Sans"/>
                <a:cs typeface="Plus Jakarta Sans"/>
                <a:sym typeface="Plus Jakarta Sans"/>
              </a:rPr>
              <a:t>Starter</a:t>
            </a:r>
            <a:endParaRPr b="0" i="0" sz="1100" u="none" cap="none" strike="noStrike">
              <a:solidFill>
                <a:schemeClr val="dk1"/>
              </a:solidFill>
              <a:latin typeface="Calibri"/>
              <a:ea typeface="Calibri"/>
              <a:cs typeface="Calibri"/>
              <a:sym typeface="Calibri"/>
            </a:endParaRPr>
          </a:p>
        </p:txBody>
      </p:sp>
      <p:sp>
        <p:nvSpPr>
          <p:cNvPr id="436" name="Google Shape;436;p30"/>
          <p:cNvSpPr/>
          <p:nvPr/>
        </p:nvSpPr>
        <p:spPr>
          <a:xfrm>
            <a:off x="5240908" y="1394817"/>
            <a:ext cx="1543496" cy="395287"/>
          </a:xfrm>
          <a:prstGeom prst="roundRect">
            <a:avLst>
              <a:gd fmla="val 19277" name="adj"/>
            </a:avLst>
          </a:prstGeom>
          <a:solidFill>
            <a:srgbClr val="F5F8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37" name="Google Shape;437;p30"/>
          <p:cNvSpPr/>
          <p:nvPr/>
        </p:nvSpPr>
        <p:spPr>
          <a:xfrm>
            <a:off x="5240908" y="1775817"/>
            <a:ext cx="1543496" cy="14288"/>
          </a:xfrm>
          <a:prstGeom prst="rect">
            <a:avLst/>
          </a:prstGeom>
          <a:solidFill>
            <a:srgbClr val="437AE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38" name="Google Shape;438;p30"/>
          <p:cNvSpPr/>
          <p:nvPr/>
        </p:nvSpPr>
        <p:spPr>
          <a:xfrm>
            <a:off x="5351105" y="1499592"/>
            <a:ext cx="1323102" cy="190500"/>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437AEF"/>
              </a:buClr>
              <a:buSzPts val="1100"/>
              <a:buFont typeface="Plus Jakarta Sans"/>
              <a:buNone/>
            </a:pPr>
            <a:r>
              <a:rPr b="1" i="0" lang="en" sz="1100" u="none" cap="none" strike="noStrike">
                <a:solidFill>
                  <a:srgbClr val="437AEF"/>
                </a:solidFill>
                <a:latin typeface="Plus Jakarta Sans"/>
                <a:ea typeface="Plus Jakarta Sans"/>
                <a:cs typeface="Plus Jakarta Sans"/>
                <a:sym typeface="Plus Jakarta Sans"/>
              </a:rPr>
              <a:t>Growth</a:t>
            </a:r>
            <a:endParaRPr b="0" i="0" sz="1100" u="none" cap="none" strike="noStrike">
              <a:solidFill>
                <a:schemeClr val="dk1"/>
              </a:solidFill>
              <a:latin typeface="Calibri"/>
              <a:ea typeface="Calibri"/>
              <a:cs typeface="Calibri"/>
              <a:sym typeface="Calibri"/>
            </a:endParaRPr>
          </a:p>
        </p:txBody>
      </p:sp>
      <p:sp>
        <p:nvSpPr>
          <p:cNvPr id="439" name="Google Shape;439;p30"/>
          <p:cNvSpPr/>
          <p:nvPr/>
        </p:nvSpPr>
        <p:spPr>
          <a:xfrm>
            <a:off x="6784404" y="1775817"/>
            <a:ext cx="1592833" cy="14288"/>
          </a:xfrm>
          <a:prstGeom prst="rect">
            <a:avLst/>
          </a:prstGeom>
          <a:solidFill>
            <a:srgbClr val="E2E8F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40" name="Google Shape;440;p30"/>
          <p:cNvSpPr/>
          <p:nvPr/>
        </p:nvSpPr>
        <p:spPr>
          <a:xfrm>
            <a:off x="6893862" y="1499592"/>
            <a:ext cx="1373918" cy="190500"/>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0F172A"/>
              </a:buClr>
              <a:buSzPts val="1100"/>
              <a:buFont typeface="Plus Jakarta Sans"/>
              <a:buNone/>
            </a:pPr>
            <a:r>
              <a:rPr b="1" i="0" lang="en" sz="1100" u="none" cap="none" strike="noStrike">
                <a:solidFill>
                  <a:srgbClr val="0F172A"/>
                </a:solidFill>
                <a:latin typeface="Plus Jakarta Sans"/>
                <a:ea typeface="Plus Jakarta Sans"/>
                <a:cs typeface="Plus Jakarta Sans"/>
                <a:sym typeface="Plus Jakarta Sans"/>
              </a:rPr>
              <a:t>Scale</a:t>
            </a:r>
            <a:endParaRPr b="0" i="0" sz="1100" u="none" cap="none" strike="noStrike">
              <a:solidFill>
                <a:schemeClr val="dk1"/>
              </a:solidFill>
              <a:latin typeface="Calibri"/>
              <a:ea typeface="Calibri"/>
              <a:cs typeface="Calibri"/>
              <a:sym typeface="Calibri"/>
            </a:endParaRPr>
          </a:p>
        </p:txBody>
      </p:sp>
      <p:sp>
        <p:nvSpPr>
          <p:cNvPr id="441" name="Google Shape;441;p30"/>
          <p:cNvSpPr/>
          <p:nvPr/>
        </p:nvSpPr>
        <p:spPr>
          <a:xfrm>
            <a:off x="766763" y="2180630"/>
            <a:ext cx="3009602" cy="4763"/>
          </a:xfrm>
          <a:prstGeom prst="rect">
            <a:avLst/>
          </a:prstGeom>
          <a:solidFill>
            <a:srgbClr val="E2E8F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42" name="Google Shape;442;p30"/>
          <p:cNvSpPr/>
          <p:nvPr/>
        </p:nvSpPr>
        <p:spPr>
          <a:xfrm>
            <a:off x="900113" y="1904405"/>
            <a:ext cx="2833191" cy="180975"/>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334155"/>
              </a:buClr>
              <a:buSzPts val="1000"/>
              <a:buFont typeface="Plus Jakarta Sans"/>
              <a:buNone/>
            </a:pPr>
            <a:r>
              <a:rPr b="0" i="0" lang="en" sz="1000" u="none" cap="none" strike="noStrike">
                <a:solidFill>
                  <a:srgbClr val="334155"/>
                </a:solidFill>
                <a:latin typeface="Plus Jakarta Sans"/>
                <a:ea typeface="Plus Jakarta Sans"/>
                <a:cs typeface="Plus Jakarta Sans"/>
                <a:sym typeface="Plus Jakarta Sans"/>
              </a:rPr>
              <a:t>Conversaciones / mes</a:t>
            </a:r>
            <a:endParaRPr b="0" i="0" sz="1000" u="none" cap="none" strike="noStrike">
              <a:solidFill>
                <a:schemeClr val="dk1"/>
              </a:solidFill>
              <a:latin typeface="Calibri"/>
              <a:ea typeface="Calibri"/>
              <a:cs typeface="Calibri"/>
              <a:sym typeface="Calibri"/>
            </a:endParaRPr>
          </a:p>
        </p:txBody>
      </p:sp>
      <p:sp>
        <p:nvSpPr>
          <p:cNvPr id="443" name="Google Shape;443;p30"/>
          <p:cNvSpPr/>
          <p:nvPr/>
        </p:nvSpPr>
        <p:spPr>
          <a:xfrm>
            <a:off x="3776365" y="2180630"/>
            <a:ext cx="1464543" cy="4763"/>
          </a:xfrm>
          <a:prstGeom prst="rect">
            <a:avLst/>
          </a:prstGeom>
          <a:solidFill>
            <a:srgbClr val="E2E8F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44" name="Google Shape;444;p30"/>
          <p:cNvSpPr/>
          <p:nvPr/>
        </p:nvSpPr>
        <p:spPr>
          <a:xfrm>
            <a:off x="3887747" y="1904405"/>
            <a:ext cx="1241779" cy="180975"/>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1E293B"/>
              </a:buClr>
              <a:buSzPts val="1000"/>
              <a:buFont typeface="Plus Jakarta Sans"/>
              <a:buNone/>
            </a:pPr>
            <a:r>
              <a:rPr b="0" i="0" lang="en" sz="1000" u="none" cap="none" strike="noStrike">
                <a:solidFill>
                  <a:srgbClr val="1E293B"/>
                </a:solidFill>
                <a:latin typeface="Plus Jakarta Sans"/>
                <a:ea typeface="Plus Jakarta Sans"/>
                <a:cs typeface="Plus Jakarta Sans"/>
                <a:sym typeface="Plus Jakarta Sans"/>
              </a:rPr>
              <a:t>2.000</a:t>
            </a:r>
            <a:endParaRPr b="0" i="0" sz="1000" u="none" cap="none" strike="noStrike">
              <a:solidFill>
                <a:schemeClr val="dk1"/>
              </a:solidFill>
              <a:latin typeface="Calibri"/>
              <a:ea typeface="Calibri"/>
              <a:cs typeface="Calibri"/>
              <a:sym typeface="Calibri"/>
            </a:endParaRPr>
          </a:p>
        </p:txBody>
      </p:sp>
      <p:sp>
        <p:nvSpPr>
          <p:cNvPr id="445" name="Google Shape;445;p30"/>
          <p:cNvSpPr/>
          <p:nvPr/>
        </p:nvSpPr>
        <p:spPr>
          <a:xfrm>
            <a:off x="5240908" y="1790104"/>
            <a:ext cx="1543496" cy="395288"/>
          </a:xfrm>
          <a:prstGeom prst="rect">
            <a:avLst/>
          </a:prstGeom>
          <a:solidFill>
            <a:srgbClr val="F5F8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46" name="Google Shape;446;p30"/>
          <p:cNvSpPr/>
          <p:nvPr/>
        </p:nvSpPr>
        <p:spPr>
          <a:xfrm>
            <a:off x="5240908" y="2180630"/>
            <a:ext cx="1543496" cy="4763"/>
          </a:xfrm>
          <a:prstGeom prst="rect">
            <a:avLst/>
          </a:prstGeom>
          <a:solidFill>
            <a:srgbClr val="D3DFFB"/>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47" name="Google Shape;447;p30"/>
          <p:cNvSpPr/>
          <p:nvPr/>
        </p:nvSpPr>
        <p:spPr>
          <a:xfrm>
            <a:off x="5351105" y="1904405"/>
            <a:ext cx="1323102" cy="180975"/>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0F172A"/>
              </a:buClr>
              <a:buSzPts val="1000"/>
              <a:buFont typeface="Plus Jakarta Sans"/>
              <a:buNone/>
            </a:pPr>
            <a:r>
              <a:rPr b="1" i="0" lang="en" sz="1000" u="none" cap="none" strike="noStrike">
                <a:solidFill>
                  <a:srgbClr val="0F172A"/>
                </a:solidFill>
                <a:latin typeface="Plus Jakarta Sans"/>
                <a:ea typeface="Plus Jakarta Sans"/>
                <a:cs typeface="Plus Jakarta Sans"/>
                <a:sym typeface="Plus Jakarta Sans"/>
              </a:rPr>
              <a:t>10.000</a:t>
            </a:r>
            <a:endParaRPr b="0" i="0" sz="1000" u="none" cap="none" strike="noStrike">
              <a:solidFill>
                <a:schemeClr val="dk1"/>
              </a:solidFill>
              <a:latin typeface="Calibri"/>
              <a:ea typeface="Calibri"/>
              <a:cs typeface="Calibri"/>
              <a:sym typeface="Calibri"/>
            </a:endParaRPr>
          </a:p>
        </p:txBody>
      </p:sp>
      <p:sp>
        <p:nvSpPr>
          <p:cNvPr id="448" name="Google Shape;448;p30"/>
          <p:cNvSpPr/>
          <p:nvPr/>
        </p:nvSpPr>
        <p:spPr>
          <a:xfrm>
            <a:off x="6784404" y="2180630"/>
            <a:ext cx="1592833" cy="4763"/>
          </a:xfrm>
          <a:prstGeom prst="rect">
            <a:avLst/>
          </a:prstGeom>
          <a:solidFill>
            <a:srgbClr val="E2E8F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49" name="Google Shape;449;p30"/>
          <p:cNvSpPr/>
          <p:nvPr/>
        </p:nvSpPr>
        <p:spPr>
          <a:xfrm>
            <a:off x="6893862" y="1904405"/>
            <a:ext cx="1373918" cy="180975"/>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1E293B"/>
              </a:buClr>
              <a:buSzPts val="1000"/>
              <a:buFont typeface="Plus Jakarta Sans"/>
              <a:buNone/>
            </a:pPr>
            <a:r>
              <a:rPr b="0" i="0" lang="en" sz="1000" u="none" cap="none" strike="noStrike">
                <a:solidFill>
                  <a:srgbClr val="1E293B"/>
                </a:solidFill>
                <a:latin typeface="Plus Jakarta Sans"/>
                <a:ea typeface="Plus Jakarta Sans"/>
                <a:cs typeface="Plus Jakarta Sans"/>
                <a:sym typeface="Plus Jakarta Sans"/>
              </a:rPr>
              <a:t>Ilimitadas</a:t>
            </a:r>
            <a:endParaRPr b="0" i="0" sz="1000" u="none" cap="none" strike="noStrike">
              <a:solidFill>
                <a:schemeClr val="dk1"/>
              </a:solidFill>
              <a:latin typeface="Calibri"/>
              <a:ea typeface="Calibri"/>
              <a:cs typeface="Calibri"/>
              <a:sym typeface="Calibri"/>
            </a:endParaRPr>
          </a:p>
        </p:txBody>
      </p:sp>
      <p:sp>
        <p:nvSpPr>
          <p:cNvPr id="450" name="Google Shape;450;p30"/>
          <p:cNvSpPr/>
          <p:nvPr/>
        </p:nvSpPr>
        <p:spPr>
          <a:xfrm>
            <a:off x="766763" y="2571155"/>
            <a:ext cx="3009602" cy="4763"/>
          </a:xfrm>
          <a:prstGeom prst="rect">
            <a:avLst/>
          </a:prstGeom>
          <a:solidFill>
            <a:srgbClr val="E2E8F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51" name="Google Shape;451;p30"/>
          <p:cNvSpPr/>
          <p:nvPr/>
        </p:nvSpPr>
        <p:spPr>
          <a:xfrm>
            <a:off x="900113" y="2299692"/>
            <a:ext cx="2833191" cy="176213"/>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334155"/>
              </a:buClr>
              <a:buSzPts val="1000"/>
              <a:buFont typeface="Plus Jakarta Sans"/>
              <a:buNone/>
            </a:pPr>
            <a:r>
              <a:rPr b="0" i="0" lang="en" sz="1000" u="none" cap="none" strike="noStrike">
                <a:solidFill>
                  <a:srgbClr val="334155"/>
                </a:solidFill>
                <a:latin typeface="Plus Jakarta Sans"/>
                <a:ea typeface="Plus Jakarta Sans"/>
                <a:cs typeface="Plus Jakarta Sans"/>
                <a:sym typeface="Plus Jakarta Sans"/>
              </a:rPr>
              <a:t>Canales</a:t>
            </a:r>
            <a:endParaRPr b="0" i="0" sz="1000" u="none" cap="none" strike="noStrike">
              <a:solidFill>
                <a:schemeClr val="dk1"/>
              </a:solidFill>
              <a:latin typeface="Calibri"/>
              <a:ea typeface="Calibri"/>
              <a:cs typeface="Calibri"/>
              <a:sym typeface="Calibri"/>
            </a:endParaRPr>
          </a:p>
        </p:txBody>
      </p:sp>
      <p:sp>
        <p:nvSpPr>
          <p:cNvPr id="452" name="Google Shape;452;p30"/>
          <p:cNvSpPr/>
          <p:nvPr/>
        </p:nvSpPr>
        <p:spPr>
          <a:xfrm>
            <a:off x="3776365" y="2571155"/>
            <a:ext cx="1464543" cy="4763"/>
          </a:xfrm>
          <a:prstGeom prst="rect">
            <a:avLst/>
          </a:prstGeom>
          <a:solidFill>
            <a:srgbClr val="E2E8F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53" name="Google Shape;453;p30"/>
          <p:cNvSpPr/>
          <p:nvPr/>
        </p:nvSpPr>
        <p:spPr>
          <a:xfrm>
            <a:off x="3887747" y="2299692"/>
            <a:ext cx="1241779" cy="176213"/>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1E293B"/>
              </a:buClr>
              <a:buSzPts val="1000"/>
              <a:buFont typeface="Plus Jakarta Sans"/>
              <a:buNone/>
            </a:pPr>
            <a:r>
              <a:rPr b="0" i="0" lang="en" sz="1000" u="none" cap="none" strike="noStrike">
                <a:solidFill>
                  <a:srgbClr val="1E293B"/>
                </a:solidFill>
                <a:latin typeface="Plus Jakarta Sans"/>
                <a:ea typeface="Plus Jakarta Sans"/>
                <a:cs typeface="Plus Jakarta Sans"/>
                <a:sym typeface="Plus Jakarta Sans"/>
              </a:rPr>
              <a:t>1</a:t>
            </a:r>
            <a:endParaRPr b="0" i="0" sz="1000" u="none" cap="none" strike="noStrike">
              <a:solidFill>
                <a:schemeClr val="dk1"/>
              </a:solidFill>
              <a:latin typeface="Calibri"/>
              <a:ea typeface="Calibri"/>
              <a:cs typeface="Calibri"/>
              <a:sym typeface="Calibri"/>
            </a:endParaRPr>
          </a:p>
        </p:txBody>
      </p:sp>
      <p:sp>
        <p:nvSpPr>
          <p:cNvPr id="454" name="Google Shape;454;p30"/>
          <p:cNvSpPr/>
          <p:nvPr/>
        </p:nvSpPr>
        <p:spPr>
          <a:xfrm>
            <a:off x="5240908" y="2185392"/>
            <a:ext cx="1543496" cy="390525"/>
          </a:xfrm>
          <a:prstGeom prst="rect">
            <a:avLst/>
          </a:prstGeom>
          <a:solidFill>
            <a:srgbClr val="F5F8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55" name="Google Shape;455;p30"/>
          <p:cNvSpPr/>
          <p:nvPr/>
        </p:nvSpPr>
        <p:spPr>
          <a:xfrm>
            <a:off x="5240908" y="2571155"/>
            <a:ext cx="1543496" cy="4763"/>
          </a:xfrm>
          <a:prstGeom prst="rect">
            <a:avLst/>
          </a:prstGeom>
          <a:solidFill>
            <a:srgbClr val="D3DFFB"/>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56" name="Google Shape;456;p30"/>
          <p:cNvSpPr/>
          <p:nvPr/>
        </p:nvSpPr>
        <p:spPr>
          <a:xfrm>
            <a:off x="5351105" y="2299692"/>
            <a:ext cx="1323102" cy="176213"/>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0F172A"/>
              </a:buClr>
              <a:buSzPts val="1000"/>
              <a:buFont typeface="Plus Jakarta Sans"/>
              <a:buNone/>
            </a:pPr>
            <a:r>
              <a:rPr b="1" i="0" lang="en" sz="1000" u="none" cap="none" strike="noStrike">
                <a:solidFill>
                  <a:srgbClr val="0F172A"/>
                </a:solidFill>
                <a:latin typeface="Plus Jakarta Sans"/>
                <a:ea typeface="Plus Jakarta Sans"/>
                <a:cs typeface="Plus Jakarta Sans"/>
                <a:sym typeface="Plus Jakarta Sans"/>
              </a:rPr>
              <a:t>3</a:t>
            </a:r>
            <a:endParaRPr b="0" i="0" sz="1000" u="none" cap="none" strike="noStrike">
              <a:solidFill>
                <a:schemeClr val="dk1"/>
              </a:solidFill>
              <a:latin typeface="Calibri"/>
              <a:ea typeface="Calibri"/>
              <a:cs typeface="Calibri"/>
              <a:sym typeface="Calibri"/>
            </a:endParaRPr>
          </a:p>
        </p:txBody>
      </p:sp>
      <p:sp>
        <p:nvSpPr>
          <p:cNvPr id="457" name="Google Shape;457;p30"/>
          <p:cNvSpPr/>
          <p:nvPr/>
        </p:nvSpPr>
        <p:spPr>
          <a:xfrm>
            <a:off x="6784404" y="2571155"/>
            <a:ext cx="1592833" cy="4763"/>
          </a:xfrm>
          <a:prstGeom prst="rect">
            <a:avLst/>
          </a:prstGeom>
          <a:solidFill>
            <a:srgbClr val="E2E8F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58" name="Google Shape;458;p30"/>
          <p:cNvSpPr/>
          <p:nvPr/>
        </p:nvSpPr>
        <p:spPr>
          <a:xfrm>
            <a:off x="6893862" y="2299692"/>
            <a:ext cx="1373918" cy="176213"/>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1E293B"/>
              </a:buClr>
              <a:buSzPts val="1000"/>
              <a:buFont typeface="Plus Jakarta Sans"/>
              <a:buNone/>
            </a:pPr>
            <a:r>
              <a:rPr b="0" i="0" lang="en" sz="1000" u="none" cap="none" strike="noStrike">
                <a:solidFill>
                  <a:srgbClr val="1E293B"/>
                </a:solidFill>
                <a:latin typeface="Plus Jakarta Sans"/>
                <a:ea typeface="Plus Jakarta Sans"/>
                <a:cs typeface="Plus Jakarta Sans"/>
                <a:sym typeface="Plus Jakarta Sans"/>
              </a:rPr>
              <a:t>Todos</a:t>
            </a:r>
            <a:endParaRPr b="0" i="0" sz="1000" u="none" cap="none" strike="noStrike">
              <a:solidFill>
                <a:schemeClr val="dk1"/>
              </a:solidFill>
              <a:latin typeface="Calibri"/>
              <a:ea typeface="Calibri"/>
              <a:cs typeface="Calibri"/>
              <a:sym typeface="Calibri"/>
            </a:endParaRPr>
          </a:p>
        </p:txBody>
      </p:sp>
      <p:sp>
        <p:nvSpPr>
          <p:cNvPr id="459" name="Google Shape;459;p30"/>
          <p:cNvSpPr/>
          <p:nvPr/>
        </p:nvSpPr>
        <p:spPr>
          <a:xfrm>
            <a:off x="766763" y="2975967"/>
            <a:ext cx="3009602" cy="4763"/>
          </a:xfrm>
          <a:prstGeom prst="rect">
            <a:avLst/>
          </a:prstGeom>
          <a:solidFill>
            <a:srgbClr val="E2E8F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60" name="Google Shape;460;p30"/>
          <p:cNvSpPr/>
          <p:nvPr/>
        </p:nvSpPr>
        <p:spPr>
          <a:xfrm>
            <a:off x="900113" y="2690217"/>
            <a:ext cx="2833191" cy="1905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334155"/>
              </a:buClr>
              <a:buSzPts val="1000"/>
              <a:buFont typeface="Plus Jakarta Sans"/>
              <a:buNone/>
            </a:pPr>
            <a:r>
              <a:rPr b="0" i="0" lang="en" sz="1000" u="none" cap="none" strike="noStrike">
                <a:solidFill>
                  <a:srgbClr val="334155"/>
                </a:solidFill>
                <a:latin typeface="Plus Jakarta Sans"/>
                <a:ea typeface="Plus Jakarta Sans"/>
                <a:cs typeface="Plus Jakarta Sans"/>
                <a:sym typeface="Plus Jakarta Sans"/>
              </a:rPr>
              <a:t>Vambe Meet</a:t>
            </a:r>
            <a:endParaRPr b="0" i="0" sz="1000" u="none" cap="none" strike="noStrike">
              <a:solidFill>
                <a:schemeClr val="dk1"/>
              </a:solidFill>
              <a:latin typeface="Calibri"/>
              <a:ea typeface="Calibri"/>
              <a:cs typeface="Calibri"/>
              <a:sym typeface="Calibri"/>
            </a:endParaRPr>
          </a:p>
        </p:txBody>
      </p:sp>
      <p:sp>
        <p:nvSpPr>
          <p:cNvPr id="461" name="Google Shape;461;p30"/>
          <p:cNvSpPr/>
          <p:nvPr/>
        </p:nvSpPr>
        <p:spPr>
          <a:xfrm>
            <a:off x="3776365" y="2975967"/>
            <a:ext cx="1464543" cy="4763"/>
          </a:xfrm>
          <a:prstGeom prst="rect">
            <a:avLst/>
          </a:prstGeom>
          <a:solidFill>
            <a:srgbClr val="E2E8F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descr="preencoded.png" id="462" name="Google Shape;462;p30"/>
          <p:cNvPicPr preferRelativeResize="0"/>
          <p:nvPr/>
        </p:nvPicPr>
        <p:blipFill rotWithShape="1">
          <a:blip r:embed="rId3">
            <a:alphaModFix/>
          </a:blip>
          <a:srcRect b="0" l="0" r="0" t="0"/>
          <a:stretch/>
        </p:blipFill>
        <p:spPr>
          <a:xfrm>
            <a:off x="4437199" y="2692599"/>
            <a:ext cx="142875" cy="142875"/>
          </a:xfrm>
          <a:prstGeom prst="rect">
            <a:avLst/>
          </a:prstGeom>
          <a:noFill/>
          <a:ln>
            <a:noFill/>
          </a:ln>
        </p:spPr>
      </p:pic>
      <p:sp>
        <p:nvSpPr>
          <p:cNvPr id="463" name="Google Shape;463;p30"/>
          <p:cNvSpPr/>
          <p:nvPr/>
        </p:nvSpPr>
        <p:spPr>
          <a:xfrm>
            <a:off x="5240908" y="2575917"/>
            <a:ext cx="1543496" cy="404813"/>
          </a:xfrm>
          <a:prstGeom prst="rect">
            <a:avLst/>
          </a:prstGeom>
          <a:solidFill>
            <a:srgbClr val="F5F8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64" name="Google Shape;464;p30"/>
          <p:cNvSpPr/>
          <p:nvPr/>
        </p:nvSpPr>
        <p:spPr>
          <a:xfrm>
            <a:off x="5240908" y="2975967"/>
            <a:ext cx="1543496" cy="4763"/>
          </a:xfrm>
          <a:prstGeom prst="rect">
            <a:avLst/>
          </a:prstGeom>
          <a:solidFill>
            <a:srgbClr val="D3DFFB"/>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descr="preencoded.png" id="465" name="Google Shape;465;p30"/>
          <p:cNvPicPr preferRelativeResize="0"/>
          <p:nvPr/>
        </p:nvPicPr>
        <p:blipFill rotWithShape="1">
          <a:blip r:embed="rId4">
            <a:alphaModFix/>
          </a:blip>
          <a:srcRect b="0" l="0" r="0" t="0"/>
          <a:stretch/>
        </p:blipFill>
        <p:spPr>
          <a:xfrm>
            <a:off x="5941219" y="2692599"/>
            <a:ext cx="142875" cy="142875"/>
          </a:xfrm>
          <a:prstGeom prst="rect">
            <a:avLst/>
          </a:prstGeom>
          <a:noFill/>
          <a:ln>
            <a:noFill/>
          </a:ln>
        </p:spPr>
      </p:pic>
      <p:sp>
        <p:nvSpPr>
          <p:cNvPr id="466" name="Google Shape;466;p30"/>
          <p:cNvSpPr/>
          <p:nvPr/>
        </p:nvSpPr>
        <p:spPr>
          <a:xfrm>
            <a:off x="6784404" y="2975967"/>
            <a:ext cx="1592833" cy="4763"/>
          </a:xfrm>
          <a:prstGeom prst="rect">
            <a:avLst/>
          </a:prstGeom>
          <a:solidFill>
            <a:srgbClr val="E2E8F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descr="preencoded.png" id="467" name="Google Shape;467;p30"/>
          <p:cNvPicPr preferRelativeResize="0"/>
          <p:nvPr/>
        </p:nvPicPr>
        <p:blipFill rotWithShape="1">
          <a:blip r:embed="rId4">
            <a:alphaModFix/>
          </a:blip>
          <a:srcRect b="0" l="0" r="0" t="0"/>
          <a:stretch/>
        </p:blipFill>
        <p:spPr>
          <a:xfrm>
            <a:off x="7509384" y="2692599"/>
            <a:ext cx="142875" cy="142875"/>
          </a:xfrm>
          <a:prstGeom prst="rect">
            <a:avLst/>
          </a:prstGeom>
          <a:noFill/>
          <a:ln>
            <a:noFill/>
          </a:ln>
        </p:spPr>
      </p:pic>
      <p:sp>
        <p:nvSpPr>
          <p:cNvPr id="468" name="Google Shape;468;p30"/>
          <p:cNvSpPr/>
          <p:nvPr/>
        </p:nvSpPr>
        <p:spPr>
          <a:xfrm>
            <a:off x="766763" y="3380780"/>
            <a:ext cx="3009602" cy="4763"/>
          </a:xfrm>
          <a:prstGeom prst="rect">
            <a:avLst/>
          </a:prstGeom>
          <a:solidFill>
            <a:srgbClr val="E2E8F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69" name="Google Shape;469;p30"/>
          <p:cNvSpPr/>
          <p:nvPr/>
        </p:nvSpPr>
        <p:spPr>
          <a:xfrm>
            <a:off x="900113" y="3095030"/>
            <a:ext cx="2833191" cy="1905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334155"/>
              </a:buClr>
              <a:buSzPts val="1000"/>
              <a:buFont typeface="Plus Jakarta Sans"/>
              <a:buNone/>
            </a:pPr>
            <a:r>
              <a:rPr b="0" i="0" lang="en" sz="1000" u="none" cap="none" strike="noStrike">
                <a:solidFill>
                  <a:srgbClr val="334155"/>
                </a:solidFill>
                <a:latin typeface="Plus Jakarta Sans"/>
                <a:ea typeface="Plus Jakarta Sans"/>
                <a:cs typeface="Plus Jakarta Sans"/>
                <a:sym typeface="Plus Jakarta Sans"/>
              </a:rPr>
              <a:t>Soporte dedicado</a:t>
            </a:r>
            <a:endParaRPr b="0" i="0" sz="1000" u="none" cap="none" strike="noStrike">
              <a:solidFill>
                <a:schemeClr val="dk1"/>
              </a:solidFill>
              <a:latin typeface="Calibri"/>
              <a:ea typeface="Calibri"/>
              <a:cs typeface="Calibri"/>
              <a:sym typeface="Calibri"/>
            </a:endParaRPr>
          </a:p>
        </p:txBody>
      </p:sp>
      <p:sp>
        <p:nvSpPr>
          <p:cNvPr id="470" name="Google Shape;470;p30"/>
          <p:cNvSpPr/>
          <p:nvPr/>
        </p:nvSpPr>
        <p:spPr>
          <a:xfrm>
            <a:off x="3776365" y="3380780"/>
            <a:ext cx="1464543" cy="4763"/>
          </a:xfrm>
          <a:prstGeom prst="rect">
            <a:avLst/>
          </a:prstGeom>
          <a:solidFill>
            <a:srgbClr val="E2E8F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descr="preencoded.png" id="471" name="Google Shape;471;p30"/>
          <p:cNvPicPr preferRelativeResize="0"/>
          <p:nvPr/>
        </p:nvPicPr>
        <p:blipFill rotWithShape="1">
          <a:blip r:embed="rId3">
            <a:alphaModFix/>
          </a:blip>
          <a:srcRect b="0" l="0" r="0" t="0"/>
          <a:stretch/>
        </p:blipFill>
        <p:spPr>
          <a:xfrm>
            <a:off x="4437199" y="3097411"/>
            <a:ext cx="142875" cy="142875"/>
          </a:xfrm>
          <a:prstGeom prst="rect">
            <a:avLst/>
          </a:prstGeom>
          <a:noFill/>
          <a:ln>
            <a:noFill/>
          </a:ln>
        </p:spPr>
      </p:pic>
      <p:sp>
        <p:nvSpPr>
          <p:cNvPr id="472" name="Google Shape;472;p30"/>
          <p:cNvSpPr/>
          <p:nvPr/>
        </p:nvSpPr>
        <p:spPr>
          <a:xfrm>
            <a:off x="5240908" y="2980730"/>
            <a:ext cx="1543496" cy="404813"/>
          </a:xfrm>
          <a:prstGeom prst="rect">
            <a:avLst/>
          </a:prstGeom>
          <a:solidFill>
            <a:srgbClr val="F5F8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73" name="Google Shape;473;p30"/>
          <p:cNvSpPr/>
          <p:nvPr/>
        </p:nvSpPr>
        <p:spPr>
          <a:xfrm>
            <a:off x="5240908" y="3380780"/>
            <a:ext cx="1543496" cy="4763"/>
          </a:xfrm>
          <a:prstGeom prst="rect">
            <a:avLst/>
          </a:prstGeom>
          <a:solidFill>
            <a:srgbClr val="D3DFFB"/>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descr="preencoded.png" id="474" name="Google Shape;474;p30"/>
          <p:cNvPicPr preferRelativeResize="0"/>
          <p:nvPr/>
        </p:nvPicPr>
        <p:blipFill rotWithShape="1">
          <a:blip r:embed="rId4">
            <a:alphaModFix/>
          </a:blip>
          <a:srcRect b="0" l="0" r="0" t="0"/>
          <a:stretch/>
        </p:blipFill>
        <p:spPr>
          <a:xfrm>
            <a:off x="5941219" y="3097411"/>
            <a:ext cx="142875" cy="142875"/>
          </a:xfrm>
          <a:prstGeom prst="rect">
            <a:avLst/>
          </a:prstGeom>
          <a:noFill/>
          <a:ln>
            <a:noFill/>
          </a:ln>
        </p:spPr>
      </p:pic>
      <p:sp>
        <p:nvSpPr>
          <p:cNvPr id="475" name="Google Shape;475;p30"/>
          <p:cNvSpPr/>
          <p:nvPr/>
        </p:nvSpPr>
        <p:spPr>
          <a:xfrm>
            <a:off x="6784404" y="3380780"/>
            <a:ext cx="1592833" cy="4763"/>
          </a:xfrm>
          <a:prstGeom prst="rect">
            <a:avLst/>
          </a:prstGeom>
          <a:solidFill>
            <a:srgbClr val="E2E8F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descr="preencoded.png" id="476" name="Google Shape;476;p30"/>
          <p:cNvPicPr preferRelativeResize="0"/>
          <p:nvPr/>
        </p:nvPicPr>
        <p:blipFill rotWithShape="1">
          <a:blip r:embed="rId4">
            <a:alphaModFix/>
          </a:blip>
          <a:srcRect b="0" l="0" r="0" t="0"/>
          <a:stretch/>
        </p:blipFill>
        <p:spPr>
          <a:xfrm>
            <a:off x="7509384" y="3097411"/>
            <a:ext cx="142875" cy="142875"/>
          </a:xfrm>
          <a:prstGeom prst="rect">
            <a:avLst/>
          </a:prstGeom>
          <a:noFill/>
          <a:ln>
            <a:noFill/>
          </a:ln>
        </p:spPr>
      </p:pic>
      <p:sp>
        <p:nvSpPr>
          <p:cNvPr id="477" name="Google Shape;477;p30"/>
          <p:cNvSpPr/>
          <p:nvPr/>
        </p:nvSpPr>
        <p:spPr>
          <a:xfrm>
            <a:off x="900113" y="3499842"/>
            <a:ext cx="2833191" cy="178594"/>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334155"/>
              </a:buClr>
              <a:buSzPts val="1000"/>
              <a:buFont typeface="Plus Jakarta Sans"/>
              <a:buNone/>
            </a:pPr>
            <a:r>
              <a:rPr b="0" i="0" lang="en" sz="1000" u="none" cap="none" strike="noStrike">
                <a:solidFill>
                  <a:srgbClr val="334155"/>
                </a:solidFill>
                <a:latin typeface="Plus Jakarta Sans"/>
                <a:ea typeface="Plus Jakarta Sans"/>
                <a:cs typeface="Plus Jakarta Sans"/>
                <a:sym typeface="Plus Jakarta Sans"/>
              </a:rPr>
              <a:t>SLA garantizado</a:t>
            </a:r>
            <a:endParaRPr b="0" i="0" sz="1000" u="none" cap="none" strike="noStrike">
              <a:solidFill>
                <a:schemeClr val="dk1"/>
              </a:solidFill>
              <a:latin typeface="Calibri"/>
              <a:ea typeface="Calibri"/>
              <a:cs typeface="Calibri"/>
              <a:sym typeface="Calibri"/>
            </a:endParaRPr>
          </a:p>
        </p:txBody>
      </p:sp>
      <p:sp>
        <p:nvSpPr>
          <p:cNvPr id="478" name="Google Shape;478;p30"/>
          <p:cNvSpPr/>
          <p:nvPr/>
        </p:nvSpPr>
        <p:spPr>
          <a:xfrm>
            <a:off x="3887747" y="3499842"/>
            <a:ext cx="1241779" cy="178594"/>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1E293B"/>
              </a:buClr>
              <a:buSzPts val="1000"/>
              <a:buFont typeface="Plus Jakarta Sans"/>
              <a:buNone/>
            </a:pPr>
            <a:r>
              <a:rPr b="0" i="0" lang="en" sz="1000" u="none" cap="none" strike="noStrike">
                <a:solidFill>
                  <a:srgbClr val="1E293B"/>
                </a:solidFill>
                <a:latin typeface="Plus Jakarta Sans"/>
                <a:ea typeface="Plus Jakarta Sans"/>
                <a:cs typeface="Plus Jakarta Sans"/>
                <a:sym typeface="Plus Jakarta Sans"/>
              </a:rPr>
              <a:t>—</a:t>
            </a:r>
            <a:endParaRPr b="0" i="0" sz="1000" u="none" cap="none" strike="noStrike">
              <a:solidFill>
                <a:schemeClr val="dk1"/>
              </a:solidFill>
              <a:latin typeface="Calibri"/>
              <a:ea typeface="Calibri"/>
              <a:cs typeface="Calibri"/>
              <a:sym typeface="Calibri"/>
            </a:endParaRPr>
          </a:p>
        </p:txBody>
      </p:sp>
      <p:sp>
        <p:nvSpPr>
          <p:cNvPr id="479" name="Google Shape;479;p30"/>
          <p:cNvSpPr/>
          <p:nvPr/>
        </p:nvSpPr>
        <p:spPr>
          <a:xfrm>
            <a:off x="5240908" y="3385542"/>
            <a:ext cx="1543496" cy="388144"/>
          </a:xfrm>
          <a:prstGeom prst="rect">
            <a:avLst/>
          </a:prstGeom>
          <a:solidFill>
            <a:srgbClr val="F5F8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80" name="Google Shape;480;p30"/>
          <p:cNvSpPr/>
          <p:nvPr/>
        </p:nvSpPr>
        <p:spPr>
          <a:xfrm>
            <a:off x="5351105" y="3499842"/>
            <a:ext cx="1323102" cy="178594"/>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0F172A"/>
              </a:buClr>
              <a:buSzPts val="1000"/>
              <a:buFont typeface="Plus Jakarta Sans"/>
              <a:buNone/>
            </a:pPr>
            <a:r>
              <a:rPr b="1" i="0" lang="en" sz="1000" u="none" cap="none" strike="noStrike">
                <a:solidFill>
                  <a:srgbClr val="0F172A"/>
                </a:solidFill>
                <a:latin typeface="Plus Jakarta Sans"/>
                <a:ea typeface="Plus Jakarta Sans"/>
                <a:cs typeface="Plus Jakarta Sans"/>
                <a:sym typeface="Plus Jakarta Sans"/>
              </a:rPr>
              <a:t>99,5%</a:t>
            </a:r>
            <a:endParaRPr b="0" i="0" sz="1000" u="none" cap="none" strike="noStrike">
              <a:solidFill>
                <a:schemeClr val="dk1"/>
              </a:solidFill>
              <a:latin typeface="Calibri"/>
              <a:ea typeface="Calibri"/>
              <a:cs typeface="Calibri"/>
              <a:sym typeface="Calibri"/>
            </a:endParaRPr>
          </a:p>
        </p:txBody>
      </p:sp>
      <p:sp>
        <p:nvSpPr>
          <p:cNvPr id="481" name="Google Shape;481;p30"/>
          <p:cNvSpPr/>
          <p:nvPr/>
        </p:nvSpPr>
        <p:spPr>
          <a:xfrm>
            <a:off x="6893862" y="3499842"/>
            <a:ext cx="1373918" cy="178594"/>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1E293B"/>
              </a:buClr>
              <a:buSzPts val="1000"/>
              <a:buFont typeface="Plus Jakarta Sans"/>
              <a:buNone/>
            </a:pPr>
            <a:r>
              <a:rPr b="0" i="0" lang="en" sz="1000" u="none" cap="none" strike="noStrike">
                <a:solidFill>
                  <a:srgbClr val="1E293B"/>
                </a:solidFill>
                <a:latin typeface="Plus Jakarta Sans"/>
                <a:ea typeface="Plus Jakarta Sans"/>
                <a:cs typeface="Plus Jakarta Sans"/>
                <a:sym typeface="Plus Jakarta Sans"/>
              </a:rPr>
              <a:t>99,9%</a:t>
            </a:r>
            <a:endParaRPr b="0" i="0" sz="1000" u="none" cap="none" strike="noStrike">
              <a:solidFill>
                <a:schemeClr val="dk1"/>
              </a:solidFill>
              <a:latin typeface="Calibri"/>
              <a:ea typeface="Calibri"/>
              <a:cs typeface="Calibri"/>
              <a:sym typeface="Calibri"/>
            </a:endParaRPr>
          </a:p>
        </p:txBody>
      </p:sp>
      <p:pic>
        <p:nvPicPr>
          <p:cNvPr descr="preencoded.png" id="482" name="Google Shape;482;p30"/>
          <p:cNvPicPr preferRelativeResize="0"/>
          <p:nvPr/>
        </p:nvPicPr>
        <p:blipFill rotWithShape="1">
          <a:blip r:embed="rId5">
            <a:alphaModFix/>
          </a:blip>
          <a:srcRect b="0" l="0" r="0" t="0"/>
          <a:stretch/>
        </p:blipFill>
        <p:spPr>
          <a:xfrm>
            <a:off x="571500" y="4767263"/>
            <a:ext cx="664369" cy="128588"/>
          </a:xfrm>
          <a:prstGeom prst="rect">
            <a:avLst/>
          </a:prstGeom>
          <a:noFill/>
          <a:ln>
            <a:noFill/>
          </a:ln>
        </p:spPr>
      </p:pic>
      <p:sp>
        <p:nvSpPr>
          <p:cNvPr id="483" name="Google Shape;483;p30"/>
          <p:cNvSpPr/>
          <p:nvPr/>
        </p:nvSpPr>
        <p:spPr>
          <a:xfrm>
            <a:off x="8466200" y="4777978"/>
            <a:ext cx="144401" cy="1262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94A3B8"/>
              </a:buClr>
              <a:buSzPts val="700"/>
              <a:buFont typeface="Plus Jakarta Sans"/>
              <a:buNone/>
            </a:pPr>
            <a:r>
              <a:rPr b="1" i="0" lang="en" sz="700" u="none" cap="none" strike="noStrike">
                <a:solidFill>
                  <a:srgbClr val="94A3B8"/>
                </a:solidFill>
                <a:latin typeface="Plus Jakarta Sans"/>
                <a:ea typeface="Plus Jakarta Sans"/>
                <a:cs typeface="Plus Jakarta Sans"/>
                <a:sym typeface="Plus Jakarta Sans"/>
              </a:rPr>
              <a:t>14</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31"/>
          <p:cNvSpPr/>
          <p:nvPr/>
        </p:nvSpPr>
        <p:spPr>
          <a:xfrm>
            <a:off x="571500" y="457200"/>
            <a:ext cx="8241000" cy="201900"/>
          </a:xfrm>
          <a:prstGeom prst="rect">
            <a:avLst/>
          </a:prstGeom>
          <a:noFill/>
          <a:ln>
            <a:noFill/>
          </a:ln>
        </p:spPr>
        <p:txBody>
          <a:bodyPr anchorCtr="0" anchor="t" bIns="12700" lIns="12700" spcFirstLastPara="1" rIns="12700" wrap="square" tIns="12700">
            <a:noAutofit/>
          </a:bodyPr>
          <a:lstStyle/>
          <a:p>
            <a:pPr indent="0" lvl="0" marL="0" marR="0" rtl="0" algn="l">
              <a:lnSpc>
                <a:spcPct val="160000"/>
              </a:lnSpc>
              <a:spcBef>
                <a:spcPts val="0"/>
              </a:spcBef>
              <a:spcAft>
                <a:spcPts val="0"/>
              </a:spcAft>
              <a:buClr>
                <a:srgbClr val="437AEF"/>
              </a:buClr>
              <a:buSzPts val="900"/>
              <a:buFont typeface="Plus Jakarta Sans"/>
              <a:buNone/>
            </a:pPr>
            <a:r>
              <a:rPr b="1" lang="en" sz="1100">
                <a:solidFill>
                  <a:srgbClr val="437AEF"/>
                </a:solidFill>
                <a:latin typeface="Plus Jakarta Sans"/>
                <a:ea typeface="Plus Jakarta Sans"/>
                <a:cs typeface="Plus Jakarta Sans"/>
                <a:sym typeface="Plus Jakarta Sans"/>
              </a:rPr>
              <a:t>ANTETÍTULO</a:t>
            </a:r>
            <a:endParaRPr b="0" i="0" sz="1100" u="none" cap="none" strike="noStrike">
              <a:solidFill>
                <a:schemeClr val="dk1"/>
              </a:solidFill>
              <a:latin typeface="Calibri"/>
              <a:ea typeface="Calibri"/>
              <a:cs typeface="Calibri"/>
              <a:sym typeface="Calibri"/>
            </a:endParaRPr>
          </a:p>
        </p:txBody>
      </p:sp>
      <p:sp>
        <p:nvSpPr>
          <p:cNvPr id="490" name="Google Shape;490;p31"/>
          <p:cNvSpPr/>
          <p:nvPr/>
        </p:nvSpPr>
        <p:spPr>
          <a:xfrm>
            <a:off x="571500" y="725798"/>
            <a:ext cx="8241000" cy="378600"/>
          </a:xfrm>
          <a:prstGeom prst="rect">
            <a:avLst/>
          </a:prstGeom>
          <a:noFill/>
          <a:ln>
            <a:noFill/>
          </a:ln>
        </p:spPr>
        <p:txBody>
          <a:bodyPr anchorCtr="0" anchor="t" bIns="12700" lIns="12700" spcFirstLastPara="1" rIns="12700" wrap="square" tIns="12700">
            <a:noAutofit/>
          </a:bodyPr>
          <a:lstStyle/>
          <a:p>
            <a:pPr indent="0" lvl="0" marL="0" marR="0" rtl="0" algn="l">
              <a:lnSpc>
                <a:spcPct val="102000"/>
              </a:lnSpc>
              <a:spcBef>
                <a:spcPts val="0"/>
              </a:spcBef>
              <a:spcAft>
                <a:spcPts val="0"/>
              </a:spcAft>
              <a:buClr>
                <a:srgbClr val="020617"/>
              </a:buClr>
              <a:buSzPts val="2800"/>
              <a:buFont typeface="Plus Jakarta Sans"/>
              <a:buNone/>
            </a:pPr>
            <a:r>
              <a:rPr lang="en" sz="2800">
                <a:solidFill>
                  <a:srgbClr val="020617"/>
                </a:solidFill>
                <a:latin typeface="Plus Jakarta Sans ExtraBold"/>
                <a:ea typeface="Plus Jakarta Sans ExtraBold"/>
                <a:cs typeface="Plus Jakarta Sans ExtraBold"/>
                <a:sym typeface="Plus Jakarta Sans ExtraBold"/>
              </a:rPr>
              <a:t>Otro tipo de tabla</a:t>
            </a:r>
            <a:endParaRPr i="0" sz="2800" u="none" cap="none" strike="noStrike">
              <a:solidFill>
                <a:schemeClr val="dk1"/>
              </a:solidFill>
              <a:latin typeface="Plus Jakarta Sans ExtraBold"/>
              <a:ea typeface="Plus Jakarta Sans ExtraBold"/>
              <a:cs typeface="Plus Jakarta Sans ExtraBold"/>
              <a:sym typeface="Plus Jakarta Sans ExtraBold"/>
            </a:endParaRPr>
          </a:p>
        </p:txBody>
      </p:sp>
      <p:sp>
        <p:nvSpPr>
          <p:cNvPr id="491" name="Google Shape;491;p31"/>
          <p:cNvSpPr/>
          <p:nvPr/>
        </p:nvSpPr>
        <p:spPr>
          <a:xfrm>
            <a:off x="571500" y="1405925"/>
            <a:ext cx="5384400" cy="3030900"/>
          </a:xfrm>
          <a:prstGeom prst="roundRect">
            <a:avLst>
              <a:gd fmla="val 4465" name="adj"/>
            </a:avLst>
          </a:prstGeom>
          <a:solidFill>
            <a:srgbClr val="FFFFFF"/>
          </a:solidFill>
          <a:ln cap="flat" cmpd="sng" w="9525">
            <a:solidFill>
              <a:srgbClr val="D3DFFB"/>
            </a:solidFill>
            <a:prstDash val="solid"/>
            <a:round/>
            <a:headEnd len="sm" w="sm" type="none"/>
            <a:tailEnd len="sm" w="sm" type="none"/>
          </a:ln>
          <a:effectLst>
            <a:outerShdw blurRad="228600" rotWithShape="0" algn="bl" dir="5400000" dist="76200">
              <a:srgbClr val="0A1C43">
                <a:alpha val="7840"/>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92" name="Google Shape;492;p31"/>
          <p:cNvSpPr/>
          <p:nvPr/>
        </p:nvSpPr>
        <p:spPr>
          <a:xfrm>
            <a:off x="900113" y="1601192"/>
            <a:ext cx="2833200" cy="2049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94A3B8"/>
              </a:buClr>
              <a:buSzPts val="800"/>
              <a:buFont typeface="Plus Jakarta Sans"/>
              <a:buNone/>
            </a:pPr>
            <a:r>
              <a:rPr b="1" lang="en" sz="800">
                <a:solidFill>
                  <a:srgbClr val="94A3B8"/>
                </a:solidFill>
                <a:latin typeface="Plus Jakarta Sans"/>
                <a:ea typeface="Plus Jakarta Sans"/>
                <a:cs typeface="Plus Jakarta Sans"/>
                <a:sym typeface="Plus Jakarta Sans"/>
              </a:rPr>
              <a:t>MÉTRICA</a:t>
            </a:r>
            <a:endParaRPr b="0" i="0" sz="800" u="none" cap="none" strike="noStrike">
              <a:solidFill>
                <a:schemeClr val="dk1"/>
              </a:solidFill>
              <a:latin typeface="Calibri"/>
              <a:ea typeface="Calibri"/>
              <a:cs typeface="Calibri"/>
              <a:sym typeface="Calibri"/>
            </a:endParaRPr>
          </a:p>
        </p:txBody>
      </p:sp>
      <p:sp>
        <p:nvSpPr>
          <p:cNvPr id="493" name="Google Shape;493;p31"/>
          <p:cNvSpPr/>
          <p:nvPr/>
        </p:nvSpPr>
        <p:spPr>
          <a:xfrm>
            <a:off x="2771875" y="1601193"/>
            <a:ext cx="823800" cy="190500"/>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0F172A"/>
              </a:buClr>
              <a:buSzPts val="1100"/>
              <a:buFont typeface="Plus Jakarta Sans"/>
              <a:buNone/>
            </a:pPr>
            <a:r>
              <a:rPr b="1" lang="en" sz="900">
                <a:solidFill>
                  <a:srgbClr val="0F172A"/>
                </a:solidFill>
                <a:latin typeface="Plus Jakarta Sans"/>
                <a:ea typeface="Plus Jakarta Sans"/>
                <a:cs typeface="Plus Jakarta Sans"/>
                <a:sym typeface="Plus Jakarta Sans"/>
              </a:rPr>
              <a:t>MES 1</a:t>
            </a:r>
            <a:endParaRPr b="0" i="0" sz="900" u="none" cap="none" strike="noStrike">
              <a:solidFill>
                <a:schemeClr val="dk1"/>
              </a:solidFill>
              <a:latin typeface="Calibri"/>
              <a:ea typeface="Calibri"/>
              <a:cs typeface="Calibri"/>
              <a:sym typeface="Calibri"/>
            </a:endParaRPr>
          </a:p>
        </p:txBody>
      </p:sp>
      <p:sp>
        <p:nvSpPr>
          <p:cNvPr id="494" name="Google Shape;494;p31"/>
          <p:cNvSpPr/>
          <p:nvPr/>
        </p:nvSpPr>
        <p:spPr>
          <a:xfrm>
            <a:off x="4783323" y="1601193"/>
            <a:ext cx="877800" cy="190500"/>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437AEF"/>
              </a:buClr>
              <a:buSzPts val="1100"/>
              <a:buFont typeface="Plus Jakarta Sans"/>
              <a:buNone/>
            </a:pPr>
            <a:r>
              <a:rPr b="1" lang="en" sz="900">
                <a:solidFill>
                  <a:srgbClr val="020617"/>
                </a:solidFill>
                <a:latin typeface="Plus Jakarta Sans"/>
                <a:ea typeface="Plus Jakarta Sans"/>
                <a:cs typeface="Plus Jakarta Sans"/>
                <a:sym typeface="Plus Jakarta Sans"/>
              </a:rPr>
              <a:t>MES 3</a:t>
            </a:r>
            <a:endParaRPr b="0" i="0" sz="900" u="none" cap="none" strike="noStrike">
              <a:solidFill>
                <a:srgbClr val="020617"/>
              </a:solidFill>
              <a:latin typeface="Calibri"/>
              <a:ea typeface="Calibri"/>
              <a:cs typeface="Calibri"/>
              <a:sym typeface="Calibri"/>
            </a:endParaRPr>
          </a:p>
        </p:txBody>
      </p:sp>
      <p:sp>
        <p:nvSpPr>
          <p:cNvPr id="495" name="Google Shape;495;p31"/>
          <p:cNvSpPr/>
          <p:nvPr/>
        </p:nvSpPr>
        <p:spPr>
          <a:xfrm>
            <a:off x="766763" y="2282230"/>
            <a:ext cx="3009600" cy="4800"/>
          </a:xfrm>
          <a:prstGeom prst="rect">
            <a:avLst/>
          </a:prstGeom>
          <a:solidFill>
            <a:srgbClr val="E2E8F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96" name="Google Shape;496;p31"/>
          <p:cNvSpPr/>
          <p:nvPr/>
        </p:nvSpPr>
        <p:spPr>
          <a:xfrm>
            <a:off x="900113" y="2006005"/>
            <a:ext cx="2833200" cy="1809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334155"/>
              </a:buClr>
              <a:buSzPts val="1000"/>
              <a:buFont typeface="Plus Jakarta Sans"/>
              <a:buNone/>
            </a:pPr>
            <a:r>
              <a:rPr b="0" i="0" lang="en" sz="1000" u="none" cap="none" strike="noStrike">
                <a:solidFill>
                  <a:srgbClr val="334155"/>
                </a:solidFill>
                <a:latin typeface="Plus Jakarta Sans"/>
                <a:ea typeface="Plus Jakarta Sans"/>
                <a:cs typeface="Plus Jakarta Sans"/>
                <a:sym typeface="Plus Jakarta Sans"/>
              </a:rPr>
              <a:t>Conversaciones / mes</a:t>
            </a:r>
            <a:endParaRPr b="0" i="0" sz="1000" u="none" cap="none" strike="noStrike">
              <a:solidFill>
                <a:schemeClr val="dk1"/>
              </a:solidFill>
              <a:latin typeface="Calibri"/>
              <a:ea typeface="Calibri"/>
              <a:cs typeface="Calibri"/>
              <a:sym typeface="Calibri"/>
            </a:endParaRPr>
          </a:p>
        </p:txBody>
      </p:sp>
      <p:sp>
        <p:nvSpPr>
          <p:cNvPr id="497" name="Google Shape;497;p31"/>
          <p:cNvSpPr/>
          <p:nvPr/>
        </p:nvSpPr>
        <p:spPr>
          <a:xfrm>
            <a:off x="2697972" y="2282230"/>
            <a:ext cx="972000" cy="4800"/>
          </a:xfrm>
          <a:prstGeom prst="rect">
            <a:avLst/>
          </a:prstGeom>
          <a:solidFill>
            <a:srgbClr val="E2E8F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98" name="Google Shape;498;p31"/>
          <p:cNvSpPr/>
          <p:nvPr/>
        </p:nvSpPr>
        <p:spPr>
          <a:xfrm>
            <a:off x="2771875" y="2006005"/>
            <a:ext cx="823800" cy="180900"/>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1E293B"/>
              </a:buClr>
              <a:buSzPts val="1000"/>
              <a:buFont typeface="Plus Jakarta Sans"/>
              <a:buNone/>
            </a:pPr>
            <a:r>
              <a:rPr b="0" i="0" lang="en" sz="900" u="none" cap="none" strike="noStrike">
                <a:solidFill>
                  <a:srgbClr val="1E293B"/>
                </a:solidFill>
                <a:latin typeface="Plus Jakarta Sans"/>
                <a:ea typeface="Plus Jakarta Sans"/>
                <a:cs typeface="Plus Jakarta Sans"/>
                <a:sym typeface="Plus Jakarta Sans"/>
              </a:rPr>
              <a:t>2.000</a:t>
            </a:r>
            <a:endParaRPr b="0" i="0" sz="900" u="none" cap="none" strike="noStrike">
              <a:solidFill>
                <a:schemeClr val="dk1"/>
              </a:solidFill>
              <a:latin typeface="Calibri"/>
              <a:ea typeface="Calibri"/>
              <a:cs typeface="Calibri"/>
              <a:sym typeface="Calibri"/>
            </a:endParaRPr>
          </a:p>
        </p:txBody>
      </p:sp>
      <p:sp>
        <p:nvSpPr>
          <p:cNvPr id="499" name="Google Shape;499;p31"/>
          <p:cNvSpPr/>
          <p:nvPr/>
        </p:nvSpPr>
        <p:spPr>
          <a:xfrm>
            <a:off x="3669717" y="2282230"/>
            <a:ext cx="1024200" cy="4800"/>
          </a:xfrm>
          <a:prstGeom prst="rect">
            <a:avLst/>
          </a:prstGeom>
          <a:solidFill>
            <a:srgbClr val="D3DFFB"/>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00" name="Google Shape;500;p31"/>
          <p:cNvSpPr/>
          <p:nvPr/>
        </p:nvSpPr>
        <p:spPr>
          <a:xfrm>
            <a:off x="3742834" y="2006005"/>
            <a:ext cx="877800" cy="180900"/>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0F172A"/>
              </a:buClr>
              <a:buSzPts val="1000"/>
              <a:buFont typeface="Plus Jakarta Sans"/>
              <a:buNone/>
            </a:pPr>
            <a:r>
              <a:rPr i="0" lang="en" sz="900" u="none" cap="none" strike="noStrike">
                <a:solidFill>
                  <a:srgbClr val="0F172A"/>
                </a:solidFill>
                <a:latin typeface="Plus Jakarta Sans"/>
                <a:ea typeface="Plus Jakarta Sans"/>
                <a:cs typeface="Plus Jakarta Sans"/>
                <a:sym typeface="Plus Jakarta Sans"/>
              </a:rPr>
              <a:t>10.000</a:t>
            </a:r>
            <a:endParaRPr i="0" sz="900" u="none" cap="none" strike="noStrike">
              <a:solidFill>
                <a:schemeClr val="dk1"/>
              </a:solidFill>
              <a:latin typeface="Calibri"/>
              <a:ea typeface="Calibri"/>
              <a:cs typeface="Calibri"/>
              <a:sym typeface="Calibri"/>
            </a:endParaRPr>
          </a:p>
        </p:txBody>
      </p:sp>
      <p:sp>
        <p:nvSpPr>
          <p:cNvPr id="501" name="Google Shape;501;p31"/>
          <p:cNvSpPr/>
          <p:nvPr/>
        </p:nvSpPr>
        <p:spPr>
          <a:xfrm>
            <a:off x="4693848" y="2282230"/>
            <a:ext cx="1056600" cy="4800"/>
          </a:xfrm>
          <a:prstGeom prst="rect">
            <a:avLst/>
          </a:prstGeom>
          <a:solidFill>
            <a:srgbClr val="E2E8F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02" name="Google Shape;502;p31"/>
          <p:cNvSpPr/>
          <p:nvPr/>
        </p:nvSpPr>
        <p:spPr>
          <a:xfrm>
            <a:off x="4766474" y="2006005"/>
            <a:ext cx="911700" cy="180900"/>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1E293B"/>
              </a:buClr>
              <a:buSzPts val="1000"/>
              <a:buFont typeface="Plus Jakarta Sans"/>
              <a:buNone/>
            </a:pPr>
            <a:r>
              <a:rPr lang="en" sz="900">
                <a:solidFill>
                  <a:srgbClr val="1E293B"/>
                </a:solidFill>
                <a:latin typeface="Plus Jakarta Sans"/>
                <a:ea typeface="Plus Jakarta Sans"/>
                <a:cs typeface="Plus Jakarta Sans"/>
                <a:sym typeface="Plus Jakarta Sans"/>
              </a:rPr>
              <a:t>18.000</a:t>
            </a:r>
            <a:endParaRPr b="0" i="0" sz="900" u="none" cap="none" strike="noStrike">
              <a:solidFill>
                <a:schemeClr val="dk1"/>
              </a:solidFill>
              <a:latin typeface="Calibri"/>
              <a:ea typeface="Calibri"/>
              <a:cs typeface="Calibri"/>
              <a:sym typeface="Calibri"/>
            </a:endParaRPr>
          </a:p>
        </p:txBody>
      </p:sp>
      <p:sp>
        <p:nvSpPr>
          <p:cNvPr id="503" name="Google Shape;503;p31"/>
          <p:cNvSpPr/>
          <p:nvPr/>
        </p:nvSpPr>
        <p:spPr>
          <a:xfrm>
            <a:off x="766763" y="2672755"/>
            <a:ext cx="3009600" cy="4800"/>
          </a:xfrm>
          <a:prstGeom prst="rect">
            <a:avLst/>
          </a:prstGeom>
          <a:solidFill>
            <a:srgbClr val="E2E8F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04" name="Google Shape;504;p31"/>
          <p:cNvSpPr/>
          <p:nvPr/>
        </p:nvSpPr>
        <p:spPr>
          <a:xfrm>
            <a:off x="900113" y="2401292"/>
            <a:ext cx="2833200" cy="1761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334155"/>
              </a:buClr>
              <a:buSzPts val="1000"/>
              <a:buFont typeface="Plus Jakarta Sans"/>
              <a:buNone/>
            </a:pPr>
            <a:r>
              <a:rPr b="0" i="0" lang="en" sz="1000" u="none" cap="none" strike="noStrike">
                <a:solidFill>
                  <a:srgbClr val="334155"/>
                </a:solidFill>
                <a:latin typeface="Plus Jakarta Sans"/>
                <a:ea typeface="Plus Jakarta Sans"/>
                <a:cs typeface="Plus Jakarta Sans"/>
                <a:sym typeface="Plus Jakarta Sans"/>
              </a:rPr>
              <a:t>Canales</a:t>
            </a:r>
            <a:endParaRPr b="0" i="0" sz="1000" u="none" cap="none" strike="noStrike">
              <a:solidFill>
                <a:schemeClr val="dk1"/>
              </a:solidFill>
              <a:latin typeface="Calibri"/>
              <a:ea typeface="Calibri"/>
              <a:cs typeface="Calibri"/>
              <a:sym typeface="Calibri"/>
            </a:endParaRPr>
          </a:p>
        </p:txBody>
      </p:sp>
      <p:sp>
        <p:nvSpPr>
          <p:cNvPr id="505" name="Google Shape;505;p31"/>
          <p:cNvSpPr/>
          <p:nvPr/>
        </p:nvSpPr>
        <p:spPr>
          <a:xfrm>
            <a:off x="2697972" y="2672755"/>
            <a:ext cx="972000" cy="4800"/>
          </a:xfrm>
          <a:prstGeom prst="rect">
            <a:avLst/>
          </a:prstGeom>
          <a:solidFill>
            <a:srgbClr val="E2E8F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06" name="Google Shape;506;p31"/>
          <p:cNvSpPr/>
          <p:nvPr/>
        </p:nvSpPr>
        <p:spPr>
          <a:xfrm>
            <a:off x="3669717" y="2672755"/>
            <a:ext cx="1024200" cy="4800"/>
          </a:xfrm>
          <a:prstGeom prst="rect">
            <a:avLst/>
          </a:prstGeom>
          <a:solidFill>
            <a:srgbClr val="D3DFFB"/>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07" name="Google Shape;507;p31"/>
          <p:cNvSpPr/>
          <p:nvPr/>
        </p:nvSpPr>
        <p:spPr>
          <a:xfrm>
            <a:off x="4693848" y="2672755"/>
            <a:ext cx="1056600" cy="4800"/>
          </a:xfrm>
          <a:prstGeom prst="rect">
            <a:avLst/>
          </a:prstGeom>
          <a:solidFill>
            <a:srgbClr val="E2E8F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08" name="Google Shape;508;p31"/>
          <p:cNvSpPr/>
          <p:nvPr/>
        </p:nvSpPr>
        <p:spPr>
          <a:xfrm>
            <a:off x="766763" y="3077567"/>
            <a:ext cx="3009600" cy="4800"/>
          </a:xfrm>
          <a:prstGeom prst="rect">
            <a:avLst/>
          </a:prstGeom>
          <a:solidFill>
            <a:srgbClr val="E2E8F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09" name="Google Shape;509;p31"/>
          <p:cNvSpPr/>
          <p:nvPr/>
        </p:nvSpPr>
        <p:spPr>
          <a:xfrm>
            <a:off x="900113" y="2791817"/>
            <a:ext cx="2833200" cy="1905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334155"/>
              </a:buClr>
              <a:buSzPts val="1000"/>
              <a:buFont typeface="Plus Jakarta Sans"/>
              <a:buNone/>
            </a:pPr>
            <a:r>
              <a:rPr b="0" i="0" lang="en" sz="1000" u="none" cap="none" strike="noStrike">
                <a:solidFill>
                  <a:srgbClr val="334155"/>
                </a:solidFill>
                <a:latin typeface="Plus Jakarta Sans"/>
                <a:ea typeface="Plus Jakarta Sans"/>
                <a:cs typeface="Plus Jakarta Sans"/>
                <a:sym typeface="Plus Jakarta Sans"/>
              </a:rPr>
              <a:t>Vambe Meet</a:t>
            </a:r>
            <a:endParaRPr b="0" i="0" sz="1000" u="none" cap="none" strike="noStrike">
              <a:solidFill>
                <a:schemeClr val="dk1"/>
              </a:solidFill>
              <a:latin typeface="Calibri"/>
              <a:ea typeface="Calibri"/>
              <a:cs typeface="Calibri"/>
              <a:sym typeface="Calibri"/>
            </a:endParaRPr>
          </a:p>
        </p:txBody>
      </p:sp>
      <p:sp>
        <p:nvSpPr>
          <p:cNvPr id="510" name="Google Shape;510;p31"/>
          <p:cNvSpPr/>
          <p:nvPr/>
        </p:nvSpPr>
        <p:spPr>
          <a:xfrm>
            <a:off x="2697972" y="3077568"/>
            <a:ext cx="972000" cy="4800"/>
          </a:xfrm>
          <a:prstGeom prst="rect">
            <a:avLst/>
          </a:prstGeom>
          <a:solidFill>
            <a:srgbClr val="E2E8F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11" name="Google Shape;511;p31"/>
          <p:cNvSpPr/>
          <p:nvPr/>
        </p:nvSpPr>
        <p:spPr>
          <a:xfrm>
            <a:off x="3669717" y="3077568"/>
            <a:ext cx="1024200" cy="4800"/>
          </a:xfrm>
          <a:prstGeom prst="rect">
            <a:avLst/>
          </a:prstGeom>
          <a:solidFill>
            <a:srgbClr val="D3DFFB"/>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12" name="Google Shape;512;p31"/>
          <p:cNvSpPr/>
          <p:nvPr/>
        </p:nvSpPr>
        <p:spPr>
          <a:xfrm>
            <a:off x="4693848" y="3077568"/>
            <a:ext cx="1056600" cy="4800"/>
          </a:xfrm>
          <a:prstGeom prst="rect">
            <a:avLst/>
          </a:prstGeom>
          <a:solidFill>
            <a:srgbClr val="E2E8F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13" name="Google Shape;513;p31"/>
          <p:cNvSpPr/>
          <p:nvPr/>
        </p:nvSpPr>
        <p:spPr>
          <a:xfrm>
            <a:off x="766763" y="3482380"/>
            <a:ext cx="3009600" cy="4800"/>
          </a:xfrm>
          <a:prstGeom prst="rect">
            <a:avLst/>
          </a:prstGeom>
          <a:solidFill>
            <a:srgbClr val="E2E8F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14" name="Google Shape;514;p31"/>
          <p:cNvSpPr/>
          <p:nvPr/>
        </p:nvSpPr>
        <p:spPr>
          <a:xfrm>
            <a:off x="900113" y="3196630"/>
            <a:ext cx="2833200" cy="1905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334155"/>
              </a:buClr>
              <a:buSzPts val="1000"/>
              <a:buFont typeface="Plus Jakarta Sans"/>
              <a:buNone/>
            </a:pPr>
            <a:r>
              <a:rPr b="0" i="0" lang="en" sz="1000" u="none" cap="none" strike="noStrike">
                <a:solidFill>
                  <a:srgbClr val="334155"/>
                </a:solidFill>
                <a:latin typeface="Plus Jakarta Sans"/>
                <a:ea typeface="Plus Jakarta Sans"/>
                <a:cs typeface="Plus Jakarta Sans"/>
                <a:sym typeface="Plus Jakarta Sans"/>
              </a:rPr>
              <a:t>Soporte dedicado</a:t>
            </a:r>
            <a:endParaRPr b="0" i="0" sz="1000" u="none" cap="none" strike="noStrike">
              <a:solidFill>
                <a:schemeClr val="dk1"/>
              </a:solidFill>
              <a:latin typeface="Calibri"/>
              <a:ea typeface="Calibri"/>
              <a:cs typeface="Calibri"/>
              <a:sym typeface="Calibri"/>
            </a:endParaRPr>
          </a:p>
        </p:txBody>
      </p:sp>
      <p:sp>
        <p:nvSpPr>
          <p:cNvPr id="515" name="Google Shape;515;p31"/>
          <p:cNvSpPr/>
          <p:nvPr/>
        </p:nvSpPr>
        <p:spPr>
          <a:xfrm>
            <a:off x="2697972" y="3482380"/>
            <a:ext cx="972000" cy="4800"/>
          </a:xfrm>
          <a:prstGeom prst="rect">
            <a:avLst/>
          </a:prstGeom>
          <a:solidFill>
            <a:srgbClr val="E2E8F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16" name="Google Shape;516;p31"/>
          <p:cNvSpPr/>
          <p:nvPr/>
        </p:nvSpPr>
        <p:spPr>
          <a:xfrm>
            <a:off x="3669717" y="3482380"/>
            <a:ext cx="1024200" cy="4800"/>
          </a:xfrm>
          <a:prstGeom prst="rect">
            <a:avLst/>
          </a:prstGeom>
          <a:solidFill>
            <a:srgbClr val="D3DFFB"/>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17" name="Google Shape;517;p31"/>
          <p:cNvSpPr/>
          <p:nvPr/>
        </p:nvSpPr>
        <p:spPr>
          <a:xfrm>
            <a:off x="4693848" y="3482380"/>
            <a:ext cx="1056600" cy="4800"/>
          </a:xfrm>
          <a:prstGeom prst="rect">
            <a:avLst/>
          </a:prstGeom>
          <a:solidFill>
            <a:srgbClr val="E2E8F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18" name="Google Shape;518;p31"/>
          <p:cNvSpPr/>
          <p:nvPr/>
        </p:nvSpPr>
        <p:spPr>
          <a:xfrm>
            <a:off x="900113" y="3601442"/>
            <a:ext cx="2833200" cy="1785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334155"/>
              </a:buClr>
              <a:buSzPts val="1000"/>
              <a:buFont typeface="Plus Jakarta Sans"/>
              <a:buNone/>
            </a:pPr>
            <a:r>
              <a:rPr b="1" lang="en" sz="1000">
                <a:solidFill>
                  <a:srgbClr val="334155"/>
                </a:solidFill>
                <a:latin typeface="Plus Jakarta Sans"/>
                <a:ea typeface="Plus Jakarta Sans"/>
                <a:cs typeface="Plus Jakarta Sans"/>
                <a:sym typeface="Plus Jakarta Sans"/>
              </a:rPr>
              <a:t>Resultado total</a:t>
            </a:r>
            <a:endParaRPr b="1" i="0" sz="1000" u="none" cap="none" strike="noStrike">
              <a:solidFill>
                <a:schemeClr val="dk1"/>
              </a:solidFill>
              <a:latin typeface="Calibri"/>
              <a:ea typeface="Calibri"/>
              <a:cs typeface="Calibri"/>
              <a:sym typeface="Calibri"/>
            </a:endParaRPr>
          </a:p>
        </p:txBody>
      </p:sp>
      <p:sp>
        <p:nvSpPr>
          <p:cNvPr id="519" name="Google Shape;519;p31"/>
          <p:cNvSpPr/>
          <p:nvPr/>
        </p:nvSpPr>
        <p:spPr>
          <a:xfrm>
            <a:off x="2771875" y="3169643"/>
            <a:ext cx="823800" cy="178500"/>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1E293B"/>
              </a:buClr>
              <a:buSzPts val="1000"/>
              <a:buFont typeface="Plus Jakarta Sans"/>
              <a:buNone/>
            </a:pPr>
            <a:r>
              <a:rPr b="0" i="0" lang="en" sz="1000" u="none" cap="none" strike="noStrike">
                <a:solidFill>
                  <a:srgbClr val="1E293B"/>
                </a:solidFill>
                <a:latin typeface="Plus Jakarta Sans"/>
                <a:ea typeface="Plus Jakarta Sans"/>
                <a:cs typeface="Plus Jakarta Sans"/>
                <a:sym typeface="Plus Jakarta Sans"/>
              </a:rPr>
              <a:t>—</a:t>
            </a:r>
            <a:endParaRPr b="0" i="0" sz="1000" u="none" cap="none" strike="noStrike">
              <a:solidFill>
                <a:schemeClr val="dk1"/>
              </a:solidFill>
              <a:latin typeface="Calibri"/>
              <a:ea typeface="Calibri"/>
              <a:cs typeface="Calibri"/>
              <a:sym typeface="Calibri"/>
            </a:endParaRPr>
          </a:p>
        </p:txBody>
      </p:sp>
      <p:sp>
        <p:nvSpPr>
          <p:cNvPr id="520" name="Google Shape;520;p31"/>
          <p:cNvSpPr/>
          <p:nvPr/>
        </p:nvSpPr>
        <p:spPr>
          <a:xfrm>
            <a:off x="3742834" y="3182343"/>
            <a:ext cx="877800" cy="178500"/>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0F172A"/>
              </a:buClr>
              <a:buSzPts val="1000"/>
              <a:buFont typeface="Plus Jakarta Sans"/>
              <a:buNone/>
            </a:pPr>
            <a:r>
              <a:rPr b="1" i="0" lang="en" sz="900" u="none" cap="none" strike="noStrike">
                <a:solidFill>
                  <a:srgbClr val="437AEF"/>
                </a:solidFill>
                <a:latin typeface="Plus Jakarta Sans"/>
                <a:ea typeface="Plus Jakarta Sans"/>
                <a:cs typeface="Plus Jakarta Sans"/>
                <a:sym typeface="Plus Jakarta Sans"/>
              </a:rPr>
              <a:t>99,5%</a:t>
            </a:r>
            <a:endParaRPr b="1" i="0" sz="900" u="none" cap="none" strike="noStrike">
              <a:solidFill>
                <a:srgbClr val="437AEF"/>
              </a:solidFill>
              <a:latin typeface="Calibri"/>
              <a:ea typeface="Calibri"/>
              <a:cs typeface="Calibri"/>
              <a:sym typeface="Calibri"/>
            </a:endParaRPr>
          </a:p>
        </p:txBody>
      </p:sp>
      <p:sp>
        <p:nvSpPr>
          <p:cNvPr id="521" name="Google Shape;521;p31"/>
          <p:cNvSpPr/>
          <p:nvPr/>
        </p:nvSpPr>
        <p:spPr>
          <a:xfrm>
            <a:off x="4766474" y="3182343"/>
            <a:ext cx="911700" cy="178500"/>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1E293B"/>
              </a:buClr>
              <a:buSzPts val="1000"/>
              <a:buFont typeface="Plus Jakarta Sans"/>
              <a:buNone/>
            </a:pPr>
            <a:r>
              <a:rPr b="1" i="0" lang="en" sz="900" u="none" cap="none" strike="noStrike">
                <a:solidFill>
                  <a:srgbClr val="437AEF"/>
                </a:solidFill>
                <a:latin typeface="Plus Jakarta Sans"/>
                <a:ea typeface="Plus Jakarta Sans"/>
                <a:cs typeface="Plus Jakarta Sans"/>
                <a:sym typeface="Plus Jakarta Sans"/>
              </a:rPr>
              <a:t>99,9%</a:t>
            </a:r>
            <a:endParaRPr b="1" i="0" sz="900" u="none" cap="none" strike="noStrike">
              <a:solidFill>
                <a:srgbClr val="437AEF"/>
              </a:solidFill>
              <a:latin typeface="Calibri"/>
              <a:ea typeface="Calibri"/>
              <a:cs typeface="Calibri"/>
              <a:sym typeface="Calibri"/>
            </a:endParaRPr>
          </a:p>
        </p:txBody>
      </p:sp>
      <p:pic>
        <p:nvPicPr>
          <p:cNvPr descr="preencoded.png" id="522" name="Google Shape;522;p31"/>
          <p:cNvPicPr preferRelativeResize="0"/>
          <p:nvPr/>
        </p:nvPicPr>
        <p:blipFill rotWithShape="1">
          <a:blip r:embed="rId3">
            <a:alphaModFix/>
          </a:blip>
          <a:srcRect b="0" l="0" r="0" t="0"/>
          <a:stretch/>
        </p:blipFill>
        <p:spPr>
          <a:xfrm>
            <a:off x="571500" y="4767263"/>
            <a:ext cx="664369" cy="128588"/>
          </a:xfrm>
          <a:prstGeom prst="rect">
            <a:avLst/>
          </a:prstGeom>
          <a:noFill/>
          <a:ln>
            <a:noFill/>
          </a:ln>
        </p:spPr>
      </p:pic>
      <p:sp>
        <p:nvSpPr>
          <p:cNvPr id="523" name="Google Shape;523;p31"/>
          <p:cNvSpPr/>
          <p:nvPr/>
        </p:nvSpPr>
        <p:spPr>
          <a:xfrm>
            <a:off x="8466200" y="4777978"/>
            <a:ext cx="144300" cy="1263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94A3B8"/>
              </a:buClr>
              <a:buSzPts val="700"/>
              <a:buFont typeface="Plus Jakarta Sans"/>
              <a:buNone/>
            </a:pPr>
            <a:r>
              <a:rPr b="1" i="0" lang="en" sz="700" u="none" cap="none" strike="noStrike">
                <a:solidFill>
                  <a:srgbClr val="94A3B8"/>
                </a:solidFill>
                <a:latin typeface="Plus Jakarta Sans"/>
                <a:ea typeface="Plus Jakarta Sans"/>
                <a:cs typeface="Plus Jakarta Sans"/>
                <a:sym typeface="Plus Jakarta Sans"/>
              </a:rPr>
              <a:t>14</a:t>
            </a:r>
            <a:endParaRPr b="0" i="0" sz="700" u="none" cap="none" strike="noStrike">
              <a:solidFill>
                <a:schemeClr val="dk1"/>
              </a:solidFill>
              <a:latin typeface="Calibri"/>
              <a:ea typeface="Calibri"/>
              <a:cs typeface="Calibri"/>
              <a:sym typeface="Calibri"/>
            </a:endParaRPr>
          </a:p>
        </p:txBody>
      </p:sp>
      <p:sp>
        <p:nvSpPr>
          <p:cNvPr id="524" name="Google Shape;524;p31"/>
          <p:cNvSpPr/>
          <p:nvPr/>
        </p:nvSpPr>
        <p:spPr>
          <a:xfrm>
            <a:off x="3733715" y="1601193"/>
            <a:ext cx="911700" cy="190500"/>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0F172A"/>
              </a:buClr>
              <a:buSzPts val="1100"/>
              <a:buFont typeface="Plus Jakarta Sans"/>
              <a:buNone/>
            </a:pPr>
            <a:r>
              <a:rPr b="1" lang="en" sz="900">
                <a:solidFill>
                  <a:srgbClr val="0F172A"/>
                </a:solidFill>
                <a:latin typeface="Plus Jakarta Sans"/>
                <a:ea typeface="Plus Jakarta Sans"/>
                <a:cs typeface="Plus Jakarta Sans"/>
                <a:sym typeface="Plus Jakarta Sans"/>
              </a:rPr>
              <a:t>MES 2</a:t>
            </a:r>
            <a:endParaRPr b="0" i="0" sz="900" u="none" cap="none" strike="noStrike">
              <a:solidFill>
                <a:schemeClr val="dk1"/>
              </a:solidFill>
              <a:latin typeface="Calibri"/>
              <a:ea typeface="Calibri"/>
              <a:cs typeface="Calibri"/>
              <a:sym typeface="Calibri"/>
            </a:endParaRPr>
          </a:p>
        </p:txBody>
      </p:sp>
      <p:cxnSp>
        <p:nvCxnSpPr>
          <p:cNvPr id="525" name="Google Shape;525;p31"/>
          <p:cNvCxnSpPr/>
          <p:nvPr/>
        </p:nvCxnSpPr>
        <p:spPr>
          <a:xfrm flipH="1" rot="10800000">
            <a:off x="720391" y="1883826"/>
            <a:ext cx="5037600" cy="4200"/>
          </a:xfrm>
          <a:prstGeom prst="straightConnector1">
            <a:avLst/>
          </a:prstGeom>
          <a:noFill/>
          <a:ln cap="flat" cmpd="sng" w="9525">
            <a:solidFill>
              <a:srgbClr val="CBD5E1"/>
            </a:solidFill>
            <a:prstDash val="solid"/>
            <a:round/>
            <a:headEnd len="med" w="med" type="none"/>
            <a:tailEnd len="med" w="med" type="none"/>
          </a:ln>
        </p:spPr>
      </p:cxnSp>
      <p:cxnSp>
        <p:nvCxnSpPr>
          <p:cNvPr id="526" name="Google Shape;526;p31"/>
          <p:cNvCxnSpPr>
            <a:endCxn id="517" idx="3"/>
          </p:cNvCxnSpPr>
          <p:nvPr/>
        </p:nvCxnSpPr>
        <p:spPr>
          <a:xfrm flipH="1" rot="10800000">
            <a:off x="766848" y="3484780"/>
            <a:ext cx="4983600" cy="11700"/>
          </a:xfrm>
          <a:prstGeom prst="straightConnector1">
            <a:avLst/>
          </a:prstGeom>
          <a:noFill/>
          <a:ln cap="flat" cmpd="sng" w="9525">
            <a:solidFill>
              <a:srgbClr val="437AEF"/>
            </a:solidFill>
            <a:prstDash val="solid"/>
            <a:round/>
            <a:headEnd len="med" w="med" type="none"/>
            <a:tailEnd len="med" w="med" type="none"/>
          </a:ln>
        </p:spPr>
      </p:cxnSp>
      <p:sp>
        <p:nvSpPr>
          <p:cNvPr id="527" name="Google Shape;527;p31"/>
          <p:cNvSpPr/>
          <p:nvPr/>
        </p:nvSpPr>
        <p:spPr>
          <a:xfrm>
            <a:off x="3724334" y="3587406"/>
            <a:ext cx="877800" cy="178500"/>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0F172A"/>
              </a:buClr>
              <a:buSzPts val="1000"/>
              <a:buFont typeface="Plus Jakarta Sans"/>
              <a:buNone/>
            </a:pPr>
            <a:r>
              <a:rPr b="1" lang="en">
                <a:solidFill>
                  <a:srgbClr val="0F172A"/>
                </a:solidFill>
                <a:latin typeface="Plus Jakarta Sans"/>
                <a:ea typeface="Plus Jakarta Sans"/>
                <a:cs typeface="Plus Jakarta Sans"/>
                <a:sym typeface="Plus Jakarta Sans"/>
              </a:rPr>
              <a:t>168X</a:t>
            </a:r>
            <a:endParaRPr b="1" i="0" u="none" cap="none" strike="noStrike">
              <a:solidFill>
                <a:schemeClr val="dk1"/>
              </a:solidFill>
              <a:latin typeface="Calibri"/>
              <a:ea typeface="Calibri"/>
              <a:cs typeface="Calibri"/>
              <a:sym typeface="Calibri"/>
            </a:endParaRPr>
          </a:p>
        </p:txBody>
      </p:sp>
      <p:sp>
        <p:nvSpPr>
          <p:cNvPr id="528" name="Google Shape;528;p31"/>
          <p:cNvSpPr/>
          <p:nvPr/>
        </p:nvSpPr>
        <p:spPr>
          <a:xfrm>
            <a:off x="4747974" y="3587406"/>
            <a:ext cx="911700" cy="178500"/>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1E293B"/>
              </a:buClr>
              <a:buSzPts val="1000"/>
              <a:buFont typeface="Plus Jakarta Sans"/>
              <a:buNone/>
            </a:pPr>
            <a:r>
              <a:rPr b="1" lang="en">
                <a:solidFill>
                  <a:srgbClr val="437AEF"/>
                </a:solidFill>
                <a:latin typeface="Plus Jakarta Sans"/>
                <a:ea typeface="Plus Jakarta Sans"/>
                <a:cs typeface="Plus Jakarta Sans"/>
                <a:sym typeface="Plus Jakarta Sans"/>
              </a:rPr>
              <a:t>38X</a:t>
            </a:r>
            <a:endParaRPr b="1" i="0" u="none" cap="none" strike="noStrike">
              <a:solidFill>
                <a:srgbClr val="437AEF"/>
              </a:solidFill>
              <a:latin typeface="Calibri"/>
              <a:ea typeface="Calibri"/>
              <a:cs typeface="Calibri"/>
              <a:sym typeface="Calibri"/>
            </a:endParaRPr>
          </a:p>
        </p:txBody>
      </p:sp>
      <p:sp>
        <p:nvSpPr>
          <p:cNvPr id="529" name="Google Shape;529;p31"/>
          <p:cNvSpPr/>
          <p:nvPr/>
        </p:nvSpPr>
        <p:spPr>
          <a:xfrm>
            <a:off x="2771875" y="2787118"/>
            <a:ext cx="823800" cy="180900"/>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1E293B"/>
              </a:buClr>
              <a:buSzPts val="1000"/>
              <a:buFont typeface="Plus Jakarta Sans"/>
              <a:buNone/>
            </a:pPr>
            <a:r>
              <a:rPr b="0" i="0" lang="en" sz="900" u="none" cap="none" strike="noStrike">
                <a:solidFill>
                  <a:srgbClr val="1E293B"/>
                </a:solidFill>
                <a:latin typeface="Plus Jakarta Sans"/>
                <a:ea typeface="Plus Jakarta Sans"/>
                <a:cs typeface="Plus Jakarta Sans"/>
                <a:sym typeface="Plus Jakarta Sans"/>
              </a:rPr>
              <a:t>2.000</a:t>
            </a:r>
            <a:endParaRPr b="0" i="0" sz="900" u="none" cap="none" strike="noStrike">
              <a:solidFill>
                <a:schemeClr val="dk1"/>
              </a:solidFill>
              <a:latin typeface="Calibri"/>
              <a:ea typeface="Calibri"/>
              <a:cs typeface="Calibri"/>
              <a:sym typeface="Calibri"/>
            </a:endParaRPr>
          </a:p>
        </p:txBody>
      </p:sp>
      <p:sp>
        <p:nvSpPr>
          <p:cNvPr id="530" name="Google Shape;530;p31"/>
          <p:cNvSpPr/>
          <p:nvPr/>
        </p:nvSpPr>
        <p:spPr>
          <a:xfrm>
            <a:off x="3742834" y="2787118"/>
            <a:ext cx="877800" cy="180900"/>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0F172A"/>
              </a:buClr>
              <a:buSzPts val="1000"/>
              <a:buFont typeface="Plus Jakarta Sans"/>
              <a:buNone/>
            </a:pPr>
            <a:r>
              <a:rPr i="0" lang="en" sz="900" u="none" cap="none" strike="noStrike">
                <a:solidFill>
                  <a:srgbClr val="0F172A"/>
                </a:solidFill>
                <a:latin typeface="Plus Jakarta Sans"/>
                <a:ea typeface="Plus Jakarta Sans"/>
                <a:cs typeface="Plus Jakarta Sans"/>
                <a:sym typeface="Plus Jakarta Sans"/>
              </a:rPr>
              <a:t>10.000</a:t>
            </a:r>
            <a:endParaRPr i="0" sz="900" u="none" cap="none" strike="noStrike">
              <a:solidFill>
                <a:schemeClr val="dk1"/>
              </a:solidFill>
              <a:latin typeface="Calibri"/>
              <a:ea typeface="Calibri"/>
              <a:cs typeface="Calibri"/>
              <a:sym typeface="Calibri"/>
            </a:endParaRPr>
          </a:p>
        </p:txBody>
      </p:sp>
      <p:sp>
        <p:nvSpPr>
          <p:cNvPr id="531" name="Google Shape;531;p31"/>
          <p:cNvSpPr/>
          <p:nvPr/>
        </p:nvSpPr>
        <p:spPr>
          <a:xfrm>
            <a:off x="4766474" y="2787118"/>
            <a:ext cx="911700" cy="180900"/>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1E293B"/>
              </a:buClr>
              <a:buSzPts val="1000"/>
              <a:buFont typeface="Plus Jakarta Sans"/>
              <a:buNone/>
            </a:pPr>
            <a:r>
              <a:rPr lang="en" sz="900">
                <a:solidFill>
                  <a:srgbClr val="1E293B"/>
                </a:solidFill>
                <a:latin typeface="Plus Jakarta Sans"/>
                <a:ea typeface="Plus Jakarta Sans"/>
                <a:cs typeface="Plus Jakarta Sans"/>
                <a:sym typeface="Plus Jakarta Sans"/>
              </a:rPr>
              <a:t>18.000</a:t>
            </a:r>
            <a:endParaRPr b="0" i="0" sz="900" u="none" cap="none" strike="noStrike">
              <a:solidFill>
                <a:schemeClr val="dk1"/>
              </a:solidFill>
              <a:latin typeface="Calibri"/>
              <a:ea typeface="Calibri"/>
              <a:cs typeface="Calibri"/>
              <a:sym typeface="Calibri"/>
            </a:endParaRPr>
          </a:p>
        </p:txBody>
      </p:sp>
      <p:sp>
        <p:nvSpPr>
          <p:cNvPr id="532" name="Google Shape;532;p31"/>
          <p:cNvSpPr/>
          <p:nvPr/>
        </p:nvSpPr>
        <p:spPr>
          <a:xfrm>
            <a:off x="2767950" y="2389430"/>
            <a:ext cx="823800" cy="180900"/>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1E293B"/>
              </a:buClr>
              <a:buSzPts val="1000"/>
              <a:buFont typeface="Plus Jakarta Sans"/>
              <a:buNone/>
            </a:pPr>
            <a:r>
              <a:rPr lang="en" sz="900">
                <a:solidFill>
                  <a:srgbClr val="1E293B"/>
                </a:solidFill>
                <a:latin typeface="Plus Jakarta Sans"/>
                <a:ea typeface="Plus Jakarta Sans"/>
                <a:cs typeface="Plus Jakarta Sans"/>
                <a:sym typeface="Plus Jakarta Sans"/>
              </a:rPr>
              <a:t>USD 5.000</a:t>
            </a:r>
            <a:endParaRPr b="0" i="0" sz="900" u="none" cap="none" strike="noStrike">
              <a:solidFill>
                <a:schemeClr val="dk1"/>
              </a:solidFill>
              <a:latin typeface="Calibri"/>
              <a:ea typeface="Calibri"/>
              <a:cs typeface="Calibri"/>
              <a:sym typeface="Calibri"/>
            </a:endParaRPr>
          </a:p>
        </p:txBody>
      </p:sp>
      <p:sp>
        <p:nvSpPr>
          <p:cNvPr id="533" name="Google Shape;533;p31"/>
          <p:cNvSpPr/>
          <p:nvPr/>
        </p:nvSpPr>
        <p:spPr>
          <a:xfrm>
            <a:off x="3738909" y="2389430"/>
            <a:ext cx="877800" cy="180900"/>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0F172A"/>
              </a:buClr>
              <a:buSzPts val="1000"/>
              <a:buFont typeface="Plus Jakarta Sans"/>
              <a:buNone/>
            </a:pPr>
            <a:r>
              <a:rPr lang="en" sz="900">
                <a:solidFill>
                  <a:srgbClr val="0F172A"/>
                </a:solidFill>
                <a:latin typeface="Plus Jakarta Sans"/>
                <a:ea typeface="Plus Jakarta Sans"/>
                <a:cs typeface="Plus Jakarta Sans"/>
                <a:sym typeface="Plus Jakarta Sans"/>
              </a:rPr>
              <a:t>USD 8.000</a:t>
            </a:r>
            <a:endParaRPr i="0" sz="900" u="none" cap="none" strike="noStrike">
              <a:solidFill>
                <a:schemeClr val="dk1"/>
              </a:solidFill>
              <a:latin typeface="Calibri"/>
              <a:ea typeface="Calibri"/>
              <a:cs typeface="Calibri"/>
              <a:sym typeface="Calibri"/>
            </a:endParaRPr>
          </a:p>
        </p:txBody>
      </p:sp>
      <p:sp>
        <p:nvSpPr>
          <p:cNvPr id="534" name="Google Shape;534;p31"/>
          <p:cNvSpPr/>
          <p:nvPr/>
        </p:nvSpPr>
        <p:spPr>
          <a:xfrm>
            <a:off x="4762549" y="2389430"/>
            <a:ext cx="911700" cy="180900"/>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1E293B"/>
              </a:buClr>
              <a:buSzPts val="1000"/>
              <a:buFont typeface="Plus Jakarta Sans"/>
              <a:buNone/>
            </a:pPr>
            <a:r>
              <a:rPr lang="en" sz="900">
                <a:solidFill>
                  <a:srgbClr val="1E293B"/>
                </a:solidFill>
                <a:latin typeface="Plus Jakarta Sans"/>
                <a:ea typeface="Plus Jakarta Sans"/>
                <a:cs typeface="Plus Jakarta Sans"/>
                <a:sym typeface="Plus Jakarta Sans"/>
              </a:rPr>
              <a:t>USD 7.000</a:t>
            </a:r>
            <a:endParaRPr b="0" i="0" sz="900" u="none" cap="none" strike="noStrike">
              <a:solidFill>
                <a:schemeClr val="dk1"/>
              </a:solidFill>
              <a:latin typeface="Calibri"/>
              <a:ea typeface="Calibri"/>
              <a:cs typeface="Calibri"/>
              <a:sym typeface="Calibri"/>
            </a:endParaRPr>
          </a:p>
        </p:txBody>
      </p:sp>
      <p:sp>
        <p:nvSpPr>
          <p:cNvPr id="535" name="Google Shape;535;p31"/>
          <p:cNvSpPr/>
          <p:nvPr/>
        </p:nvSpPr>
        <p:spPr>
          <a:xfrm>
            <a:off x="766850" y="3937931"/>
            <a:ext cx="4911300" cy="309300"/>
          </a:xfrm>
          <a:prstGeom prst="roundRect">
            <a:avLst>
              <a:gd fmla="val 31280" name="adj"/>
            </a:avLst>
          </a:prstGeom>
          <a:solidFill>
            <a:srgbClr val="F0F4FF"/>
          </a:solidFill>
          <a:ln cap="flat" cmpd="sng" w="9525">
            <a:solidFill>
              <a:srgbClr val="D7E4FC"/>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36" name="Google Shape;536;p31"/>
          <p:cNvSpPr/>
          <p:nvPr/>
        </p:nvSpPr>
        <p:spPr>
          <a:xfrm>
            <a:off x="915151" y="3996831"/>
            <a:ext cx="4379700" cy="178500"/>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334155"/>
              </a:buClr>
              <a:buSzPts val="1000"/>
              <a:buFont typeface="Plus Jakarta Sans"/>
              <a:buNone/>
            </a:pPr>
            <a:r>
              <a:rPr b="1" lang="en" sz="800">
                <a:solidFill>
                  <a:srgbClr val="334155"/>
                </a:solidFill>
                <a:latin typeface="Plus Jakarta Sans"/>
                <a:ea typeface="Plus Jakarta Sans"/>
                <a:cs typeface="Plus Jakarta Sans"/>
                <a:sym typeface="Plus Jakarta Sans"/>
              </a:rPr>
              <a:t>Insight</a:t>
            </a:r>
            <a:r>
              <a:rPr b="1" lang="en" sz="800">
                <a:solidFill>
                  <a:srgbClr val="334155"/>
                </a:solidFill>
                <a:latin typeface="Plus Jakarta Sans"/>
                <a:ea typeface="Plus Jakarta Sans"/>
                <a:cs typeface="Plus Jakarta Sans"/>
                <a:sym typeface="Plus Jakarta Sans"/>
              </a:rPr>
              <a:t> clave de la tabla. </a:t>
            </a:r>
            <a:r>
              <a:rPr lang="en" sz="800">
                <a:solidFill>
                  <a:srgbClr val="334155"/>
                </a:solidFill>
                <a:latin typeface="Plus Jakarta Sans"/>
                <a:ea typeface="Plus Jakarta Sans"/>
                <a:cs typeface="Plus Jakarta Sans"/>
                <a:sym typeface="Plus Jakarta Sans"/>
              </a:rPr>
              <a:t>O algún comentario adicional para complementar.</a:t>
            </a:r>
            <a:endParaRPr i="0" sz="800" u="none" cap="none" strike="noStrike">
              <a:solidFill>
                <a:schemeClr val="dk1"/>
              </a:solidFill>
              <a:latin typeface="Plus Jakarta Sans"/>
              <a:ea typeface="Plus Jakarta Sans"/>
              <a:cs typeface="Plus Jakarta Sans"/>
              <a:sym typeface="Plus Jakarta Sans"/>
            </a:endParaRPr>
          </a:p>
        </p:txBody>
      </p:sp>
      <p:sp>
        <p:nvSpPr>
          <p:cNvPr id="537" name="Google Shape;537;p31"/>
          <p:cNvSpPr/>
          <p:nvPr/>
        </p:nvSpPr>
        <p:spPr>
          <a:xfrm>
            <a:off x="6095926" y="1389769"/>
            <a:ext cx="2542500" cy="1204500"/>
          </a:xfrm>
          <a:prstGeom prst="roundRect">
            <a:avLst>
              <a:gd fmla="val 13787" name="adj"/>
            </a:avLst>
          </a:prstGeom>
          <a:solidFill>
            <a:srgbClr val="FFFFFF"/>
          </a:solidFill>
          <a:ln>
            <a:noFill/>
          </a:ln>
          <a:effectLst>
            <a:outerShdw blurRad="457200" rotWithShape="0" algn="bl" dir="5400000" dist="171450">
              <a:srgbClr val="0A1C43">
                <a:alpha val="10200"/>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38" name="Google Shape;538;p31"/>
          <p:cNvSpPr/>
          <p:nvPr/>
        </p:nvSpPr>
        <p:spPr>
          <a:xfrm>
            <a:off x="6303757" y="1946882"/>
            <a:ext cx="3201000" cy="1977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020617"/>
              </a:buClr>
              <a:buSzPts val="1100"/>
              <a:buFont typeface="Plus Jakarta Sans"/>
              <a:buNone/>
            </a:pPr>
            <a:r>
              <a:rPr b="1" lang="en" sz="900">
                <a:solidFill>
                  <a:srgbClr val="020617"/>
                </a:solidFill>
                <a:latin typeface="Plus Jakarta Sans"/>
                <a:ea typeface="Plus Jakarta Sans"/>
                <a:cs typeface="Plus Jakarta Sans"/>
                <a:sym typeface="Plus Jakarta Sans"/>
              </a:rPr>
              <a:t>Bajada de la cifra a destacar</a:t>
            </a:r>
            <a:endParaRPr b="0" i="0" sz="900" u="none" cap="none" strike="noStrike">
              <a:solidFill>
                <a:schemeClr val="dk1"/>
              </a:solidFill>
              <a:latin typeface="Calibri"/>
              <a:ea typeface="Calibri"/>
              <a:cs typeface="Calibri"/>
              <a:sym typeface="Calibri"/>
            </a:endParaRPr>
          </a:p>
        </p:txBody>
      </p:sp>
      <p:sp>
        <p:nvSpPr>
          <p:cNvPr id="539" name="Google Shape;539;p31"/>
          <p:cNvSpPr/>
          <p:nvPr/>
        </p:nvSpPr>
        <p:spPr>
          <a:xfrm>
            <a:off x="6303750" y="2125231"/>
            <a:ext cx="2195400" cy="350400"/>
          </a:xfrm>
          <a:prstGeom prst="rect">
            <a:avLst/>
          </a:prstGeom>
          <a:noFill/>
          <a:ln>
            <a:noFill/>
          </a:ln>
        </p:spPr>
        <p:txBody>
          <a:bodyPr anchorCtr="0" anchor="t" bIns="12700" lIns="12700" spcFirstLastPara="1" rIns="12700" wrap="square" tIns="12700">
            <a:noAutofit/>
          </a:bodyPr>
          <a:lstStyle/>
          <a:p>
            <a:pPr indent="0" lvl="0" marL="0" marR="0" rtl="0" algn="l">
              <a:lnSpc>
                <a:spcPct val="115000"/>
              </a:lnSpc>
              <a:spcBef>
                <a:spcPts val="0"/>
              </a:spcBef>
              <a:spcAft>
                <a:spcPts val="0"/>
              </a:spcAft>
              <a:buClr>
                <a:srgbClr val="475569"/>
              </a:buClr>
              <a:buSzPts val="900"/>
              <a:buFont typeface="Plus Jakarta Sans"/>
              <a:buNone/>
            </a:pPr>
            <a:r>
              <a:rPr lang="en" sz="900">
                <a:solidFill>
                  <a:srgbClr val="475569"/>
                </a:solidFill>
                <a:latin typeface="Plus Jakarta Sans"/>
                <a:ea typeface="Plus Jakarta Sans"/>
                <a:cs typeface="Plus Jakarta Sans"/>
                <a:sym typeface="Plus Jakarta Sans"/>
              </a:rPr>
              <a:t>Lorem ipsum dolor sit amet, conselad adipiscing elit, sed do eiusmod.</a:t>
            </a:r>
            <a:endParaRPr b="0" i="0" sz="900" u="none" cap="none" strike="noStrike">
              <a:solidFill>
                <a:schemeClr val="dk1"/>
              </a:solidFill>
              <a:latin typeface="Calibri"/>
              <a:ea typeface="Calibri"/>
              <a:cs typeface="Calibri"/>
              <a:sym typeface="Calibri"/>
            </a:endParaRPr>
          </a:p>
        </p:txBody>
      </p:sp>
      <p:sp>
        <p:nvSpPr>
          <p:cNvPr id="540" name="Google Shape;540;p31"/>
          <p:cNvSpPr/>
          <p:nvPr/>
        </p:nvSpPr>
        <p:spPr>
          <a:xfrm>
            <a:off x="6284429" y="1501933"/>
            <a:ext cx="955500" cy="378600"/>
          </a:xfrm>
          <a:prstGeom prst="rect">
            <a:avLst/>
          </a:prstGeom>
          <a:noFill/>
          <a:ln>
            <a:noFill/>
          </a:ln>
        </p:spPr>
        <p:txBody>
          <a:bodyPr anchorCtr="0" anchor="t" bIns="12700" lIns="12700" spcFirstLastPara="1" rIns="12700" wrap="square" tIns="12700">
            <a:noAutofit/>
          </a:bodyPr>
          <a:lstStyle/>
          <a:p>
            <a:pPr indent="0" lvl="0" marL="0" marR="0" rtl="0" algn="l">
              <a:lnSpc>
                <a:spcPct val="102000"/>
              </a:lnSpc>
              <a:spcBef>
                <a:spcPts val="0"/>
              </a:spcBef>
              <a:spcAft>
                <a:spcPts val="0"/>
              </a:spcAft>
              <a:buClr>
                <a:srgbClr val="020617"/>
              </a:buClr>
              <a:buSzPts val="2800"/>
              <a:buFont typeface="Plus Jakarta Sans"/>
              <a:buNone/>
            </a:pPr>
            <a:r>
              <a:rPr lang="en" sz="2800">
                <a:solidFill>
                  <a:srgbClr val="437AEF"/>
                </a:solidFill>
                <a:latin typeface="Plus Jakarta Sans ExtraBold"/>
                <a:ea typeface="Plus Jakarta Sans ExtraBold"/>
                <a:cs typeface="Plus Jakarta Sans ExtraBold"/>
                <a:sym typeface="Plus Jakarta Sans ExtraBold"/>
              </a:rPr>
              <a:t>60%</a:t>
            </a:r>
            <a:endParaRPr i="1" sz="2800" u="none" cap="none" strike="noStrike">
              <a:solidFill>
                <a:srgbClr val="437AEF"/>
              </a:solidFill>
              <a:latin typeface="Plus Jakarta Sans ExtraBold"/>
              <a:ea typeface="Plus Jakarta Sans ExtraBold"/>
              <a:cs typeface="Plus Jakarta Sans ExtraBold"/>
              <a:sym typeface="Plus Jakarta Sans ExtraBold"/>
            </a:endParaRPr>
          </a:p>
        </p:txBody>
      </p:sp>
      <p:sp>
        <p:nvSpPr>
          <p:cNvPr id="541" name="Google Shape;541;p31"/>
          <p:cNvSpPr/>
          <p:nvPr/>
        </p:nvSpPr>
        <p:spPr>
          <a:xfrm>
            <a:off x="6095926" y="2777794"/>
            <a:ext cx="2542500" cy="1204500"/>
          </a:xfrm>
          <a:prstGeom prst="roundRect">
            <a:avLst>
              <a:gd fmla="val 13787" name="adj"/>
            </a:avLst>
          </a:prstGeom>
          <a:solidFill>
            <a:srgbClr val="FFFFFF"/>
          </a:solidFill>
          <a:ln>
            <a:noFill/>
          </a:ln>
          <a:effectLst>
            <a:outerShdw blurRad="457200" rotWithShape="0" algn="bl" dir="5400000" dist="171450">
              <a:srgbClr val="0A1C43">
                <a:alpha val="10200"/>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42" name="Google Shape;542;p31"/>
          <p:cNvSpPr/>
          <p:nvPr/>
        </p:nvSpPr>
        <p:spPr>
          <a:xfrm>
            <a:off x="6303757" y="3334907"/>
            <a:ext cx="3201000" cy="1977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020617"/>
              </a:buClr>
              <a:buSzPts val="1100"/>
              <a:buFont typeface="Plus Jakarta Sans"/>
              <a:buNone/>
            </a:pPr>
            <a:r>
              <a:rPr b="1" lang="en" sz="900">
                <a:solidFill>
                  <a:srgbClr val="020617"/>
                </a:solidFill>
                <a:latin typeface="Plus Jakarta Sans"/>
                <a:ea typeface="Plus Jakarta Sans"/>
                <a:cs typeface="Plus Jakarta Sans"/>
                <a:sym typeface="Plus Jakarta Sans"/>
              </a:rPr>
              <a:t>Bajada de la cifra a destacar</a:t>
            </a:r>
            <a:endParaRPr b="0" i="0" sz="900" u="none" cap="none" strike="noStrike">
              <a:solidFill>
                <a:schemeClr val="dk1"/>
              </a:solidFill>
              <a:latin typeface="Calibri"/>
              <a:ea typeface="Calibri"/>
              <a:cs typeface="Calibri"/>
              <a:sym typeface="Calibri"/>
            </a:endParaRPr>
          </a:p>
        </p:txBody>
      </p:sp>
      <p:sp>
        <p:nvSpPr>
          <p:cNvPr id="543" name="Google Shape;543;p31"/>
          <p:cNvSpPr/>
          <p:nvPr/>
        </p:nvSpPr>
        <p:spPr>
          <a:xfrm>
            <a:off x="6303750" y="3513256"/>
            <a:ext cx="2195400" cy="350400"/>
          </a:xfrm>
          <a:prstGeom prst="rect">
            <a:avLst/>
          </a:prstGeom>
          <a:noFill/>
          <a:ln>
            <a:noFill/>
          </a:ln>
        </p:spPr>
        <p:txBody>
          <a:bodyPr anchorCtr="0" anchor="t" bIns="12700" lIns="12700" spcFirstLastPara="1" rIns="12700" wrap="square" tIns="12700">
            <a:noAutofit/>
          </a:bodyPr>
          <a:lstStyle/>
          <a:p>
            <a:pPr indent="0" lvl="0" marL="0" marR="0" rtl="0" algn="l">
              <a:lnSpc>
                <a:spcPct val="115000"/>
              </a:lnSpc>
              <a:spcBef>
                <a:spcPts val="0"/>
              </a:spcBef>
              <a:spcAft>
                <a:spcPts val="0"/>
              </a:spcAft>
              <a:buClr>
                <a:srgbClr val="475569"/>
              </a:buClr>
              <a:buSzPts val="900"/>
              <a:buFont typeface="Plus Jakarta Sans"/>
              <a:buNone/>
            </a:pPr>
            <a:r>
              <a:rPr lang="en" sz="900">
                <a:solidFill>
                  <a:srgbClr val="475569"/>
                </a:solidFill>
                <a:latin typeface="Plus Jakarta Sans"/>
                <a:ea typeface="Plus Jakarta Sans"/>
                <a:cs typeface="Plus Jakarta Sans"/>
                <a:sym typeface="Plus Jakarta Sans"/>
              </a:rPr>
              <a:t>Lorem ipsum dolor sit amet, conselad adipiscing elit, sed do eiusmod.</a:t>
            </a:r>
            <a:endParaRPr b="0" i="0" sz="900" u="none" cap="none" strike="noStrike">
              <a:solidFill>
                <a:schemeClr val="dk1"/>
              </a:solidFill>
              <a:latin typeface="Calibri"/>
              <a:ea typeface="Calibri"/>
              <a:cs typeface="Calibri"/>
              <a:sym typeface="Calibri"/>
            </a:endParaRPr>
          </a:p>
        </p:txBody>
      </p:sp>
      <p:sp>
        <p:nvSpPr>
          <p:cNvPr id="544" name="Google Shape;544;p31"/>
          <p:cNvSpPr/>
          <p:nvPr/>
        </p:nvSpPr>
        <p:spPr>
          <a:xfrm>
            <a:off x="6284429" y="2889958"/>
            <a:ext cx="955500" cy="378600"/>
          </a:xfrm>
          <a:prstGeom prst="rect">
            <a:avLst/>
          </a:prstGeom>
          <a:noFill/>
          <a:ln>
            <a:noFill/>
          </a:ln>
        </p:spPr>
        <p:txBody>
          <a:bodyPr anchorCtr="0" anchor="t" bIns="12700" lIns="12700" spcFirstLastPara="1" rIns="12700" wrap="square" tIns="12700">
            <a:noAutofit/>
          </a:bodyPr>
          <a:lstStyle/>
          <a:p>
            <a:pPr indent="0" lvl="0" marL="0" marR="0" rtl="0" algn="l">
              <a:lnSpc>
                <a:spcPct val="102000"/>
              </a:lnSpc>
              <a:spcBef>
                <a:spcPts val="0"/>
              </a:spcBef>
              <a:spcAft>
                <a:spcPts val="0"/>
              </a:spcAft>
              <a:buClr>
                <a:srgbClr val="020617"/>
              </a:buClr>
              <a:buSzPts val="2800"/>
              <a:buFont typeface="Plus Jakarta Sans"/>
              <a:buNone/>
            </a:pPr>
            <a:r>
              <a:rPr lang="en" sz="2800">
                <a:solidFill>
                  <a:srgbClr val="437AEF"/>
                </a:solidFill>
                <a:latin typeface="Plus Jakarta Sans ExtraBold"/>
                <a:ea typeface="Plus Jakarta Sans ExtraBold"/>
                <a:cs typeface="Plus Jakarta Sans ExtraBold"/>
                <a:sym typeface="Plus Jakarta Sans ExtraBold"/>
              </a:rPr>
              <a:t>60%</a:t>
            </a:r>
            <a:endParaRPr i="1" sz="2800" u="none" cap="none" strike="noStrike">
              <a:solidFill>
                <a:srgbClr val="437AEF"/>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32"/>
          <p:cNvSpPr/>
          <p:nvPr/>
        </p:nvSpPr>
        <p:spPr>
          <a:xfrm>
            <a:off x="571500" y="457200"/>
            <a:ext cx="8241030" cy="201922"/>
          </a:xfrm>
          <a:prstGeom prst="rect">
            <a:avLst/>
          </a:prstGeom>
          <a:noFill/>
          <a:ln>
            <a:noFill/>
          </a:ln>
        </p:spPr>
        <p:txBody>
          <a:bodyPr anchorCtr="0" anchor="t" bIns="12700" lIns="12700" spcFirstLastPara="1" rIns="12700" wrap="square" tIns="12700">
            <a:noAutofit/>
          </a:bodyPr>
          <a:lstStyle/>
          <a:p>
            <a:pPr indent="0" lvl="0" marL="0" marR="0" rtl="0" algn="l">
              <a:lnSpc>
                <a:spcPct val="160000"/>
              </a:lnSpc>
              <a:spcBef>
                <a:spcPts val="0"/>
              </a:spcBef>
              <a:spcAft>
                <a:spcPts val="0"/>
              </a:spcAft>
              <a:buClr>
                <a:srgbClr val="437AEF"/>
              </a:buClr>
              <a:buSzPts val="900"/>
              <a:buFont typeface="Plus Jakarta Sans"/>
              <a:buNone/>
            </a:pPr>
            <a:r>
              <a:rPr b="1" i="0" lang="en" sz="1100" u="none" cap="none" strike="noStrike">
                <a:solidFill>
                  <a:srgbClr val="437AEF"/>
                </a:solidFill>
                <a:latin typeface="Plus Jakarta Sans"/>
                <a:ea typeface="Plus Jakarta Sans"/>
                <a:cs typeface="Plus Jakarta Sans"/>
                <a:sym typeface="Plus Jakarta Sans"/>
              </a:rPr>
              <a:t>METODOLOGÍA</a:t>
            </a:r>
            <a:endParaRPr b="0" i="0" sz="1100" u="none" cap="none" strike="noStrike">
              <a:solidFill>
                <a:schemeClr val="dk1"/>
              </a:solidFill>
              <a:latin typeface="Calibri"/>
              <a:ea typeface="Calibri"/>
              <a:cs typeface="Calibri"/>
              <a:sym typeface="Calibri"/>
            </a:endParaRPr>
          </a:p>
        </p:txBody>
      </p:sp>
      <p:sp>
        <p:nvSpPr>
          <p:cNvPr id="551" name="Google Shape;551;p32"/>
          <p:cNvSpPr/>
          <p:nvPr/>
        </p:nvSpPr>
        <p:spPr>
          <a:xfrm>
            <a:off x="571500" y="725798"/>
            <a:ext cx="8241030" cy="378507"/>
          </a:xfrm>
          <a:prstGeom prst="rect">
            <a:avLst/>
          </a:prstGeom>
          <a:noFill/>
          <a:ln>
            <a:noFill/>
          </a:ln>
        </p:spPr>
        <p:txBody>
          <a:bodyPr anchorCtr="0" anchor="t" bIns="12700" lIns="12700" spcFirstLastPara="1" rIns="12700" wrap="square" tIns="12700">
            <a:noAutofit/>
          </a:bodyPr>
          <a:lstStyle/>
          <a:p>
            <a:pPr indent="0" lvl="0" marL="0" marR="0" rtl="0" algn="l">
              <a:lnSpc>
                <a:spcPct val="102000"/>
              </a:lnSpc>
              <a:spcBef>
                <a:spcPts val="0"/>
              </a:spcBef>
              <a:spcAft>
                <a:spcPts val="0"/>
              </a:spcAft>
              <a:buClr>
                <a:srgbClr val="020617"/>
              </a:buClr>
              <a:buSzPts val="2800"/>
              <a:buFont typeface="Plus Jakarta Sans"/>
              <a:buNone/>
            </a:pPr>
            <a:r>
              <a:rPr i="0" lang="en" sz="2800" u="none" cap="none" strike="noStrike">
                <a:solidFill>
                  <a:srgbClr val="020617"/>
                </a:solidFill>
                <a:latin typeface="Plus Jakarta Sans ExtraBold"/>
                <a:ea typeface="Plus Jakarta Sans ExtraBold"/>
                <a:cs typeface="Plus Jakarta Sans ExtraBold"/>
                <a:sym typeface="Plus Jakarta Sans ExtraBold"/>
              </a:rPr>
              <a:t>Un agente, tres tipos de </a:t>
            </a:r>
            <a:r>
              <a:rPr i="1" lang="en" sz="2800" u="none" cap="none" strike="noStrike">
                <a:solidFill>
                  <a:srgbClr val="437AEF"/>
                </a:solidFill>
                <a:latin typeface="Plus Jakarta Sans ExtraBold"/>
                <a:ea typeface="Plus Jakarta Sans ExtraBold"/>
                <a:cs typeface="Plus Jakarta Sans ExtraBold"/>
                <a:sym typeface="Plus Jakarta Sans ExtraBold"/>
              </a:rPr>
              <a:t>bloques</a:t>
            </a:r>
            <a:endParaRPr i="0" sz="2800" u="none" cap="none" strike="noStrike">
              <a:solidFill>
                <a:schemeClr val="dk1"/>
              </a:solidFill>
              <a:latin typeface="Plus Jakarta Sans ExtraBold"/>
              <a:ea typeface="Plus Jakarta Sans ExtraBold"/>
              <a:cs typeface="Plus Jakarta Sans ExtraBold"/>
              <a:sym typeface="Plus Jakarta Sans ExtraBold"/>
            </a:endParaRPr>
          </a:p>
        </p:txBody>
      </p:sp>
      <p:sp>
        <p:nvSpPr>
          <p:cNvPr id="552" name="Google Shape;552;p32"/>
          <p:cNvSpPr/>
          <p:nvPr/>
        </p:nvSpPr>
        <p:spPr>
          <a:xfrm>
            <a:off x="571500" y="2075706"/>
            <a:ext cx="2552700" cy="1753493"/>
          </a:xfrm>
          <a:prstGeom prst="roundRect">
            <a:avLst>
              <a:gd fmla="val 7605" name="adj"/>
            </a:avLst>
          </a:prstGeom>
          <a:solidFill>
            <a:srgbClr val="FFFFFF"/>
          </a:solidFill>
          <a:ln>
            <a:noFill/>
          </a:ln>
          <a:effectLst>
            <a:outerShdw blurRad="457200" rotWithShape="0" algn="bl" dir="5400000" dist="171450">
              <a:srgbClr val="0A1C43">
                <a:alpha val="10196"/>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53" name="Google Shape;553;p32"/>
          <p:cNvSpPr/>
          <p:nvPr/>
        </p:nvSpPr>
        <p:spPr>
          <a:xfrm>
            <a:off x="781050" y="2285256"/>
            <a:ext cx="400050" cy="400050"/>
          </a:xfrm>
          <a:prstGeom prst="roundRect">
            <a:avLst>
              <a:gd fmla="val 30952" name="adj"/>
            </a:avLst>
          </a:prstGeom>
          <a:solidFill>
            <a:srgbClr val="E8EEF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54" name="Google Shape;554;p32"/>
          <p:cNvSpPr/>
          <p:nvPr/>
        </p:nvSpPr>
        <p:spPr>
          <a:xfrm>
            <a:off x="781050" y="2828181"/>
            <a:ext cx="2197608" cy="164306"/>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27AEE"/>
              </a:buClr>
              <a:buSzPts val="900"/>
              <a:buFont typeface="Plus Jakarta Sans"/>
              <a:buNone/>
            </a:pPr>
            <a:r>
              <a:rPr b="1" i="0" lang="en" sz="1000" u="none" cap="none" strike="noStrike">
                <a:solidFill>
                  <a:srgbClr val="427AEE"/>
                </a:solidFill>
                <a:latin typeface="Plus Jakarta Sans"/>
                <a:ea typeface="Plus Jakarta Sans"/>
                <a:cs typeface="Plus Jakarta Sans"/>
                <a:sym typeface="Plus Jakarta Sans"/>
              </a:rPr>
              <a:t>BLOQUES DE</a:t>
            </a:r>
            <a:endParaRPr b="0" i="0" sz="1000" u="none" cap="none" strike="noStrike">
              <a:solidFill>
                <a:schemeClr val="dk1"/>
              </a:solidFill>
              <a:latin typeface="Calibri"/>
              <a:ea typeface="Calibri"/>
              <a:cs typeface="Calibri"/>
              <a:sym typeface="Calibri"/>
            </a:endParaRPr>
          </a:p>
        </p:txBody>
      </p:sp>
      <p:sp>
        <p:nvSpPr>
          <p:cNvPr id="555" name="Google Shape;555;p32"/>
          <p:cNvSpPr/>
          <p:nvPr/>
        </p:nvSpPr>
        <p:spPr>
          <a:xfrm>
            <a:off x="781050" y="2992487"/>
            <a:ext cx="2197608" cy="259556"/>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020617"/>
              </a:buClr>
              <a:buSzPts val="1500"/>
              <a:buFont typeface="Plus Jakarta Sans"/>
              <a:buNone/>
            </a:pPr>
            <a:r>
              <a:rPr b="1" i="0" lang="en" sz="1500" u="none" cap="none" strike="noStrike">
                <a:solidFill>
                  <a:srgbClr val="020617"/>
                </a:solidFill>
                <a:latin typeface="Plus Jakarta Sans"/>
                <a:ea typeface="Plus Jakarta Sans"/>
                <a:cs typeface="Plus Jakarta Sans"/>
                <a:sym typeface="Plus Jakarta Sans"/>
              </a:rPr>
              <a:t>Identidad</a:t>
            </a:r>
            <a:endParaRPr b="0" i="0" sz="1500" u="none" cap="none" strike="noStrike">
              <a:solidFill>
                <a:schemeClr val="dk1"/>
              </a:solidFill>
              <a:latin typeface="Calibri"/>
              <a:ea typeface="Calibri"/>
              <a:cs typeface="Calibri"/>
              <a:sym typeface="Calibri"/>
            </a:endParaRPr>
          </a:p>
        </p:txBody>
      </p:sp>
      <p:sp>
        <p:nvSpPr>
          <p:cNvPr id="556" name="Google Shape;556;p32"/>
          <p:cNvSpPr/>
          <p:nvPr/>
        </p:nvSpPr>
        <p:spPr>
          <a:xfrm>
            <a:off x="781050" y="3299668"/>
            <a:ext cx="2197608" cy="339031"/>
          </a:xfrm>
          <a:prstGeom prst="rect">
            <a:avLst/>
          </a:prstGeom>
          <a:noFill/>
          <a:ln>
            <a:noFill/>
          </a:ln>
        </p:spPr>
        <p:txBody>
          <a:bodyPr anchorCtr="0" anchor="t" bIns="12700" lIns="12700" spcFirstLastPara="1" rIns="12700" wrap="square" tIns="12700">
            <a:noAutofit/>
          </a:bodyPr>
          <a:lstStyle/>
          <a:p>
            <a:pPr indent="0" lvl="0" marL="0" marR="0" rtl="0" algn="l">
              <a:lnSpc>
                <a:spcPct val="140000"/>
              </a:lnSpc>
              <a:spcBef>
                <a:spcPts val="0"/>
              </a:spcBef>
              <a:spcAft>
                <a:spcPts val="0"/>
              </a:spcAft>
              <a:buClr>
                <a:srgbClr val="475569"/>
              </a:buClr>
              <a:buSzPts val="900"/>
              <a:buFont typeface="Plus Jakarta Sans"/>
              <a:buNone/>
            </a:pPr>
            <a:r>
              <a:rPr b="0" i="0" lang="en" sz="900" u="none" cap="none" strike="noStrike">
                <a:solidFill>
                  <a:srgbClr val="475569"/>
                </a:solidFill>
                <a:latin typeface="Plus Jakarta Sans"/>
                <a:ea typeface="Plus Jakarta Sans"/>
                <a:cs typeface="Plus Jakarta Sans"/>
                <a:sym typeface="Plus Jakarta Sans"/>
              </a:rPr>
              <a:t>Quién es el agente: su tono, personalidad y rol.</a:t>
            </a:r>
            <a:endParaRPr b="0" i="0" sz="900" u="none" cap="none" strike="noStrike">
              <a:solidFill>
                <a:schemeClr val="dk1"/>
              </a:solidFill>
              <a:latin typeface="Calibri"/>
              <a:ea typeface="Calibri"/>
              <a:cs typeface="Calibri"/>
              <a:sym typeface="Calibri"/>
            </a:endParaRPr>
          </a:p>
        </p:txBody>
      </p:sp>
      <p:sp>
        <p:nvSpPr>
          <p:cNvPr id="557" name="Google Shape;557;p32"/>
          <p:cNvSpPr/>
          <p:nvPr/>
        </p:nvSpPr>
        <p:spPr>
          <a:xfrm>
            <a:off x="3295650" y="2075706"/>
            <a:ext cx="2552700" cy="1753493"/>
          </a:xfrm>
          <a:prstGeom prst="roundRect">
            <a:avLst>
              <a:gd fmla="val 7605" name="adj"/>
            </a:avLst>
          </a:prstGeom>
          <a:solidFill>
            <a:srgbClr val="FFFFFF"/>
          </a:solidFill>
          <a:ln>
            <a:noFill/>
          </a:ln>
          <a:effectLst>
            <a:outerShdw blurRad="457200" rotWithShape="0" algn="bl" dir="5400000" dist="171450">
              <a:srgbClr val="0A1C43">
                <a:alpha val="10196"/>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58" name="Google Shape;558;p32"/>
          <p:cNvSpPr/>
          <p:nvPr/>
        </p:nvSpPr>
        <p:spPr>
          <a:xfrm>
            <a:off x="3505200" y="2285256"/>
            <a:ext cx="400050" cy="400050"/>
          </a:xfrm>
          <a:prstGeom prst="roundRect">
            <a:avLst>
              <a:gd fmla="val 30952" name="adj"/>
            </a:avLst>
          </a:prstGeom>
          <a:solidFill>
            <a:srgbClr val="E9E8FE"/>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59" name="Google Shape;559;p32"/>
          <p:cNvSpPr/>
          <p:nvPr/>
        </p:nvSpPr>
        <p:spPr>
          <a:xfrm>
            <a:off x="3505200" y="2828181"/>
            <a:ext cx="2197608" cy="164306"/>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6B00B5"/>
              </a:buClr>
              <a:buSzPts val="900"/>
              <a:buFont typeface="Plus Jakarta Sans"/>
              <a:buNone/>
            </a:pPr>
            <a:r>
              <a:rPr b="1" i="0" lang="en" sz="1000" u="none" cap="none" strike="noStrike">
                <a:solidFill>
                  <a:srgbClr val="6B00B5"/>
                </a:solidFill>
                <a:latin typeface="Plus Jakarta Sans"/>
                <a:ea typeface="Plus Jakarta Sans"/>
                <a:cs typeface="Plus Jakarta Sans"/>
                <a:sym typeface="Plus Jakarta Sans"/>
              </a:rPr>
              <a:t>BLOQUES DE</a:t>
            </a:r>
            <a:endParaRPr b="0" i="0" sz="1000" u="none" cap="none" strike="noStrike">
              <a:solidFill>
                <a:schemeClr val="dk1"/>
              </a:solidFill>
              <a:latin typeface="Calibri"/>
              <a:ea typeface="Calibri"/>
              <a:cs typeface="Calibri"/>
              <a:sym typeface="Calibri"/>
            </a:endParaRPr>
          </a:p>
        </p:txBody>
      </p:sp>
      <p:sp>
        <p:nvSpPr>
          <p:cNvPr id="560" name="Google Shape;560;p32"/>
          <p:cNvSpPr/>
          <p:nvPr/>
        </p:nvSpPr>
        <p:spPr>
          <a:xfrm>
            <a:off x="3505200" y="2992487"/>
            <a:ext cx="2197608" cy="259556"/>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020617"/>
              </a:buClr>
              <a:buSzPts val="1500"/>
              <a:buFont typeface="Plus Jakarta Sans"/>
              <a:buNone/>
            </a:pPr>
            <a:r>
              <a:rPr b="1" i="0" lang="en" sz="1500" u="none" cap="none" strike="noStrike">
                <a:solidFill>
                  <a:srgbClr val="020617"/>
                </a:solidFill>
                <a:latin typeface="Plus Jakarta Sans"/>
                <a:ea typeface="Plus Jakarta Sans"/>
                <a:cs typeface="Plus Jakarta Sans"/>
                <a:sym typeface="Plus Jakarta Sans"/>
              </a:rPr>
              <a:t>Conocimiento</a:t>
            </a:r>
            <a:endParaRPr b="0" i="0" sz="1500" u="none" cap="none" strike="noStrike">
              <a:solidFill>
                <a:schemeClr val="dk1"/>
              </a:solidFill>
              <a:latin typeface="Calibri"/>
              <a:ea typeface="Calibri"/>
              <a:cs typeface="Calibri"/>
              <a:sym typeface="Calibri"/>
            </a:endParaRPr>
          </a:p>
        </p:txBody>
      </p:sp>
      <p:sp>
        <p:nvSpPr>
          <p:cNvPr id="561" name="Google Shape;561;p32"/>
          <p:cNvSpPr/>
          <p:nvPr/>
        </p:nvSpPr>
        <p:spPr>
          <a:xfrm>
            <a:off x="3505200" y="3299668"/>
            <a:ext cx="2197608" cy="339031"/>
          </a:xfrm>
          <a:prstGeom prst="rect">
            <a:avLst/>
          </a:prstGeom>
          <a:noFill/>
          <a:ln>
            <a:noFill/>
          </a:ln>
        </p:spPr>
        <p:txBody>
          <a:bodyPr anchorCtr="0" anchor="t" bIns="12700" lIns="12700" spcFirstLastPara="1" rIns="12700" wrap="square" tIns="12700">
            <a:noAutofit/>
          </a:bodyPr>
          <a:lstStyle/>
          <a:p>
            <a:pPr indent="0" lvl="0" marL="0" marR="0" rtl="0" algn="l">
              <a:lnSpc>
                <a:spcPct val="140000"/>
              </a:lnSpc>
              <a:spcBef>
                <a:spcPts val="0"/>
              </a:spcBef>
              <a:spcAft>
                <a:spcPts val="0"/>
              </a:spcAft>
              <a:buClr>
                <a:srgbClr val="475569"/>
              </a:buClr>
              <a:buSzPts val="900"/>
              <a:buFont typeface="Plus Jakarta Sans"/>
              <a:buNone/>
            </a:pPr>
            <a:r>
              <a:rPr b="0" i="0" lang="en" sz="900" u="none" cap="none" strike="noStrike">
                <a:solidFill>
                  <a:srgbClr val="475569"/>
                </a:solidFill>
                <a:latin typeface="Plus Jakarta Sans"/>
                <a:ea typeface="Plus Jakarta Sans"/>
                <a:cs typeface="Plus Jakarta Sans"/>
                <a:sym typeface="Plus Jakarta Sans"/>
              </a:rPr>
              <a:t>Qué sabe: productos, precios, políticas y FAQs.</a:t>
            </a:r>
            <a:endParaRPr b="0" i="0" sz="900" u="none" cap="none" strike="noStrike">
              <a:solidFill>
                <a:schemeClr val="dk1"/>
              </a:solidFill>
              <a:latin typeface="Calibri"/>
              <a:ea typeface="Calibri"/>
              <a:cs typeface="Calibri"/>
              <a:sym typeface="Calibri"/>
            </a:endParaRPr>
          </a:p>
        </p:txBody>
      </p:sp>
      <p:sp>
        <p:nvSpPr>
          <p:cNvPr id="562" name="Google Shape;562;p32"/>
          <p:cNvSpPr/>
          <p:nvPr/>
        </p:nvSpPr>
        <p:spPr>
          <a:xfrm>
            <a:off x="6019800" y="2075706"/>
            <a:ext cx="2552700" cy="1753493"/>
          </a:xfrm>
          <a:prstGeom prst="roundRect">
            <a:avLst>
              <a:gd fmla="val 7605" name="adj"/>
            </a:avLst>
          </a:prstGeom>
          <a:solidFill>
            <a:srgbClr val="FFFFFF"/>
          </a:solidFill>
          <a:ln>
            <a:noFill/>
          </a:ln>
          <a:effectLst>
            <a:outerShdw blurRad="457200" rotWithShape="0" algn="bl" dir="5400000" dist="171450">
              <a:srgbClr val="0A1C43">
                <a:alpha val="10196"/>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63" name="Google Shape;563;p32"/>
          <p:cNvSpPr/>
          <p:nvPr/>
        </p:nvSpPr>
        <p:spPr>
          <a:xfrm>
            <a:off x="6229350" y="2285256"/>
            <a:ext cx="400050" cy="400050"/>
          </a:xfrm>
          <a:prstGeom prst="roundRect">
            <a:avLst>
              <a:gd fmla="val 30952" name="adj"/>
            </a:avLst>
          </a:prstGeom>
          <a:solidFill>
            <a:srgbClr val="FFECD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64" name="Google Shape;564;p32"/>
          <p:cNvSpPr/>
          <p:nvPr/>
        </p:nvSpPr>
        <p:spPr>
          <a:xfrm>
            <a:off x="6229350" y="2828181"/>
            <a:ext cx="2197608" cy="164306"/>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6900"/>
              </a:buClr>
              <a:buSzPts val="900"/>
              <a:buFont typeface="Plus Jakarta Sans"/>
              <a:buNone/>
            </a:pPr>
            <a:r>
              <a:rPr b="1" i="0" lang="en" sz="1000" u="none" cap="none" strike="noStrike">
                <a:solidFill>
                  <a:srgbClr val="FF6900"/>
                </a:solidFill>
                <a:latin typeface="Plus Jakarta Sans"/>
                <a:ea typeface="Plus Jakarta Sans"/>
                <a:cs typeface="Plus Jakarta Sans"/>
                <a:sym typeface="Plus Jakarta Sans"/>
              </a:rPr>
              <a:t>BLOQUES DE</a:t>
            </a:r>
            <a:endParaRPr b="0" i="0" sz="1000" u="none" cap="none" strike="noStrike">
              <a:solidFill>
                <a:schemeClr val="dk1"/>
              </a:solidFill>
              <a:latin typeface="Calibri"/>
              <a:ea typeface="Calibri"/>
              <a:cs typeface="Calibri"/>
              <a:sym typeface="Calibri"/>
            </a:endParaRPr>
          </a:p>
        </p:txBody>
      </p:sp>
      <p:sp>
        <p:nvSpPr>
          <p:cNvPr id="565" name="Google Shape;565;p32"/>
          <p:cNvSpPr/>
          <p:nvPr/>
        </p:nvSpPr>
        <p:spPr>
          <a:xfrm>
            <a:off x="6229350" y="2992487"/>
            <a:ext cx="2197608" cy="259556"/>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020617"/>
              </a:buClr>
              <a:buSzPts val="1500"/>
              <a:buFont typeface="Plus Jakarta Sans"/>
              <a:buNone/>
            </a:pPr>
            <a:r>
              <a:rPr b="1" i="0" lang="en" sz="1500" u="none" cap="none" strike="noStrike">
                <a:solidFill>
                  <a:srgbClr val="020617"/>
                </a:solidFill>
                <a:latin typeface="Plus Jakarta Sans"/>
                <a:ea typeface="Plus Jakarta Sans"/>
                <a:cs typeface="Plus Jakarta Sans"/>
                <a:sym typeface="Plus Jakarta Sans"/>
              </a:rPr>
              <a:t>Habilidades</a:t>
            </a:r>
            <a:endParaRPr b="0" i="0" sz="1500" u="none" cap="none" strike="noStrike">
              <a:solidFill>
                <a:schemeClr val="dk1"/>
              </a:solidFill>
              <a:latin typeface="Calibri"/>
              <a:ea typeface="Calibri"/>
              <a:cs typeface="Calibri"/>
              <a:sym typeface="Calibri"/>
            </a:endParaRPr>
          </a:p>
        </p:txBody>
      </p:sp>
      <p:sp>
        <p:nvSpPr>
          <p:cNvPr id="566" name="Google Shape;566;p32"/>
          <p:cNvSpPr/>
          <p:nvPr/>
        </p:nvSpPr>
        <p:spPr>
          <a:xfrm>
            <a:off x="6229350" y="3299668"/>
            <a:ext cx="2197608" cy="339031"/>
          </a:xfrm>
          <a:prstGeom prst="rect">
            <a:avLst/>
          </a:prstGeom>
          <a:noFill/>
          <a:ln>
            <a:noFill/>
          </a:ln>
        </p:spPr>
        <p:txBody>
          <a:bodyPr anchorCtr="0" anchor="t" bIns="12700" lIns="12700" spcFirstLastPara="1" rIns="12700" wrap="square" tIns="12700">
            <a:noAutofit/>
          </a:bodyPr>
          <a:lstStyle/>
          <a:p>
            <a:pPr indent="0" lvl="0" marL="0" marR="0" rtl="0" algn="l">
              <a:lnSpc>
                <a:spcPct val="140000"/>
              </a:lnSpc>
              <a:spcBef>
                <a:spcPts val="0"/>
              </a:spcBef>
              <a:spcAft>
                <a:spcPts val="0"/>
              </a:spcAft>
              <a:buClr>
                <a:srgbClr val="475569"/>
              </a:buClr>
              <a:buSzPts val="900"/>
              <a:buFont typeface="Plus Jakarta Sans"/>
              <a:buNone/>
            </a:pPr>
            <a:r>
              <a:rPr b="0" i="0" lang="en" sz="900" u="none" cap="none" strike="noStrike">
                <a:solidFill>
                  <a:srgbClr val="475569"/>
                </a:solidFill>
                <a:latin typeface="Plus Jakarta Sans"/>
                <a:ea typeface="Plus Jakarta Sans"/>
                <a:cs typeface="Plus Jakarta Sans"/>
                <a:sym typeface="Plus Jakarta Sans"/>
              </a:rPr>
              <a:t>Qué puede hacer: agendar, cotizar, derivar, vender.</a:t>
            </a:r>
            <a:endParaRPr b="0" i="0" sz="900" u="none" cap="none" strike="noStrike">
              <a:solidFill>
                <a:schemeClr val="dk1"/>
              </a:solidFill>
              <a:latin typeface="Calibri"/>
              <a:ea typeface="Calibri"/>
              <a:cs typeface="Calibri"/>
              <a:sym typeface="Calibri"/>
            </a:endParaRPr>
          </a:p>
        </p:txBody>
      </p:sp>
      <p:pic>
        <p:nvPicPr>
          <p:cNvPr descr="preencoded.png" id="567" name="Google Shape;567;p32"/>
          <p:cNvPicPr preferRelativeResize="0"/>
          <p:nvPr/>
        </p:nvPicPr>
        <p:blipFill rotWithShape="1">
          <a:blip r:embed="rId3">
            <a:alphaModFix/>
          </a:blip>
          <a:srcRect b="0" l="0" r="0" t="0"/>
          <a:stretch/>
        </p:blipFill>
        <p:spPr>
          <a:xfrm>
            <a:off x="571500" y="4767263"/>
            <a:ext cx="664369" cy="128588"/>
          </a:xfrm>
          <a:prstGeom prst="rect">
            <a:avLst/>
          </a:prstGeom>
          <a:noFill/>
          <a:ln>
            <a:noFill/>
          </a:ln>
        </p:spPr>
      </p:pic>
      <p:sp>
        <p:nvSpPr>
          <p:cNvPr id="568" name="Google Shape;568;p32"/>
          <p:cNvSpPr/>
          <p:nvPr/>
        </p:nvSpPr>
        <p:spPr>
          <a:xfrm>
            <a:off x="8466200" y="4777978"/>
            <a:ext cx="144401" cy="1262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94A3B8"/>
              </a:buClr>
              <a:buSzPts val="700"/>
              <a:buFont typeface="Plus Jakarta Sans"/>
              <a:buNone/>
            </a:pPr>
            <a:r>
              <a:rPr b="1" i="0" lang="en" sz="700" u="none" cap="none" strike="noStrike">
                <a:solidFill>
                  <a:srgbClr val="94A3B8"/>
                </a:solidFill>
                <a:latin typeface="Plus Jakarta Sans"/>
                <a:ea typeface="Plus Jakarta Sans"/>
                <a:cs typeface="Plus Jakarta Sans"/>
                <a:sym typeface="Plus Jakarta Sans"/>
              </a:rPr>
              <a:t>15</a:t>
            </a:r>
            <a:endParaRPr b="0" i="0" sz="700" u="none" cap="none" strike="noStrike">
              <a:solidFill>
                <a:schemeClr val="dk1"/>
              </a:solidFill>
              <a:latin typeface="Calibri"/>
              <a:ea typeface="Calibri"/>
              <a:cs typeface="Calibri"/>
              <a:sym typeface="Calibri"/>
            </a:endParaRPr>
          </a:p>
        </p:txBody>
      </p:sp>
      <p:sp>
        <p:nvSpPr>
          <p:cNvPr id="569" name="Google Shape;569;p32"/>
          <p:cNvSpPr/>
          <p:nvPr/>
        </p:nvSpPr>
        <p:spPr>
          <a:xfrm>
            <a:off x="6312421" y="2358659"/>
            <a:ext cx="259548" cy="259566"/>
          </a:xfrm>
          <a:custGeom>
            <a:rect b="b" l="l" r="r" t="t"/>
            <a:pathLst>
              <a:path extrusionOk="0" fill="none" h="2400" w="2400">
                <a:moveTo>
                  <a:pt x="1600" y="1100"/>
                </a:moveTo>
                <a:lnTo>
                  <a:pt x="1800" y="1300"/>
                </a:lnTo>
                <a:lnTo>
                  <a:pt x="2200" y="900"/>
                </a:lnTo>
                <a:moveTo>
                  <a:pt x="1600" y="2100"/>
                </a:moveTo>
                <a:lnTo>
                  <a:pt x="1600" y="1900"/>
                </a:lnTo>
                <a:lnTo>
                  <a:pt x="1598" y="1861"/>
                </a:lnTo>
                <a:lnTo>
                  <a:pt x="1592" y="1822"/>
                </a:lnTo>
                <a:lnTo>
                  <a:pt x="1583" y="1784"/>
                </a:lnTo>
                <a:lnTo>
                  <a:pt x="1570" y="1747"/>
                </a:lnTo>
                <a:lnTo>
                  <a:pt x="1553" y="1711"/>
                </a:lnTo>
                <a:lnTo>
                  <a:pt x="1533" y="1678"/>
                </a:lnTo>
                <a:lnTo>
                  <a:pt x="1509" y="1646"/>
                </a:lnTo>
                <a:lnTo>
                  <a:pt x="1483" y="1617"/>
                </a:lnTo>
                <a:lnTo>
                  <a:pt x="1454" y="1591"/>
                </a:lnTo>
                <a:lnTo>
                  <a:pt x="1422" y="1567"/>
                </a:lnTo>
                <a:lnTo>
                  <a:pt x="1389" y="1547"/>
                </a:lnTo>
                <a:lnTo>
                  <a:pt x="1353" y="1530"/>
                </a:lnTo>
                <a:lnTo>
                  <a:pt x="1316" y="1517"/>
                </a:lnTo>
                <a:lnTo>
                  <a:pt x="1278" y="1508"/>
                </a:lnTo>
                <a:lnTo>
                  <a:pt x="1239" y="1502"/>
                </a:lnTo>
                <a:lnTo>
                  <a:pt x="1200" y="1500"/>
                </a:lnTo>
                <a:lnTo>
                  <a:pt x="600" y="1500"/>
                </a:lnTo>
                <a:lnTo>
                  <a:pt x="561" y="1502"/>
                </a:lnTo>
                <a:lnTo>
                  <a:pt x="522" y="1508"/>
                </a:lnTo>
                <a:lnTo>
                  <a:pt x="484" y="1517"/>
                </a:lnTo>
                <a:lnTo>
                  <a:pt x="447" y="1530"/>
                </a:lnTo>
                <a:lnTo>
                  <a:pt x="411" y="1547"/>
                </a:lnTo>
                <a:lnTo>
                  <a:pt x="378" y="1567"/>
                </a:lnTo>
                <a:lnTo>
                  <a:pt x="346" y="1591"/>
                </a:lnTo>
                <a:lnTo>
                  <a:pt x="317" y="1617"/>
                </a:lnTo>
                <a:lnTo>
                  <a:pt x="291" y="1646"/>
                </a:lnTo>
                <a:lnTo>
                  <a:pt x="267" y="1678"/>
                </a:lnTo>
                <a:lnTo>
                  <a:pt x="247" y="1711"/>
                </a:lnTo>
                <a:lnTo>
                  <a:pt x="230" y="1747"/>
                </a:lnTo>
                <a:lnTo>
                  <a:pt x="217" y="1784"/>
                </a:lnTo>
                <a:lnTo>
                  <a:pt x="208" y="1822"/>
                </a:lnTo>
                <a:lnTo>
                  <a:pt x="202" y="1861"/>
                </a:lnTo>
                <a:lnTo>
                  <a:pt x="200" y="1900"/>
                </a:lnTo>
                <a:lnTo>
                  <a:pt x="200" y="2100"/>
                </a:lnTo>
                <a:moveTo>
                  <a:pt x="1300" y="700"/>
                </a:moveTo>
                <a:cubicBezTo>
                  <a:pt x="1300" y="921"/>
                  <a:pt x="1121" y="1100"/>
                  <a:pt x="900" y="1100"/>
                </a:cubicBezTo>
                <a:cubicBezTo>
                  <a:pt x="679" y="1100"/>
                  <a:pt x="500" y="921"/>
                  <a:pt x="500" y="700"/>
                </a:cubicBezTo>
                <a:cubicBezTo>
                  <a:pt x="500" y="479"/>
                  <a:pt x="679" y="300"/>
                  <a:pt x="900" y="300"/>
                </a:cubicBezTo>
                <a:cubicBezTo>
                  <a:pt x="1121" y="300"/>
                  <a:pt x="1300" y="479"/>
                  <a:pt x="1300" y="700"/>
                </a:cubicBezTo>
                <a:close/>
              </a:path>
            </a:pathLst>
          </a:custGeom>
          <a:noFill/>
          <a:ln cap="rnd" cmpd="sng" w="19050">
            <a:solidFill>
              <a:srgbClr val="FF6900"/>
            </a:solidFill>
            <a:prstDash val="solid"/>
            <a:round/>
            <a:headEnd len="sm" w="sm" type="none"/>
            <a:tailEnd len="sm" w="sm" type="none"/>
          </a:ln>
        </p:spPr>
        <p:txBody>
          <a:bodyPr anchorCtr="0" anchor="t" bIns="23575" lIns="47200" spcFirstLastPara="1" rIns="47200" wrap="square" tIns="23575">
            <a:noAutofit/>
          </a:bodyPr>
          <a:lstStyle/>
          <a:p>
            <a:pPr indent="0" lvl="0" marL="0" marR="0" rtl="0" algn="l">
              <a:spcBef>
                <a:spcPts val="0"/>
              </a:spcBef>
              <a:spcAft>
                <a:spcPts val="0"/>
              </a:spcAft>
              <a:buNone/>
            </a:pPr>
            <a:r>
              <a:t/>
            </a:r>
            <a:endParaRPr sz="963">
              <a:solidFill>
                <a:schemeClr val="dk1"/>
              </a:solidFill>
              <a:latin typeface="Calibri"/>
              <a:ea typeface="Calibri"/>
              <a:cs typeface="Calibri"/>
              <a:sym typeface="Calibri"/>
            </a:endParaRPr>
          </a:p>
        </p:txBody>
      </p:sp>
      <p:sp>
        <p:nvSpPr>
          <p:cNvPr id="570" name="Google Shape;570;p32"/>
          <p:cNvSpPr/>
          <p:nvPr/>
        </p:nvSpPr>
        <p:spPr>
          <a:xfrm>
            <a:off x="851203" y="2358657"/>
            <a:ext cx="259548" cy="259566"/>
          </a:xfrm>
          <a:custGeom>
            <a:rect b="b" l="l" r="r" t="t"/>
            <a:pathLst>
              <a:path extrusionOk="0" fill="none" h="2400" w="2400">
                <a:moveTo>
                  <a:pt x="1500" y="2100"/>
                </a:moveTo>
                <a:lnTo>
                  <a:pt x="1500" y="1600"/>
                </a:lnTo>
                <a:lnTo>
                  <a:pt x="1500" y="1590"/>
                </a:lnTo>
                <a:lnTo>
                  <a:pt x="1498" y="1580"/>
                </a:lnTo>
                <a:lnTo>
                  <a:pt x="1496" y="1571"/>
                </a:lnTo>
                <a:lnTo>
                  <a:pt x="1492" y="1562"/>
                </a:lnTo>
                <a:lnTo>
                  <a:pt x="1488" y="1553"/>
                </a:lnTo>
                <a:lnTo>
                  <a:pt x="1483" y="1544"/>
                </a:lnTo>
                <a:lnTo>
                  <a:pt x="1477" y="1537"/>
                </a:lnTo>
                <a:lnTo>
                  <a:pt x="1471" y="1529"/>
                </a:lnTo>
                <a:lnTo>
                  <a:pt x="1463" y="1523"/>
                </a:lnTo>
                <a:lnTo>
                  <a:pt x="1456" y="1517"/>
                </a:lnTo>
                <a:lnTo>
                  <a:pt x="1447" y="1512"/>
                </a:lnTo>
                <a:lnTo>
                  <a:pt x="1438" y="1508"/>
                </a:lnTo>
                <a:lnTo>
                  <a:pt x="1429" y="1504"/>
                </a:lnTo>
                <a:lnTo>
                  <a:pt x="1420" y="1502"/>
                </a:lnTo>
                <a:lnTo>
                  <a:pt x="1410" y="1500"/>
                </a:lnTo>
                <a:lnTo>
                  <a:pt x="1400" y="1500"/>
                </a:lnTo>
                <a:lnTo>
                  <a:pt x="1000" y="1500"/>
                </a:lnTo>
                <a:lnTo>
                  <a:pt x="990" y="1500"/>
                </a:lnTo>
                <a:lnTo>
                  <a:pt x="980" y="1502"/>
                </a:lnTo>
                <a:lnTo>
                  <a:pt x="971" y="1504"/>
                </a:lnTo>
                <a:lnTo>
                  <a:pt x="962" y="1508"/>
                </a:lnTo>
                <a:lnTo>
                  <a:pt x="953" y="1512"/>
                </a:lnTo>
                <a:lnTo>
                  <a:pt x="944" y="1517"/>
                </a:lnTo>
                <a:lnTo>
                  <a:pt x="937" y="1523"/>
                </a:lnTo>
                <a:lnTo>
                  <a:pt x="929" y="1529"/>
                </a:lnTo>
                <a:lnTo>
                  <a:pt x="923" y="1537"/>
                </a:lnTo>
                <a:lnTo>
                  <a:pt x="917" y="1544"/>
                </a:lnTo>
                <a:lnTo>
                  <a:pt x="912" y="1553"/>
                </a:lnTo>
                <a:lnTo>
                  <a:pt x="908" y="1562"/>
                </a:lnTo>
                <a:lnTo>
                  <a:pt x="904" y="1571"/>
                </a:lnTo>
                <a:lnTo>
                  <a:pt x="902" y="1580"/>
                </a:lnTo>
                <a:lnTo>
                  <a:pt x="900" y="1590"/>
                </a:lnTo>
                <a:lnTo>
                  <a:pt x="900" y="1600"/>
                </a:lnTo>
                <a:lnTo>
                  <a:pt x="900" y="2100"/>
                </a:lnTo>
                <a:moveTo>
                  <a:pt x="1777" y="1031"/>
                </a:moveTo>
                <a:lnTo>
                  <a:pt x="1769" y="1024"/>
                </a:lnTo>
                <a:lnTo>
                  <a:pt x="1761" y="1018"/>
                </a:lnTo>
                <a:lnTo>
                  <a:pt x="1751" y="1012"/>
                </a:lnTo>
                <a:lnTo>
                  <a:pt x="1742" y="1008"/>
                </a:lnTo>
                <a:lnTo>
                  <a:pt x="1732" y="1004"/>
                </a:lnTo>
                <a:lnTo>
                  <a:pt x="1721" y="1002"/>
                </a:lnTo>
                <a:lnTo>
                  <a:pt x="1711" y="1000"/>
                </a:lnTo>
                <a:lnTo>
                  <a:pt x="1700" y="1000"/>
                </a:lnTo>
                <a:lnTo>
                  <a:pt x="1689" y="1000"/>
                </a:lnTo>
                <a:lnTo>
                  <a:pt x="1679" y="1002"/>
                </a:lnTo>
                <a:lnTo>
                  <a:pt x="1668" y="1004"/>
                </a:lnTo>
                <a:lnTo>
                  <a:pt x="1658" y="1008"/>
                </a:lnTo>
                <a:lnTo>
                  <a:pt x="1649" y="1012"/>
                </a:lnTo>
                <a:lnTo>
                  <a:pt x="1639" y="1018"/>
                </a:lnTo>
                <a:lnTo>
                  <a:pt x="1631" y="1024"/>
                </a:lnTo>
                <a:lnTo>
                  <a:pt x="1623" y="1031"/>
                </a:lnTo>
                <a:lnTo>
                  <a:pt x="1605" y="1047"/>
                </a:lnTo>
                <a:lnTo>
                  <a:pt x="1585" y="1060"/>
                </a:lnTo>
                <a:lnTo>
                  <a:pt x="1565" y="1072"/>
                </a:lnTo>
                <a:lnTo>
                  <a:pt x="1543" y="1082"/>
                </a:lnTo>
                <a:lnTo>
                  <a:pt x="1520" y="1090"/>
                </a:lnTo>
                <a:lnTo>
                  <a:pt x="1497" y="1096"/>
                </a:lnTo>
                <a:lnTo>
                  <a:pt x="1474" y="1099"/>
                </a:lnTo>
                <a:lnTo>
                  <a:pt x="1450" y="1100"/>
                </a:lnTo>
                <a:lnTo>
                  <a:pt x="1426" y="1099"/>
                </a:lnTo>
                <a:lnTo>
                  <a:pt x="1403" y="1096"/>
                </a:lnTo>
                <a:lnTo>
                  <a:pt x="1380" y="1090"/>
                </a:lnTo>
                <a:lnTo>
                  <a:pt x="1357" y="1082"/>
                </a:lnTo>
                <a:lnTo>
                  <a:pt x="1335" y="1072"/>
                </a:lnTo>
                <a:lnTo>
                  <a:pt x="1315" y="1060"/>
                </a:lnTo>
                <a:lnTo>
                  <a:pt x="1295" y="1047"/>
                </a:lnTo>
                <a:lnTo>
                  <a:pt x="1277" y="1031"/>
                </a:lnTo>
                <a:lnTo>
                  <a:pt x="1269" y="1024"/>
                </a:lnTo>
                <a:lnTo>
                  <a:pt x="1261" y="1018"/>
                </a:lnTo>
                <a:lnTo>
                  <a:pt x="1251" y="1012"/>
                </a:lnTo>
                <a:lnTo>
                  <a:pt x="1242" y="1008"/>
                </a:lnTo>
                <a:lnTo>
                  <a:pt x="1232" y="1005"/>
                </a:lnTo>
                <a:lnTo>
                  <a:pt x="1221" y="1002"/>
                </a:lnTo>
                <a:lnTo>
                  <a:pt x="1211" y="1000"/>
                </a:lnTo>
                <a:lnTo>
                  <a:pt x="1200" y="1000"/>
                </a:lnTo>
                <a:lnTo>
                  <a:pt x="1189" y="1000"/>
                </a:lnTo>
                <a:lnTo>
                  <a:pt x="1179" y="1002"/>
                </a:lnTo>
                <a:lnTo>
                  <a:pt x="1168" y="1005"/>
                </a:lnTo>
                <a:lnTo>
                  <a:pt x="1158" y="1008"/>
                </a:lnTo>
                <a:lnTo>
                  <a:pt x="1149" y="1012"/>
                </a:lnTo>
                <a:lnTo>
                  <a:pt x="1139" y="1018"/>
                </a:lnTo>
                <a:lnTo>
                  <a:pt x="1131" y="1024"/>
                </a:lnTo>
                <a:lnTo>
                  <a:pt x="1123" y="1031"/>
                </a:lnTo>
                <a:lnTo>
                  <a:pt x="1105" y="1047"/>
                </a:lnTo>
                <a:lnTo>
                  <a:pt x="1085" y="1060"/>
                </a:lnTo>
                <a:lnTo>
                  <a:pt x="1065" y="1072"/>
                </a:lnTo>
                <a:lnTo>
                  <a:pt x="1043" y="1082"/>
                </a:lnTo>
                <a:lnTo>
                  <a:pt x="1020" y="1090"/>
                </a:lnTo>
                <a:lnTo>
                  <a:pt x="997" y="1096"/>
                </a:lnTo>
                <a:lnTo>
                  <a:pt x="974" y="1099"/>
                </a:lnTo>
                <a:lnTo>
                  <a:pt x="950" y="1100"/>
                </a:lnTo>
                <a:lnTo>
                  <a:pt x="926" y="1099"/>
                </a:lnTo>
                <a:lnTo>
                  <a:pt x="903" y="1096"/>
                </a:lnTo>
                <a:lnTo>
                  <a:pt x="880" y="1090"/>
                </a:lnTo>
                <a:lnTo>
                  <a:pt x="857" y="1082"/>
                </a:lnTo>
                <a:lnTo>
                  <a:pt x="835" y="1072"/>
                </a:lnTo>
                <a:lnTo>
                  <a:pt x="815" y="1060"/>
                </a:lnTo>
                <a:lnTo>
                  <a:pt x="795" y="1047"/>
                </a:lnTo>
                <a:lnTo>
                  <a:pt x="777" y="1031"/>
                </a:lnTo>
                <a:lnTo>
                  <a:pt x="769" y="1024"/>
                </a:lnTo>
                <a:lnTo>
                  <a:pt x="761" y="1018"/>
                </a:lnTo>
                <a:lnTo>
                  <a:pt x="751" y="1012"/>
                </a:lnTo>
                <a:lnTo>
                  <a:pt x="742" y="1008"/>
                </a:lnTo>
                <a:lnTo>
                  <a:pt x="732" y="1004"/>
                </a:lnTo>
                <a:lnTo>
                  <a:pt x="721" y="1002"/>
                </a:lnTo>
                <a:lnTo>
                  <a:pt x="711" y="1000"/>
                </a:lnTo>
                <a:lnTo>
                  <a:pt x="700" y="1000"/>
                </a:lnTo>
                <a:lnTo>
                  <a:pt x="689" y="1000"/>
                </a:lnTo>
                <a:lnTo>
                  <a:pt x="679" y="1002"/>
                </a:lnTo>
                <a:lnTo>
                  <a:pt x="668" y="1004"/>
                </a:lnTo>
                <a:lnTo>
                  <a:pt x="658" y="1008"/>
                </a:lnTo>
                <a:lnTo>
                  <a:pt x="649" y="1012"/>
                </a:lnTo>
                <a:lnTo>
                  <a:pt x="639" y="1018"/>
                </a:lnTo>
                <a:lnTo>
                  <a:pt x="631" y="1024"/>
                </a:lnTo>
                <a:lnTo>
                  <a:pt x="623" y="1031"/>
                </a:lnTo>
                <a:lnTo>
                  <a:pt x="586" y="1060"/>
                </a:lnTo>
                <a:lnTo>
                  <a:pt x="546" y="1081"/>
                </a:lnTo>
                <a:lnTo>
                  <a:pt x="502" y="1095"/>
                </a:lnTo>
                <a:lnTo>
                  <a:pt x="456" y="1100"/>
                </a:lnTo>
                <a:lnTo>
                  <a:pt x="410" y="1097"/>
                </a:lnTo>
                <a:lnTo>
                  <a:pt x="366" y="1086"/>
                </a:lnTo>
                <a:lnTo>
                  <a:pt x="324" y="1066"/>
                </a:lnTo>
                <a:lnTo>
                  <a:pt x="287" y="1040"/>
                </a:lnTo>
                <a:lnTo>
                  <a:pt x="255" y="1006"/>
                </a:lnTo>
                <a:lnTo>
                  <a:pt x="229" y="968"/>
                </a:lnTo>
                <a:lnTo>
                  <a:pt x="212" y="926"/>
                </a:lnTo>
                <a:lnTo>
                  <a:pt x="202" y="881"/>
                </a:lnTo>
                <a:lnTo>
                  <a:pt x="200" y="835"/>
                </a:lnTo>
                <a:lnTo>
                  <a:pt x="207" y="789"/>
                </a:lnTo>
                <a:lnTo>
                  <a:pt x="223" y="746"/>
                </a:lnTo>
                <a:lnTo>
                  <a:pt x="246" y="706"/>
                </a:lnTo>
                <a:lnTo>
                  <a:pt x="534" y="288"/>
                </a:lnTo>
                <a:lnTo>
                  <a:pt x="542" y="278"/>
                </a:lnTo>
                <a:lnTo>
                  <a:pt x="549" y="268"/>
                </a:lnTo>
                <a:lnTo>
                  <a:pt x="558" y="260"/>
                </a:lnTo>
                <a:lnTo>
                  <a:pt x="566" y="251"/>
                </a:lnTo>
                <a:lnTo>
                  <a:pt x="576" y="243"/>
                </a:lnTo>
                <a:lnTo>
                  <a:pt x="585" y="236"/>
                </a:lnTo>
                <a:lnTo>
                  <a:pt x="596" y="229"/>
                </a:lnTo>
                <a:lnTo>
                  <a:pt x="606" y="223"/>
                </a:lnTo>
                <a:lnTo>
                  <a:pt x="617" y="218"/>
                </a:lnTo>
                <a:lnTo>
                  <a:pt x="628" y="213"/>
                </a:lnTo>
                <a:lnTo>
                  <a:pt x="640" y="209"/>
                </a:lnTo>
                <a:lnTo>
                  <a:pt x="652" y="206"/>
                </a:lnTo>
                <a:lnTo>
                  <a:pt x="664" y="203"/>
                </a:lnTo>
                <a:lnTo>
                  <a:pt x="676" y="201"/>
                </a:lnTo>
                <a:lnTo>
                  <a:pt x="688" y="200"/>
                </a:lnTo>
                <a:lnTo>
                  <a:pt x="700" y="200"/>
                </a:lnTo>
                <a:lnTo>
                  <a:pt x="1700" y="200"/>
                </a:lnTo>
                <a:lnTo>
                  <a:pt x="1712" y="200"/>
                </a:lnTo>
                <a:lnTo>
                  <a:pt x="1724" y="201"/>
                </a:lnTo>
                <a:lnTo>
                  <a:pt x="1736" y="203"/>
                </a:lnTo>
                <a:lnTo>
                  <a:pt x="1748" y="206"/>
                </a:lnTo>
                <a:lnTo>
                  <a:pt x="1760" y="209"/>
                </a:lnTo>
                <a:lnTo>
                  <a:pt x="1771" y="213"/>
                </a:lnTo>
                <a:lnTo>
                  <a:pt x="1783" y="218"/>
                </a:lnTo>
                <a:lnTo>
                  <a:pt x="1793" y="223"/>
                </a:lnTo>
                <a:lnTo>
                  <a:pt x="1804" y="229"/>
                </a:lnTo>
                <a:lnTo>
                  <a:pt x="1814" y="236"/>
                </a:lnTo>
                <a:lnTo>
                  <a:pt x="1824" y="243"/>
                </a:lnTo>
                <a:lnTo>
                  <a:pt x="1833" y="251"/>
                </a:lnTo>
                <a:lnTo>
                  <a:pt x="1842" y="259"/>
                </a:lnTo>
                <a:lnTo>
                  <a:pt x="1850" y="268"/>
                </a:lnTo>
                <a:lnTo>
                  <a:pt x="1858" y="277"/>
                </a:lnTo>
                <a:lnTo>
                  <a:pt x="1865" y="287"/>
                </a:lnTo>
                <a:lnTo>
                  <a:pt x="2155" y="706"/>
                </a:lnTo>
                <a:lnTo>
                  <a:pt x="2178" y="746"/>
                </a:lnTo>
                <a:lnTo>
                  <a:pt x="2193" y="790"/>
                </a:lnTo>
                <a:lnTo>
                  <a:pt x="2200" y="835"/>
                </a:lnTo>
                <a:lnTo>
                  <a:pt x="2198" y="881"/>
                </a:lnTo>
                <a:lnTo>
                  <a:pt x="2189" y="926"/>
                </a:lnTo>
                <a:lnTo>
                  <a:pt x="2171" y="969"/>
                </a:lnTo>
                <a:lnTo>
                  <a:pt x="2145" y="1007"/>
                </a:lnTo>
                <a:lnTo>
                  <a:pt x="2113" y="1040"/>
                </a:lnTo>
                <a:lnTo>
                  <a:pt x="2076" y="1067"/>
                </a:lnTo>
                <a:lnTo>
                  <a:pt x="2034" y="1086"/>
                </a:lnTo>
                <a:lnTo>
                  <a:pt x="1990" y="1097"/>
                </a:lnTo>
                <a:lnTo>
                  <a:pt x="1944" y="1100"/>
                </a:lnTo>
                <a:lnTo>
                  <a:pt x="1898" y="1095"/>
                </a:lnTo>
                <a:lnTo>
                  <a:pt x="1854" y="1081"/>
                </a:lnTo>
                <a:lnTo>
                  <a:pt x="1813" y="1060"/>
                </a:lnTo>
                <a:lnTo>
                  <a:pt x="1777" y="1031"/>
                </a:lnTo>
                <a:moveTo>
                  <a:pt x="400" y="1095"/>
                </a:moveTo>
                <a:lnTo>
                  <a:pt x="400" y="1900"/>
                </a:lnTo>
                <a:lnTo>
                  <a:pt x="401" y="1920"/>
                </a:lnTo>
                <a:lnTo>
                  <a:pt x="404" y="1939"/>
                </a:lnTo>
                <a:lnTo>
                  <a:pt x="409" y="1958"/>
                </a:lnTo>
                <a:lnTo>
                  <a:pt x="415" y="1977"/>
                </a:lnTo>
                <a:lnTo>
                  <a:pt x="424" y="1994"/>
                </a:lnTo>
                <a:lnTo>
                  <a:pt x="434" y="2011"/>
                </a:lnTo>
                <a:lnTo>
                  <a:pt x="445" y="2027"/>
                </a:lnTo>
                <a:lnTo>
                  <a:pt x="459" y="2041"/>
                </a:lnTo>
                <a:lnTo>
                  <a:pt x="473" y="2055"/>
                </a:lnTo>
                <a:lnTo>
                  <a:pt x="489" y="2066"/>
                </a:lnTo>
                <a:lnTo>
                  <a:pt x="506" y="2076"/>
                </a:lnTo>
                <a:lnTo>
                  <a:pt x="523" y="2085"/>
                </a:lnTo>
                <a:lnTo>
                  <a:pt x="542" y="2091"/>
                </a:lnTo>
                <a:lnTo>
                  <a:pt x="561" y="2096"/>
                </a:lnTo>
                <a:lnTo>
                  <a:pt x="580" y="2099"/>
                </a:lnTo>
                <a:lnTo>
                  <a:pt x="600" y="2100"/>
                </a:lnTo>
                <a:lnTo>
                  <a:pt x="1800" y="2100"/>
                </a:lnTo>
                <a:lnTo>
                  <a:pt x="1820" y="2099"/>
                </a:lnTo>
                <a:lnTo>
                  <a:pt x="1839" y="2096"/>
                </a:lnTo>
                <a:lnTo>
                  <a:pt x="1858" y="2091"/>
                </a:lnTo>
                <a:lnTo>
                  <a:pt x="1877" y="2085"/>
                </a:lnTo>
                <a:lnTo>
                  <a:pt x="1894" y="2076"/>
                </a:lnTo>
                <a:lnTo>
                  <a:pt x="1911" y="2066"/>
                </a:lnTo>
                <a:lnTo>
                  <a:pt x="1927" y="2055"/>
                </a:lnTo>
                <a:lnTo>
                  <a:pt x="1941" y="2041"/>
                </a:lnTo>
                <a:lnTo>
                  <a:pt x="1955" y="2027"/>
                </a:lnTo>
                <a:lnTo>
                  <a:pt x="1966" y="2011"/>
                </a:lnTo>
                <a:lnTo>
                  <a:pt x="1976" y="1994"/>
                </a:lnTo>
                <a:lnTo>
                  <a:pt x="1985" y="1977"/>
                </a:lnTo>
                <a:lnTo>
                  <a:pt x="1991" y="1958"/>
                </a:lnTo>
                <a:lnTo>
                  <a:pt x="1996" y="1939"/>
                </a:lnTo>
                <a:lnTo>
                  <a:pt x="1999" y="1920"/>
                </a:lnTo>
                <a:lnTo>
                  <a:pt x="2000" y="1900"/>
                </a:lnTo>
                <a:lnTo>
                  <a:pt x="2000" y="1095"/>
                </a:lnTo>
              </a:path>
            </a:pathLst>
          </a:custGeom>
          <a:noFill/>
          <a:ln cap="rnd" cmpd="sng" w="19050">
            <a:solidFill>
              <a:srgbClr val="006BFE"/>
            </a:solidFill>
            <a:prstDash val="solid"/>
            <a:round/>
            <a:headEnd len="sm" w="sm" type="none"/>
            <a:tailEnd len="sm" w="sm" type="none"/>
          </a:ln>
        </p:spPr>
        <p:txBody>
          <a:bodyPr anchorCtr="0" anchor="t" bIns="23575" lIns="47200" spcFirstLastPara="1" rIns="47200" wrap="square" tIns="23575">
            <a:noAutofit/>
          </a:bodyPr>
          <a:lstStyle/>
          <a:p>
            <a:pPr indent="0" lvl="0" marL="0" marR="0" rtl="0" algn="l">
              <a:spcBef>
                <a:spcPts val="0"/>
              </a:spcBef>
              <a:spcAft>
                <a:spcPts val="0"/>
              </a:spcAft>
              <a:buNone/>
            </a:pPr>
            <a:r>
              <a:t/>
            </a:r>
            <a:endParaRPr sz="963">
              <a:solidFill>
                <a:schemeClr val="dk1"/>
              </a:solidFill>
              <a:latin typeface="Calibri"/>
              <a:ea typeface="Calibri"/>
              <a:cs typeface="Calibri"/>
              <a:sym typeface="Calibri"/>
            </a:endParaRPr>
          </a:p>
        </p:txBody>
      </p:sp>
      <p:sp>
        <p:nvSpPr>
          <p:cNvPr id="571" name="Google Shape;571;p32"/>
          <p:cNvSpPr/>
          <p:nvPr/>
        </p:nvSpPr>
        <p:spPr>
          <a:xfrm>
            <a:off x="3578632" y="2358668"/>
            <a:ext cx="259548" cy="259566"/>
          </a:xfrm>
          <a:custGeom>
            <a:rect b="b" l="l" r="r" t="t"/>
            <a:pathLst>
              <a:path extrusionOk="0" fill="none" h="2400" w="2400">
                <a:moveTo>
                  <a:pt x="1100" y="1700"/>
                </a:moveTo>
                <a:lnTo>
                  <a:pt x="1300" y="1900"/>
                </a:lnTo>
                <a:lnTo>
                  <a:pt x="1332" y="1926"/>
                </a:lnTo>
                <a:lnTo>
                  <a:pt x="1369" y="1946"/>
                </a:lnTo>
                <a:lnTo>
                  <a:pt x="1409" y="1958"/>
                </a:lnTo>
                <a:lnTo>
                  <a:pt x="1450" y="1962"/>
                </a:lnTo>
                <a:lnTo>
                  <a:pt x="1491" y="1958"/>
                </a:lnTo>
                <a:lnTo>
                  <a:pt x="1531" y="1946"/>
                </a:lnTo>
                <a:lnTo>
                  <a:pt x="1568" y="1926"/>
                </a:lnTo>
                <a:lnTo>
                  <a:pt x="1600" y="1900"/>
                </a:lnTo>
                <a:lnTo>
                  <a:pt x="1626" y="1868"/>
                </a:lnTo>
                <a:lnTo>
                  <a:pt x="1646" y="1831"/>
                </a:lnTo>
                <a:lnTo>
                  <a:pt x="1658" y="1791"/>
                </a:lnTo>
                <a:lnTo>
                  <a:pt x="1662" y="1750"/>
                </a:lnTo>
                <a:lnTo>
                  <a:pt x="1658" y="1709"/>
                </a:lnTo>
                <a:lnTo>
                  <a:pt x="1646" y="1669"/>
                </a:lnTo>
                <a:lnTo>
                  <a:pt x="1626" y="1632"/>
                </a:lnTo>
                <a:lnTo>
                  <a:pt x="1600" y="1600"/>
                </a:lnTo>
                <a:moveTo>
                  <a:pt x="1400" y="1400"/>
                </a:moveTo>
                <a:lnTo>
                  <a:pt x="1650" y="1650"/>
                </a:lnTo>
                <a:lnTo>
                  <a:pt x="1682" y="1676"/>
                </a:lnTo>
                <a:lnTo>
                  <a:pt x="1719" y="1696"/>
                </a:lnTo>
                <a:lnTo>
                  <a:pt x="1759" y="1708"/>
                </a:lnTo>
                <a:lnTo>
                  <a:pt x="1800" y="1712"/>
                </a:lnTo>
                <a:lnTo>
                  <a:pt x="1841" y="1708"/>
                </a:lnTo>
                <a:lnTo>
                  <a:pt x="1881" y="1696"/>
                </a:lnTo>
                <a:lnTo>
                  <a:pt x="1918" y="1676"/>
                </a:lnTo>
                <a:lnTo>
                  <a:pt x="1950" y="1650"/>
                </a:lnTo>
                <a:lnTo>
                  <a:pt x="1976" y="1618"/>
                </a:lnTo>
                <a:lnTo>
                  <a:pt x="1996" y="1581"/>
                </a:lnTo>
                <a:lnTo>
                  <a:pt x="2008" y="1541"/>
                </a:lnTo>
                <a:lnTo>
                  <a:pt x="2012" y="1500"/>
                </a:lnTo>
                <a:lnTo>
                  <a:pt x="2008" y="1459"/>
                </a:lnTo>
                <a:lnTo>
                  <a:pt x="1996" y="1419"/>
                </a:lnTo>
                <a:lnTo>
                  <a:pt x="1976" y="1382"/>
                </a:lnTo>
                <a:lnTo>
                  <a:pt x="1950" y="1350"/>
                </a:lnTo>
                <a:lnTo>
                  <a:pt x="1562" y="962"/>
                </a:lnTo>
                <a:lnTo>
                  <a:pt x="1540" y="942"/>
                </a:lnTo>
                <a:lnTo>
                  <a:pt x="1517" y="925"/>
                </a:lnTo>
                <a:lnTo>
                  <a:pt x="1491" y="910"/>
                </a:lnTo>
                <a:lnTo>
                  <a:pt x="1465" y="897"/>
                </a:lnTo>
                <a:lnTo>
                  <a:pt x="1437" y="887"/>
                </a:lnTo>
                <a:lnTo>
                  <a:pt x="1408" y="880"/>
                </a:lnTo>
                <a:lnTo>
                  <a:pt x="1379" y="876"/>
                </a:lnTo>
                <a:lnTo>
                  <a:pt x="1350" y="874"/>
                </a:lnTo>
                <a:lnTo>
                  <a:pt x="1321" y="876"/>
                </a:lnTo>
                <a:lnTo>
                  <a:pt x="1292" y="880"/>
                </a:lnTo>
                <a:lnTo>
                  <a:pt x="1263" y="887"/>
                </a:lnTo>
                <a:lnTo>
                  <a:pt x="1235" y="897"/>
                </a:lnTo>
                <a:lnTo>
                  <a:pt x="1209" y="910"/>
                </a:lnTo>
                <a:lnTo>
                  <a:pt x="1183" y="925"/>
                </a:lnTo>
                <a:lnTo>
                  <a:pt x="1160" y="942"/>
                </a:lnTo>
                <a:lnTo>
                  <a:pt x="1138" y="962"/>
                </a:lnTo>
                <a:lnTo>
                  <a:pt x="1050" y="1050"/>
                </a:lnTo>
                <a:lnTo>
                  <a:pt x="1018" y="1076"/>
                </a:lnTo>
                <a:lnTo>
                  <a:pt x="981" y="1096"/>
                </a:lnTo>
                <a:lnTo>
                  <a:pt x="941" y="1108"/>
                </a:lnTo>
                <a:lnTo>
                  <a:pt x="900" y="1112"/>
                </a:lnTo>
                <a:lnTo>
                  <a:pt x="859" y="1108"/>
                </a:lnTo>
                <a:lnTo>
                  <a:pt x="819" y="1096"/>
                </a:lnTo>
                <a:lnTo>
                  <a:pt x="782" y="1076"/>
                </a:lnTo>
                <a:lnTo>
                  <a:pt x="750" y="1050"/>
                </a:lnTo>
                <a:lnTo>
                  <a:pt x="724" y="1018"/>
                </a:lnTo>
                <a:lnTo>
                  <a:pt x="704" y="981"/>
                </a:lnTo>
                <a:lnTo>
                  <a:pt x="692" y="941"/>
                </a:lnTo>
                <a:lnTo>
                  <a:pt x="688" y="900"/>
                </a:lnTo>
                <a:lnTo>
                  <a:pt x="692" y="859"/>
                </a:lnTo>
                <a:lnTo>
                  <a:pt x="704" y="819"/>
                </a:lnTo>
                <a:lnTo>
                  <a:pt x="724" y="782"/>
                </a:lnTo>
                <a:lnTo>
                  <a:pt x="750" y="750"/>
                </a:lnTo>
                <a:lnTo>
                  <a:pt x="1031" y="469"/>
                </a:lnTo>
                <a:lnTo>
                  <a:pt x="1066" y="437"/>
                </a:lnTo>
                <a:lnTo>
                  <a:pt x="1104" y="407"/>
                </a:lnTo>
                <a:lnTo>
                  <a:pt x="1144" y="381"/>
                </a:lnTo>
                <a:lnTo>
                  <a:pt x="1186" y="358"/>
                </a:lnTo>
                <a:lnTo>
                  <a:pt x="1230" y="339"/>
                </a:lnTo>
                <a:lnTo>
                  <a:pt x="1275" y="324"/>
                </a:lnTo>
                <a:lnTo>
                  <a:pt x="1322" y="312"/>
                </a:lnTo>
                <a:lnTo>
                  <a:pt x="1369" y="304"/>
                </a:lnTo>
                <a:lnTo>
                  <a:pt x="1417" y="300"/>
                </a:lnTo>
                <a:lnTo>
                  <a:pt x="1465" y="300"/>
                </a:lnTo>
                <a:lnTo>
                  <a:pt x="1512" y="305"/>
                </a:lnTo>
                <a:lnTo>
                  <a:pt x="1560" y="312"/>
                </a:lnTo>
                <a:lnTo>
                  <a:pt x="1606" y="324"/>
                </a:lnTo>
                <a:lnTo>
                  <a:pt x="1651" y="340"/>
                </a:lnTo>
                <a:lnTo>
                  <a:pt x="1695" y="359"/>
                </a:lnTo>
                <a:lnTo>
                  <a:pt x="1737" y="382"/>
                </a:lnTo>
                <a:lnTo>
                  <a:pt x="1784" y="410"/>
                </a:lnTo>
                <a:lnTo>
                  <a:pt x="1792" y="415"/>
                </a:lnTo>
                <a:lnTo>
                  <a:pt x="1800" y="419"/>
                </a:lnTo>
                <a:lnTo>
                  <a:pt x="1809" y="423"/>
                </a:lnTo>
                <a:lnTo>
                  <a:pt x="1817" y="426"/>
                </a:lnTo>
                <a:lnTo>
                  <a:pt x="1826" y="429"/>
                </a:lnTo>
                <a:lnTo>
                  <a:pt x="1835" y="432"/>
                </a:lnTo>
                <a:lnTo>
                  <a:pt x="1844" y="434"/>
                </a:lnTo>
                <a:lnTo>
                  <a:pt x="1853" y="436"/>
                </a:lnTo>
                <a:lnTo>
                  <a:pt x="1862" y="437"/>
                </a:lnTo>
                <a:lnTo>
                  <a:pt x="1871" y="438"/>
                </a:lnTo>
                <a:lnTo>
                  <a:pt x="1880" y="439"/>
                </a:lnTo>
                <a:lnTo>
                  <a:pt x="1889" y="439"/>
                </a:lnTo>
                <a:lnTo>
                  <a:pt x="1899" y="438"/>
                </a:lnTo>
                <a:lnTo>
                  <a:pt x="1908" y="438"/>
                </a:lnTo>
                <a:lnTo>
                  <a:pt x="1917" y="437"/>
                </a:lnTo>
                <a:lnTo>
                  <a:pt x="1926" y="435"/>
                </a:lnTo>
                <a:lnTo>
                  <a:pt x="2100" y="400"/>
                </a:lnTo>
                <a:moveTo>
                  <a:pt x="2100" y="300"/>
                </a:moveTo>
                <a:lnTo>
                  <a:pt x="2200" y="1400"/>
                </a:lnTo>
                <a:lnTo>
                  <a:pt x="2000" y="1400"/>
                </a:lnTo>
                <a:moveTo>
                  <a:pt x="300" y="300"/>
                </a:moveTo>
                <a:lnTo>
                  <a:pt x="200" y="1400"/>
                </a:lnTo>
                <a:lnTo>
                  <a:pt x="850" y="2050"/>
                </a:lnTo>
                <a:lnTo>
                  <a:pt x="882" y="2076"/>
                </a:lnTo>
                <a:lnTo>
                  <a:pt x="919" y="2096"/>
                </a:lnTo>
                <a:lnTo>
                  <a:pt x="959" y="2108"/>
                </a:lnTo>
                <a:lnTo>
                  <a:pt x="1000" y="2112"/>
                </a:lnTo>
                <a:lnTo>
                  <a:pt x="1041" y="2108"/>
                </a:lnTo>
                <a:lnTo>
                  <a:pt x="1081" y="2096"/>
                </a:lnTo>
                <a:lnTo>
                  <a:pt x="1118" y="2076"/>
                </a:lnTo>
                <a:lnTo>
                  <a:pt x="1150" y="2050"/>
                </a:lnTo>
                <a:lnTo>
                  <a:pt x="1176" y="2018"/>
                </a:lnTo>
                <a:lnTo>
                  <a:pt x="1196" y="1981"/>
                </a:lnTo>
                <a:lnTo>
                  <a:pt x="1208" y="1941"/>
                </a:lnTo>
                <a:lnTo>
                  <a:pt x="1212" y="1900"/>
                </a:lnTo>
                <a:lnTo>
                  <a:pt x="1208" y="1859"/>
                </a:lnTo>
                <a:lnTo>
                  <a:pt x="1196" y="1819"/>
                </a:lnTo>
                <a:lnTo>
                  <a:pt x="1176" y="1782"/>
                </a:lnTo>
                <a:lnTo>
                  <a:pt x="1150" y="1750"/>
                </a:lnTo>
                <a:moveTo>
                  <a:pt x="300" y="400"/>
                </a:moveTo>
                <a:lnTo>
                  <a:pt x="1100" y="400"/>
                </a:lnTo>
              </a:path>
            </a:pathLst>
          </a:custGeom>
          <a:noFill/>
          <a:ln cap="rnd" cmpd="sng" w="19050">
            <a:solidFill>
              <a:srgbClr val="9900FF"/>
            </a:solidFill>
            <a:prstDash val="solid"/>
            <a:round/>
            <a:headEnd len="sm" w="sm" type="none"/>
            <a:tailEnd len="sm" w="sm" type="none"/>
          </a:ln>
        </p:spPr>
        <p:txBody>
          <a:bodyPr anchorCtr="0" anchor="t" bIns="23575" lIns="47200" spcFirstLastPara="1" rIns="47200" wrap="square" tIns="23575">
            <a:noAutofit/>
          </a:bodyPr>
          <a:lstStyle/>
          <a:p>
            <a:pPr indent="0" lvl="0" marL="0" marR="0" rtl="0" algn="l">
              <a:spcBef>
                <a:spcPts val="0"/>
              </a:spcBef>
              <a:spcAft>
                <a:spcPts val="0"/>
              </a:spcAft>
              <a:buNone/>
            </a:pPr>
            <a:r>
              <a:t/>
            </a:r>
            <a:endParaRPr sz="963">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pic>
        <p:nvPicPr>
          <p:cNvPr descr="preencoded.png" id="577" name="Google Shape;577;p33"/>
          <p:cNvPicPr preferRelativeResize="0"/>
          <p:nvPr/>
        </p:nvPicPr>
        <p:blipFill rotWithShape="1">
          <a:blip r:embed="rId3">
            <a:alphaModFix amt="36000"/>
          </a:blip>
          <a:srcRect b="0" l="0" r="0" t="0"/>
          <a:stretch/>
        </p:blipFill>
        <p:spPr>
          <a:xfrm>
            <a:off x="-857250" y="-666750"/>
            <a:ext cx="2476500" cy="2271006"/>
          </a:xfrm>
          <a:prstGeom prst="rect">
            <a:avLst/>
          </a:prstGeom>
          <a:noFill/>
          <a:ln>
            <a:noFill/>
          </a:ln>
        </p:spPr>
      </p:pic>
      <p:sp>
        <p:nvSpPr>
          <p:cNvPr id="578" name="Google Shape;578;p33"/>
          <p:cNvSpPr/>
          <p:nvPr/>
        </p:nvSpPr>
        <p:spPr>
          <a:xfrm>
            <a:off x="571500" y="1196913"/>
            <a:ext cx="4316730" cy="201923"/>
          </a:xfrm>
          <a:prstGeom prst="rect">
            <a:avLst/>
          </a:prstGeom>
          <a:noFill/>
          <a:ln>
            <a:noFill/>
          </a:ln>
        </p:spPr>
        <p:txBody>
          <a:bodyPr anchorCtr="0" anchor="t" bIns="12700" lIns="12700" spcFirstLastPara="1" rIns="12700" wrap="square" tIns="12700">
            <a:noAutofit/>
          </a:bodyPr>
          <a:lstStyle/>
          <a:p>
            <a:pPr indent="0" lvl="0" marL="0" marR="0" rtl="0" algn="l">
              <a:lnSpc>
                <a:spcPct val="160000"/>
              </a:lnSpc>
              <a:spcBef>
                <a:spcPts val="0"/>
              </a:spcBef>
              <a:spcAft>
                <a:spcPts val="0"/>
              </a:spcAft>
              <a:buClr>
                <a:srgbClr val="437AEF"/>
              </a:buClr>
              <a:buSzPts val="900"/>
              <a:buFont typeface="Plus Jakarta Sans"/>
              <a:buNone/>
            </a:pPr>
            <a:r>
              <a:rPr b="1" i="0" lang="en" sz="1100" u="none" cap="none" strike="noStrike">
                <a:solidFill>
                  <a:srgbClr val="437AEF"/>
                </a:solidFill>
                <a:latin typeface="Plus Jakarta Sans"/>
                <a:ea typeface="Plus Jakarta Sans"/>
                <a:cs typeface="Plus Jakarta Sans"/>
                <a:sym typeface="Plus Jakarta Sans"/>
              </a:rPr>
              <a:t>PRODUCTO</a:t>
            </a:r>
            <a:endParaRPr b="0" i="0" sz="1100" u="none" cap="none" strike="noStrike">
              <a:solidFill>
                <a:schemeClr val="dk1"/>
              </a:solidFill>
              <a:latin typeface="Calibri"/>
              <a:ea typeface="Calibri"/>
              <a:cs typeface="Calibri"/>
              <a:sym typeface="Calibri"/>
            </a:endParaRPr>
          </a:p>
        </p:txBody>
      </p:sp>
      <p:sp>
        <p:nvSpPr>
          <p:cNvPr id="579" name="Google Shape;579;p33"/>
          <p:cNvSpPr/>
          <p:nvPr/>
        </p:nvSpPr>
        <p:spPr>
          <a:xfrm>
            <a:off x="571500" y="1465510"/>
            <a:ext cx="4316730" cy="737965"/>
          </a:xfrm>
          <a:prstGeom prst="rect">
            <a:avLst/>
          </a:prstGeom>
          <a:noFill/>
          <a:ln>
            <a:noFill/>
          </a:ln>
        </p:spPr>
        <p:txBody>
          <a:bodyPr anchorCtr="0" anchor="t" bIns="12700" lIns="12700" spcFirstLastPara="1" rIns="12700" wrap="square" tIns="12700">
            <a:noAutofit/>
          </a:bodyPr>
          <a:lstStyle/>
          <a:p>
            <a:pPr indent="0" lvl="0" marL="0" marR="0" rtl="0" algn="l">
              <a:lnSpc>
                <a:spcPct val="102000"/>
              </a:lnSpc>
              <a:spcBef>
                <a:spcPts val="0"/>
              </a:spcBef>
              <a:spcAft>
                <a:spcPts val="0"/>
              </a:spcAft>
              <a:buClr>
                <a:srgbClr val="020617"/>
              </a:buClr>
              <a:buSzPts val="2800"/>
              <a:buFont typeface="Plus Jakarta Sans"/>
              <a:buNone/>
            </a:pPr>
            <a:r>
              <a:rPr i="0" lang="en" sz="2800" u="none" cap="none" strike="noStrike">
                <a:solidFill>
                  <a:srgbClr val="020617"/>
                </a:solidFill>
                <a:latin typeface="Plus Jakarta Sans ExtraBold"/>
                <a:ea typeface="Plus Jakarta Sans ExtraBold"/>
                <a:cs typeface="Plus Jakarta Sans ExtraBold"/>
                <a:sym typeface="Plus Jakarta Sans ExtraBold"/>
              </a:rPr>
              <a:t>Conversaciones que se sienten humanas</a:t>
            </a:r>
            <a:endParaRPr i="0" sz="2800" u="none" cap="none" strike="noStrike">
              <a:solidFill>
                <a:schemeClr val="dk1"/>
              </a:solidFill>
              <a:latin typeface="Plus Jakarta Sans ExtraBold"/>
              <a:ea typeface="Plus Jakarta Sans ExtraBold"/>
              <a:cs typeface="Plus Jakarta Sans ExtraBold"/>
              <a:sym typeface="Plus Jakarta Sans ExtraBold"/>
            </a:endParaRPr>
          </a:p>
        </p:txBody>
      </p:sp>
      <p:sp>
        <p:nvSpPr>
          <p:cNvPr id="580" name="Google Shape;580;p33"/>
          <p:cNvSpPr/>
          <p:nvPr/>
        </p:nvSpPr>
        <p:spPr>
          <a:xfrm>
            <a:off x="571500" y="2479700"/>
            <a:ext cx="3714900" cy="790500"/>
          </a:xfrm>
          <a:prstGeom prst="rect">
            <a:avLst/>
          </a:prstGeom>
          <a:noFill/>
          <a:ln>
            <a:noFill/>
          </a:ln>
        </p:spPr>
        <p:txBody>
          <a:bodyPr anchorCtr="0" anchor="t" bIns="12700" lIns="12700" spcFirstLastPara="1" rIns="12700" wrap="square" tIns="12700">
            <a:noAutofit/>
          </a:bodyPr>
          <a:lstStyle/>
          <a:p>
            <a:pPr indent="0" lvl="0" marL="0" marR="0" rtl="0" algn="l">
              <a:lnSpc>
                <a:spcPct val="115000"/>
              </a:lnSpc>
              <a:spcBef>
                <a:spcPts val="0"/>
              </a:spcBef>
              <a:spcAft>
                <a:spcPts val="0"/>
              </a:spcAft>
              <a:buClr>
                <a:srgbClr val="334155"/>
              </a:buClr>
              <a:buSzPts val="1400"/>
              <a:buFont typeface="Plus Jakarta Sans"/>
              <a:buNone/>
            </a:pPr>
            <a:r>
              <a:rPr b="0" i="0" lang="en" sz="1400" u="none" cap="none" strike="noStrike">
                <a:solidFill>
                  <a:srgbClr val="334155"/>
                </a:solidFill>
                <a:latin typeface="Plus Jakarta Sans"/>
                <a:ea typeface="Plus Jakarta Sans"/>
                <a:cs typeface="Plus Jakarta Sans"/>
                <a:sym typeface="Plus Jakarta Sans"/>
              </a:rPr>
              <a:t>Muestra el producto en su contexto real: el chat de WhatsApp donde sucede todo.</a:t>
            </a:r>
            <a:endParaRPr b="0" i="0" sz="1400" u="none" cap="none" strike="noStrike">
              <a:solidFill>
                <a:schemeClr val="dk1"/>
              </a:solidFill>
              <a:latin typeface="Calibri"/>
              <a:ea typeface="Calibri"/>
              <a:cs typeface="Calibri"/>
              <a:sym typeface="Calibri"/>
            </a:endParaRPr>
          </a:p>
        </p:txBody>
      </p:sp>
      <p:pic>
        <p:nvPicPr>
          <p:cNvPr descr="preencoded.png" id="581" name="Google Shape;581;p33"/>
          <p:cNvPicPr preferRelativeResize="0"/>
          <p:nvPr/>
        </p:nvPicPr>
        <p:blipFill rotWithShape="1">
          <a:blip r:embed="rId4">
            <a:alphaModFix/>
          </a:blip>
          <a:srcRect b="0" l="0" r="0" t="0"/>
          <a:stretch/>
        </p:blipFill>
        <p:spPr>
          <a:xfrm>
            <a:off x="571500" y="3289325"/>
            <a:ext cx="190500" cy="190500"/>
          </a:xfrm>
          <a:prstGeom prst="rect">
            <a:avLst/>
          </a:prstGeom>
          <a:noFill/>
          <a:ln>
            <a:noFill/>
          </a:ln>
        </p:spPr>
      </p:pic>
      <p:sp>
        <p:nvSpPr>
          <p:cNvPr id="582" name="Google Shape;582;p33"/>
          <p:cNvSpPr/>
          <p:nvPr/>
        </p:nvSpPr>
        <p:spPr>
          <a:xfrm>
            <a:off x="847725" y="3306000"/>
            <a:ext cx="2765100" cy="1761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334155"/>
              </a:buClr>
              <a:buSzPts val="1000"/>
              <a:buFont typeface="Plus Jakarta Sans"/>
              <a:buNone/>
            </a:pPr>
            <a:r>
              <a:rPr b="0" i="0" lang="en" sz="1000" u="none" cap="none" strike="noStrike">
                <a:solidFill>
                  <a:srgbClr val="334155"/>
                </a:solidFill>
                <a:latin typeface="Plus Jakarta Sans"/>
                <a:ea typeface="Plus Jakarta Sans"/>
                <a:cs typeface="Plus Jakarta Sans"/>
                <a:sym typeface="Plus Jakarta Sans"/>
              </a:rPr>
              <a:t>Responde en segundos, a cualquier hora.</a:t>
            </a:r>
            <a:endParaRPr b="0" i="0" sz="1000" u="none" cap="none" strike="noStrike">
              <a:solidFill>
                <a:schemeClr val="dk1"/>
              </a:solidFill>
              <a:latin typeface="Calibri"/>
              <a:ea typeface="Calibri"/>
              <a:cs typeface="Calibri"/>
              <a:sym typeface="Calibri"/>
            </a:endParaRPr>
          </a:p>
        </p:txBody>
      </p:sp>
      <p:pic>
        <p:nvPicPr>
          <p:cNvPr descr="preencoded.png" id="583" name="Google Shape;583;p33"/>
          <p:cNvPicPr preferRelativeResize="0"/>
          <p:nvPr/>
        </p:nvPicPr>
        <p:blipFill rotWithShape="1">
          <a:blip r:embed="rId4">
            <a:alphaModFix/>
          </a:blip>
          <a:srcRect b="0" l="0" r="0" t="0"/>
          <a:stretch/>
        </p:blipFill>
        <p:spPr>
          <a:xfrm>
            <a:off x="571500" y="3584600"/>
            <a:ext cx="190500" cy="190500"/>
          </a:xfrm>
          <a:prstGeom prst="rect">
            <a:avLst/>
          </a:prstGeom>
          <a:noFill/>
          <a:ln>
            <a:noFill/>
          </a:ln>
        </p:spPr>
      </p:pic>
      <p:sp>
        <p:nvSpPr>
          <p:cNvPr id="584" name="Google Shape;584;p33"/>
          <p:cNvSpPr/>
          <p:nvPr/>
        </p:nvSpPr>
        <p:spPr>
          <a:xfrm>
            <a:off x="847725" y="3601275"/>
            <a:ext cx="2412900" cy="1761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334155"/>
              </a:buClr>
              <a:buSzPts val="1000"/>
              <a:buFont typeface="Plus Jakarta Sans"/>
              <a:buNone/>
            </a:pPr>
            <a:r>
              <a:rPr b="0" i="0" lang="en" sz="1000" u="none" cap="none" strike="noStrike">
                <a:solidFill>
                  <a:srgbClr val="334155"/>
                </a:solidFill>
                <a:latin typeface="Plus Jakarta Sans"/>
                <a:ea typeface="Plus Jakarta Sans"/>
                <a:cs typeface="Plus Jakarta Sans"/>
                <a:sym typeface="Plus Jakarta Sans"/>
              </a:rPr>
              <a:t>Mantiene el tono de tu marca.</a:t>
            </a:r>
            <a:endParaRPr b="0" i="0" sz="1000" u="none" cap="none" strike="noStrike">
              <a:solidFill>
                <a:schemeClr val="dk1"/>
              </a:solidFill>
              <a:latin typeface="Calibri"/>
              <a:ea typeface="Calibri"/>
              <a:cs typeface="Calibri"/>
              <a:sym typeface="Calibri"/>
            </a:endParaRPr>
          </a:p>
        </p:txBody>
      </p:sp>
      <p:sp>
        <p:nvSpPr>
          <p:cNvPr id="585" name="Google Shape;585;p33"/>
          <p:cNvSpPr/>
          <p:nvPr/>
        </p:nvSpPr>
        <p:spPr>
          <a:xfrm>
            <a:off x="5895975" y="523875"/>
            <a:ext cx="1924050" cy="3924300"/>
          </a:xfrm>
          <a:prstGeom prst="roundRect">
            <a:avLst>
              <a:gd fmla="val 12871" name="adj"/>
            </a:avLst>
          </a:prstGeom>
          <a:solidFill>
            <a:srgbClr val="0A1C43"/>
          </a:solidFill>
          <a:ln>
            <a:noFill/>
          </a:ln>
          <a:effectLst>
            <a:outerShdw blurRad="666750" rotWithShape="0" algn="bl" dir="5400000" dist="285750">
              <a:srgbClr val="0A1C43">
                <a:alpha val="32156"/>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86" name="Google Shape;586;p33"/>
          <p:cNvSpPr/>
          <p:nvPr/>
        </p:nvSpPr>
        <p:spPr>
          <a:xfrm>
            <a:off x="6572250" y="647700"/>
            <a:ext cx="571500" cy="142875"/>
          </a:xfrm>
          <a:prstGeom prst="roundRect">
            <a:avLst>
              <a:gd fmla="val 50000" name="adj"/>
            </a:avLst>
          </a:prstGeom>
          <a:solidFill>
            <a:srgbClr val="0A1C43"/>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87" name="Google Shape;587;p33"/>
          <p:cNvSpPr/>
          <p:nvPr/>
        </p:nvSpPr>
        <p:spPr>
          <a:xfrm>
            <a:off x="5962650" y="590550"/>
            <a:ext cx="1790700" cy="3790950"/>
          </a:xfrm>
          <a:prstGeom prst="roundRect">
            <a:avLst>
              <a:gd fmla="val 10638" name="adj"/>
            </a:avLst>
          </a:prstGeom>
          <a:solidFill>
            <a:srgbClr val="EAEFF5"/>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88" name="Google Shape;588;p33"/>
          <p:cNvSpPr/>
          <p:nvPr/>
        </p:nvSpPr>
        <p:spPr>
          <a:xfrm>
            <a:off x="6057900" y="1238250"/>
            <a:ext cx="1280145" cy="376238"/>
          </a:xfrm>
          <a:prstGeom prst="roundRect">
            <a:avLst>
              <a:gd fmla="val 22785" name="adj"/>
            </a:avLst>
          </a:prstGeom>
          <a:solidFill>
            <a:srgbClr val="FFFFFF"/>
          </a:solidFill>
          <a:ln>
            <a:noFill/>
          </a:ln>
          <a:effectLst>
            <a:outerShdw blurRad="28575" rotWithShape="0" algn="bl" dir="5400000" dist="9525">
              <a:srgbClr val="000000">
                <a:alpha val="5882"/>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89" name="Google Shape;589;p33"/>
          <p:cNvSpPr/>
          <p:nvPr/>
        </p:nvSpPr>
        <p:spPr>
          <a:xfrm>
            <a:off x="6143625" y="1304925"/>
            <a:ext cx="1147099" cy="26193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E293B"/>
              </a:buClr>
              <a:buSzPts val="800"/>
              <a:buFont typeface="Plus Jakarta Sans"/>
              <a:buNone/>
            </a:pPr>
            <a:r>
              <a:rPr b="0" i="0" lang="en" sz="700" u="none" cap="none" strike="noStrike">
                <a:solidFill>
                  <a:srgbClr val="1E293B"/>
                </a:solidFill>
                <a:latin typeface="Plus Jakarta Sans"/>
                <a:ea typeface="Plus Jakarta Sans"/>
                <a:cs typeface="Plus Jakarta Sans"/>
                <a:sym typeface="Plus Jakarta Sans"/>
              </a:rPr>
              <a:t>Hola, quiero más información</a:t>
            </a:r>
            <a:endParaRPr b="0" i="0" sz="700" u="none" cap="none" strike="noStrike">
              <a:solidFill>
                <a:schemeClr val="dk1"/>
              </a:solidFill>
              <a:latin typeface="Calibri"/>
              <a:ea typeface="Calibri"/>
              <a:cs typeface="Calibri"/>
              <a:sym typeface="Calibri"/>
            </a:endParaRPr>
          </a:p>
        </p:txBody>
      </p:sp>
      <p:sp>
        <p:nvSpPr>
          <p:cNvPr id="590" name="Google Shape;590;p33"/>
          <p:cNvSpPr/>
          <p:nvPr/>
        </p:nvSpPr>
        <p:spPr>
          <a:xfrm>
            <a:off x="6313959" y="1681163"/>
            <a:ext cx="1344141" cy="497681"/>
          </a:xfrm>
          <a:prstGeom prst="roundRect">
            <a:avLst>
              <a:gd fmla="val 17225" name="adj"/>
            </a:avLst>
          </a:prstGeom>
          <a:solidFill>
            <a:srgbClr val="437AE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91" name="Google Shape;591;p33"/>
          <p:cNvSpPr/>
          <p:nvPr/>
        </p:nvSpPr>
        <p:spPr>
          <a:xfrm>
            <a:off x="6399684" y="1747838"/>
            <a:ext cx="1213015" cy="383381"/>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800"/>
              <a:buFont typeface="Plus Jakarta Sans"/>
              <a:buNone/>
            </a:pPr>
            <a:r>
              <a:rPr b="0" i="0" lang="en" sz="700" u="none" cap="none" strike="noStrike">
                <a:solidFill>
                  <a:srgbClr val="FFFFFF"/>
                </a:solidFill>
                <a:latin typeface="Plus Jakarta Sans"/>
                <a:ea typeface="Plus Jakarta Sans"/>
                <a:cs typeface="Plus Jakarta Sans"/>
                <a:sym typeface="Plus Jakarta Sans"/>
              </a:rPr>
              <a:t>¡Hola! Con gusto. ¿Buscas un plan personal o para tu empresa?</a:t>
            </a:r>
            <a:endParaRPr b="0" i="0" sz="700" u="none" cap="none" strike="noStrike">
              <a:solidFill>
                <a:schemeClr val="dk1"/>
              </a:solidFill>
              <a:latin typeface="Calibri"/>
              <a:ea typeface="Calibri"/>
              <a:cs typeface="Calibri"/>
              <a:sym typeface="Calibri"/>
            </a:endParaRPr>
          </a:p>
        </p:txBody>
      </p:sp>
      <p:sp>
        <p:nvSpPr>
          <p:cNvPr id="592" name="Google Shape;592;p33"/>
          <p:cNvSpPr/>
          <p:nvPr/>
        </p:nvSpPr>
        <p:spPr>
          <a:xfrm>
            <a:off x="6057900" y="2245519"/>
            <a:ext cx="913098" cy="254794"/>
          </a:xfrm>
          <a:prstGeom prst="roundRect">
            <a:avLst>
              <a:gd fmla="val 33645" name="adj"/>
            </a:avLst>
          </a:prstGeom>
          <a:solidFill>
            <a:srgbClr val="FFFFFF"/>
          </a:solidFill>
          <a:ln>
            <a:noFill/>
          </a:ln>
          <a:effectLst>
            <a:outerShdw blurRad="28575" rotWithShape="0" algn="bl" dir="5400000" dist="9525">
              <a:srgbClr val="000000">
                <a:alpha val="5882"/>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93" name="Google Shape;593;p33"/>
          <p:cNvSpPr/>
          <p:nvPr/>
        </p:nvSpPr>
        <p:spPr>
          <a:xfrm>
            <a:off x="6143625" y="2312193"/>
            <a:ext cx="779748" cy="140494"/>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E293B"/>
              </a:buClr>
              <a:buSzPts val="800"/>
              <a:buFont typeface="Plus Jakarta Sans"/>
              <a:buNone/>
            </a:pPr>
            <a:r>
              <a:rPr b="0" i="0" lang="en" sz="700" u="none" cap="none" strike="noStrike">
                <a:solidFill>
                  <a:srgbClr val="1E293B"/>
                </a:solidFill>
                <a:latin typeface="Plus Jakarta Sans"/>
                <a:ea typeface="Plus Jakarta Sans"/>
                <a:cs typeface="Plus Jakarta Sans"/>
                <a:sym typeface="Plus Jakarta Sans"/>
              </a:rPr>
              <a:t>Para mi empresa</a:t>
            </a:r>
            <a:endParaRPr b="0" i="0" sz="700" u="none" cap="none" strike="noStrike">
              <a:solidFill>
                <a:schemeClr val="dk1"/>
              </a:solidFill>
              <a:latin typeface="Calibri"/>
              <a:ea typeface="Calibri"/>
              <a:cs typeface="Calibri"/>
              <a:sym typeface="Calibri"/>
            </a:endParaRPr>
          </a:p>
        </p:txBody>
      </p:sp>
      <p:sp>
        <p:nvSpPr>
          <p:cNvPr id="594" name="Google Shape;594;p33"/>
          <p:cNvSpPr/>
          <p:nvPr/>
        </p:nvSpPr>
        <p:spPr>
          <a:xfrm>
            <a:off x="6313959" y="2566988"/>
            <a:ext cx="1344141" cy="619125"/>
          </a:xfrm>
          <a:prstGeom prst="roundRect">
            <a:avLst>
              <a:gd fmla="val 13846" name="adj"/>
            </a:avLst>
          </a:prstGeom>
          <a:solidFill>
            <a:srgbClr val="437AE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95" name="Google Shape;595;p33"/>
          <p:cNvSpPr/>
          <p:nvPr/>
        </p:nvSpPr>
        <p:spPr>
          <a:xfrm>
            <a:off x="6399684" y="2633663"/>
            <a:ext cx="1213015" cy="504825"/>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800"/>
              <a:buFont typeface="Plus Jakarta Sans"/>
              <a:buNone/>
            </a:pPr>
            <a:r>
              <a:rPr b="0" i="0" lang="en" sz="700" u="none" cap="none" strike="noStrike">
                <a:solidFill>
                  <a:srgbClr val="FFFFFF"/>
                </a:solidFill>
                <a:latin typeface="Plus Jakarta Sans"/>
                <a:ea typeface="Plus Jakarta Sans"/>
                <a:cs typeface="Plus Jakarta Sans"/>
                <a:sym typeface="Plus Jakarta Sans"/>
              </a:rPr>
              <a:t>Perfecto. Te puedo agendar una demo esta semana. ¿Te acomoda el jueves?</a:t>
            </a:r>
            <a:endParaRPr b="0" i="0" sz="700" u="none" cap="none" strike="noStrike">
              <a:solidFill>
                <a:schemeClr val="dk1"/>
              </a:solidFill>
              <a:latin typeface="Calibri"/>
              <a:ea typeface="Calibri"/>
              <a:cs typeface="Calibri"/>
              <a:sym typeface="Calibri"/>
            </a:endParaRPr>
          </a:p>
        </p:txBody>
      </p:sp>
      <p:sp>
        <p:nvSpPr>
          <p:cNvPr id="596" name="Google Shape;596;p33"/>
          <p:cNvSpPr/>
          <p:nvPr/>
        </p:nvSpPr>
        <p:spPr>
          <a:xfrm>
            <a:off x="5962650" y="4002882"/>
            <a:ext cx="1790700" cy="4763"/>
          </a:xfrm>
          <a:prstGeom prst="rect">
            <a:avLst/>
          </a:prstGeom>
          <a:solidFill>
            <a:srgbClr val="E2E8F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descr="preencoded.png" id="597" name="Google Shape;597;p33"/>
          <p:cNvPicPr preferRelativeResize="0"/>
          <p:nvPr/>
        </p:nvPicPr>
        <p:blipFill rotWithShape="1">
          <a:blip r:embed="rId5">
            <a:alphaModFix/>
          </a:blip>
          <a:srcRect b="0" l="0" r="0" t="0"/>
          <a:stretch/>
        </p:blipFill>
        <p:spPr>
          <a:xfrm>
            <a:off x="571500" y="4767263"/>
            <a:ext cx="664369" cy="128588"/>
          </a:xfrm>
          <a:prstGeom prst="rect">
            <a:avLst/>
          </a:prstGeom>
          <a:noFill/>
          <a:ln>
            <a:noFill/>
          </a:ln>
        </p:spPr>
      </p:pic>
      <p:sp>
        <p:nvSpPr>
          <p:cNvPr id="598" name="Google Shape;598;p33"/>
          <p:cNvSpPr/>
          <p:nvPr/>
        </p:nvSpPr>
        <p:spPr>
          <a:xfrm>
            <a:off x="8466200" y="4777978"/>
            <a:ext cx="144401" cy="1262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94A3B8"/>
              </a:buClr>
              <a:buSzPts val="700"/>
              <a:buFont typeface="Plus Jakarta Sans"/>
              <a:buNone/>
            </a:pPr>
            <a:r>
              <a:rPr b="1" i="0" lang="en" sz="700" u="none" cap="none" strike="noStrike">
                <a:solidFill>
                  <a:srgbClr val="94A3B8"/>
                </a:solidFill>
                <a:latin typeface="Plus Jakarta Sans"/>
                <a:ea typeface="Plus Jakarta Sans"/>
                <a:cs typeface="Plus Jakarta Sans"/>
                <a:sym typeface="Plus Jakarta Sans"/>
              </a:rPr>
              <a:t>16</a:t>
            </a:r>
            <a:endParaRPr b="0" i="0" sz="700" u="none" cap="none" strike="noStrike">
              <a:solidFill>
                <a:schemeClr val="dk1"/>
              </a:solidFill>
              <a:latin typeface="Calibri"/>
              <a:ea typeface="Calibri"/>
              <a:cs typeface="Calibri"/>
              <a:sym typeface="Calibri"/>
            </a:endParaRPr>
          </a:p>
        </p:txBody>
      </p:sp>
      <p:sp>
        <p:nvSpPr>
          <p:cNvPr id="599" name="Google Shape;599;p33"/>
          <p:cNvSpPr/>
          <p:nvPr/>
        </p:nvSpPr>
        <p:spPr>
          <a:xfrm>
            <a:off x="5962650" y="590859"/>
            <a:ext cx="1790700" cy="504900"/>
          </a:xfrm>
          <a:prstGeom prst="round2SameRect">
            <a:avLst>
              <a:gd fmla="val 34834" name="adj1"/>
              <a:gd fmla="val 0" name="adj2"/>
            </a:avLst>
          </a:prstGeom>
          <a:solidFill>
            <a:srgbClr val="437A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0" name="Google Shape;600;p33"/>
          <p:cNvSpPr/>
          <p:nvPr/>
        </p:nvSpPr>
        <p:spPr>
          <a:xfrm>
            <a:off x="6076950" y="741929"/>
            <a:ext cx="228600" cy="228600"/>
          </a:xfrm>
          <a:prstGeom prst="ellipse">
            <a:avLst/>
          </a:prstGeom>
          <a:solidFill>
            <a:srgbClr val="FFFF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descr="preencoded.png" id="601" name="Google Shape;601;p33"/>
          <p:cNvPicPr preferRelativeResize="0"/>
          <p:nvPr/>
        </p:nvPicPr>
        <p:blipFill rotWithShape="1">
          <a:blip r:embed="rId6">
            <a:alphaModFix/>
          </a:blip>
          <a:srcRect b="0" l="0" r="0" t="0"/>
          <a:stretch/>
        </p:blipFill>
        <p:spPr>
          <a:xfrm>
            <a:off x="6129338" y="794317"/>
            <a:ext cx="123825" cy="123825"/>
          </a:xfrm>
          <a:prstGeom prst="rect">
            <a:avLst/>
          </a:prstGeom>
          <a:noFill/>
          <a:ln>
            <a:noFill/>
          </a:ln>
        </p:spPr>
      </p:pic>
      <p:sp>
        <p:nvSpPr>
          <p:cNvPr id="602" name="Google Shape;602;p33"/>
          <p:cNvSpPr/>
          <p:nvPr/>
        </p:nvSpPr>
        <p:spPr>
          <a:xfrm>
            <a:off x="6372225" y="744311"/>
            <a:ext cx="902100" cy="1524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800"/>
              <a:buFont typeface="Plus Jakarta Sans"/>
              <a:buNone/>
            </a:pPr>
            <a:r>
              <a:rPr b="1" i="0" lang="en" sz="800" u="none" cap="none" strike="noStrike">
                <a:solidFill>
                  <a:srgbClr val="FFFFFF"/>
                </a:solidFill>
                <a:latin typeface="Plus Jakarta Sans"/>
                <a:ea typeface="Plus Jakarta Sans"/>
                <a:cs typeface="Plus Jakarta Sans"/>
                <a:sym typeface="Plus Jakarta Sans"/>
              </a:rPr>
              <a:t>Asistente Vambe</a:t>
            </a:r>
            <a:endParaRPr b="0" i="0" sz="800" u="none" cap="none" strike="noStrike">
              <a:solidFill>
                <a:schemeClr val="dk1"/>
              </a:solidFill>
              <a:latin typeface="Calibri"/>
              <a:ea typeface="Calibri"/>
              <a:cs typeface="Calibri"/>
              <a:sym typeface="Calibri"/>
            </a:endParaRPr>
          </a:p>
        </p:txBody>
      </p:sp>
      <p:sp>
        <p:nvSpPr>
          <p:cNvPr id="603" name="Google Shape;603;p33"/>
          <p:cNvSpPr/>
          <p:nvPr/>
        </p:nvSpPr>
        <p:spPr>
          <a:xfrm>
            <a:off x="6372225" y="877661"/>
            <a:ext cx="902100" cy="1095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600"/>
              <a:buFont typeface="Plus Jakarta Sans"/>
              <a:buNone/>
            </a:pPr>
            <a:r>
              <a:rPr b="0" i="0" lang="en" sz="600" u="none" cap="none" strike="noStrike">
                <a:solidFill>
                  <a:srgbClr val="FFFFFF"/>
                </a:solidFill>
                <a:latin typeface="Plus Jakarta Sans"/>
                <a:ea typeface="Plus Jakarta Sans"/>
                <a:cs typeface="Plus Jakarta Sans"/>
                <a:sym typeface="Plus Jakarta Sans"/>
              </a:rPr>
              <a:t>en línea</a:t>
            </a:r>
            <a:endParaRPr b="0" i="0" sz="600" u="none" cap="none" strike="noStrike">
              <a:solidFill>
                <a:schemeClr val="dk1"/>
              </a:solidFill>
              <a:latin typeface="Calibri"/>
              <a:ea typeface="Calibri"/>
              <a:cs typeface="Calibri"/>
              <a:sym typeface="Calibri"/>
            </a:endParaRPr>
          </a:p>
        </p:txBody>
      </p:sp>
      <p:sp>
        <p:nvSpPr>
          <p:cNvPr id="604" name="Google Shape;604;p33"/>
          <p:cNvSpPr/>
          <p:nvPr/>
        </p:nvSpPr>
        <p:spPr>
          <a:xfrm rot="10800000">
            <a:off x="5962650" y="3996281"/>
            <a:ext cx="1790700" cy="383400"/>
          </a:xfrm>
          <a:prstGeom prst="round2SameRect">
            <a:avLst>
              <a:gd fmla="val 50000" name="adj1"/>
              <a:gd fmla="val 0" name="adj2"/>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5" name="Google Shape;605;p33"/>
          <p:cNvSpPr/>
          <p:nvPr/>
        </p:nvSpPr>
        <p:spPr>
          <a:xfrm>
            <a:off x="6057900" y="4083844"/>
            <a:ext cx="1333500" cy="221457"/>
          </a:xfrm>
          <a:prstGeom prst="roundRect">
            <a:avLst>
              <a:gd fmla="val 50000" name="adj"/>
            </a:avLst>
          </a:prstGeom>
          <a:solidFill>
            <a:srgbClr val="F1F5F9"/>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06" name="Google Shape;606;p33"/>
          <p:cNvSpPr/>
          <p:nvPr/>
        </p:nvSpPr>
        <p:spPr>
          <a:xfrm>
            <a:off x="6143625" y="4140994"/>
            <a:ext cx="1202055" cy="1262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94A3B8"/>
              </a:buClr>
              <a:buSzPts val="700"/>
              <a:buFont typeface="Plus Jakarta Sans"/>
              <a:buNone/>
            </a:pPr>
            <a:r>
              <a:rPr b="0" i="0" lang="en" sz="700" u="none" cap="none" strike="noStrike">
                <a:solidFill>
                  <a:srgbClr val="94A3B8"/>
                </a:solidFill>
                <a:latin typeface="Plus Jakarta Sans"/>
                <a:ea typeface="Plus Jakarta Sans"/>
                <a:cs typeface="Plus Jakarta Sans"/>
                <a:sym typeface="Plus Jakarta Sans"/>
              </a:rPr>
              <a:t>Escribe un mensaje…</a:t>
            </a:r>
            <a:endParaRPr b="0" i="0" sz="700" u="none" cap="none" strike="noStrike">
              <a:solidFill>
                <a:schemeClr val="dk1"/>
              </a:solidFill>
              <a:latin typeface="Calibri"/>
              <a:ea typeface="Calibri"/>
              <a:cs typeface="Calibri"/>
              <a:sym typeface="Calibri"/>
            </a:endParaRPr>
          </a:p>
        </p:txBody>
      </p:sp>
      <p:sp>
        <p:nvSpPr>
          <p:cNvPr id="607" name="Google Shape;607;p33"/>
          <p:cNvSpPr/>
          <p:nvPr/>
        </p:nvSpPr>
        <p:spPr>
          <a:xfrm>
            <a:off x="7448550" y="4089797"/>
            <a:ext cx="209550" cy="209550"/>
          </a:xfrm>
          <a:prstGeom prst="ellipse">
            <a:avLst/>
          </a:prstGeom>
          <a:solidFill>
            <a:srgbClr val="437AE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34"/>
          <p:cNvSpPr/>
          <p:nvPr/>
        </p:nvSpPr>
        <p:spPr>
          <a:xfrm>
            <a:off x="571500" y="1294804"/>
            <a:ext cx="8001000" cy="3220046"/>
          </a:xfrm>
          <a:prstGeom prst="roundRect">
            <a:avLst>
              <a:gd fmla="val 3254" name="adj"/>
            </a:avLst>
          </a:prstGeom>
          <a:solidFill>
            <a:srgbClr val="FFFFFF"/>
          </a:solidFill>
          <a:ln cap="flat" cmpd="sng" w="9525">
            <a:solidFill>
              <a:srgbClr val="E2E8F0"/>
            </a:solidFill>
            <a:prstDash val="solid"/>
            <a:round/>
            <a:headEnd len="sm" w="sm" type="none"/>
            <a:tailEnd len="sm" w="sm" type="none"/>
          </a:ln>
          <a:effectLst>
            <a:outerShdw blurRad="571500" rotWithShape="0" algn="bl" dir="5400000" dist="228600">
              <a:srgbClr val="0A1C43">
                <a:alpha val="16078"/>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14" name="Google Shape;614;p34"/>
          <p:cNvSpPr/>
          <p:nvPr/>
        </p:nvSpPr>
        <p:spPr>
          <a:xfrm>
            <a:off x="576275" y="1298350"/>
            <a:ext cx="7991400" cy="263100"/>
          </a:xfrm>
          <a:prstGeom prst="round2SameRect">
            <a:avLst>
              <a:gd fmla="val 21148" name="adj1"/>
              <a:gd fmla="val 0" name="adj2"/>
            </a:avLst>
          </a:prstGeom>
          <a:solidFill>
            <a:srgbClr val="F9FA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5" name="Google Shape;615;p34"/>
          <p:cNvSpPr/>
          <p:nvPr/>
        </p:nvSpPr>
        <p:spPr>
          <a:xfrm>
            <a:off x="571500" y="457200"/>
            <a:ext cx="8241030" cy="201922"/>
          </a:xfrm>
          <a:prstGeom prst="rect">
            <a:avLst/>
          </a:prstGeom>
          <a:noFill/>
          <a:ln>
            <a:noFill/>
          </a:ln>
        </p:spPr>
        <p:txBody>
          <a:bodyPr anchorCtr="0" anchor="t" bIns="12700" lIns="12700" spcFirstLastPara="1" rIns="12700" wrap="square" tIns="12700">
            <a:noAutofit/>
          </a:bodyPr>
          <a:lstStyle/>
          <a:p>
            <a:pPr indent="0" lvl="0" marL="0" marR="0" rtl="0" algn="l">
              <a:lnSpc>
                <a:spcPct val="160000"/>
              </a:lnSpc>
              <a:spcBef>
                <a:spcPts val="0"/>
              </a:spcBef>
              <a:spcAft>
                <a:spcPts val="0"/>
              </a:spcAft>
              <a:buClr>
                <a:srgbClr val="437AEF"/>
              </a:buClr>
              <a:buSzPts val="900"/>
              <a:buFont typeface="Plus Jakarta Sans"/>
              <a:buNone/>
            </a:pPr>
            <a:r>
              <a:rPr b="1" i="0" lang="en" sz="1100" u="none" cap="none" strike="noStrike">
                <a:solidFill>
                  <a:srgbClr val="437AEF"/>
                </a:solidFill>
                <a:latin typeface="Plus Jakarta Sans"/>
                <a:ea typeface="Plus Jakarta Sans"/>
                <a:cs typeface="Plus Jakarta Sans"/>
                <a:sym typeface="Plus Jakarta Sans"/>
              </a:rPr>
              <a:t>PLATAFORMA</a:t>
            </a:r>
            <a:endParaRPr b="0" i="0" sz="1300" u="none" cap="none" strike="noStrike">
              <a:solidFill>
                <a:schemeClr val="dk1"/>
              </a:solidFill>
              <a:latin typeface="Calibri"/>
              <a:ea typeface="Calibri"/>
              <a:cs typeface="Calibri"/>
              <a:sym typeface="Calibri"/>
            </a:endParaRPr>
          </a:p>
        </p:txBody>
      </p:sp>
      <p:sp>
        <p:nvSpPr>
          <p:cNvPr id="616" name="Google Shape;616;p34"/>
          <p:cNvSpPr/>
          <p:nvPr/>
        </p:nvSpPr>
        <p:spPr>
          <a:xfrm>
            <a:off x="571500" y="725798"/>
            <a:ext cx="8241030" cy="378507"/>
          </a:xfrm>
          <a:prstGeom prst="rect">
            <a:avLst/>
          </a:prstGeom>
          <a:noFill/>
          <a:ln>
            <a:noFill/>
          </a:ln>
        </p:spPr>
        <p:txBody>
          <a:bodyPr anchorCtr="0" anchor="t" bIns="12700" lIns="12700" spcFirstLastPara="1" rIns="12700" wrap="square" tIns="12700">
            <a:noAutofit/>
          </a:bodyPr>
          <a:lstStyle/>
          <a:p>
            <a:pPr indent="0" lvl="0" marL="0" marR="0" rtl="0" algn="l">
              <a:lnSpc>
                <a:spcPct val="102000"/>
              </a:lnSpc>
              <a:spcBef>
                <a:spcPts val="0"/>
              </a:spcBef>
              <a:spcAft>
                <a:spcPts val="0"/>
              </a:spcAft>
              <a:buClr>
                <a:srgbClr val="020617"/>
              </a:buClr>
              <a:buSzPts val="2800"/>
              <a:buFont typeface="Plus Jakarta Sans"/>
              <a:buNone/>
            </a:pPr>
            <a:r>
              <a:rPr i="0" lang="en" sz="2800" u="none" cap="none" strike="noStrike">
                <a:solidFill>
                  <a:srgbClr val="020617"/>
                </a:solidFill>
                <a:latin typeface="Plus Jakarta Sans ExtraBold"/>
                <a:ea typeface="Plus Jakarta Sans ExtraBold"/>
                <a:cs typeface="Plus Jakarta Sans ExtraBold"/>
                <a:sym typeface="Plus Jakarta Sans ExtraBold"/>
              </a:rPr>
              <a:t>Todo en un solo lugar</a:t>
            </a:r>
            <a:endParaRPr i="0" sz="2800" u="none" cap="none" strike="noStrike">
              <a:solidFill>
                <a:schemeClr val="dk1"/>
              </a:solidFill>
              <a:latin typeface="Plus Jakarta Sans ExtraBold"/>
              <a:ea typeface="Plus Jakarta Sans ExtraBold"/>
              <a:cs typeface="Plus Jakarta Sans ExtraBold"/>
              <a:sym typeface="Plus Jakarta Sans ExtraBold"/>
            </a:endParaRPr>
          </a:p>
        </p:txBody>
      </p:sp>
      <p:sp>
        <p:nvSpPr>
          <p:cNvPr id="617" name="Google Shape;617;p34"/>
          <p:cNvSpPr/>
          <p:nvPr/>
        </p:nvSpPr>
        <p:spPr>
          <a:xfrm>
            <a:off x="576263" y="1561505"/>
            <a:ext cx="7991475" cy="4763"/>
          </a:xfrm>
          <a:prstGeom prst="rect">
            <a:avLst/>
          </a:prstGeom>
          <a:solidFill>
            <a:srgbClr val="E2E8F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18" name="Google Shape;618;p34"/>
          <p:cNvSpPr/>
          <p:nvPr/>
        </p:nvSpPr>
        <p:spPr>
          <a:xfrm>
            <a:off x="681038" y="1397199"/>
            <a:ext cx="66675" cy="66675"/>
          </a:xfrm>
          <a:prstGeom prst="ellipse">
            <a:avLst/>
          </a:prstGeom>
          <a:solidFill>
            <a:srgbClr val="CBD5E1"/>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19" name="Google Shape;619;p34"/>
          <p:cNvSpPr/>
          <p:nvPr/>
        </p:nvSpPr>
        <p:spPr>
          <a:xfrm>
            <a:off x="795338" y="1397199"/>
            <a:ext cx="66675" cy="66675"/>
          </a:xfrm>
          <a:prstGeom prst="ellipse">
            <a:avLst/>
          </a:prstGeom>
          <a:solidFill>
            <a:srgbClr val="B9C6D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20" name="Google Shape;620;p34"/>
          <p:cNvSpPr/>
          <p:nvPr/>
        </p:nvSpPr>
        <p:spPr>
          <a:xfrm>
            <a:off x="909638" y="1397199"/>
            <a:ext cx="66675" cy="66675"/>
          </a:xfrm>
          <a:prstGeom prst="ellipse">
            <a:avLst/>
          </a:prstGeom>
          <a:solidFill>
            <a:srgbClr val="94A3B8"/>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21" name="Google Shape;621;p34"/>
          <p:cNvSpPr/>
          <p:nvPr/>
        </p:nvSpPr>
        <p:spPr>
          <a:xfrm>
            <a:off x="1119188" y="1343620"/>
            <a:ext cx="779561" cy="173832"/>
          </a:xfrm>
          <a:prstGeom prst="roundRect">
            <a:avLst>
              <a:gd fmla="val 50000" name="adj"/>
            </a:avLst>
          </a:prstGeom>
          <a:solidFill>
            <a:srgbClr val="FFFFFF"/>
          </a:solidFill>
          <a:ln cap="flat" cmpd="sng" w="9525">
            <a:solidFill>
              <a:srgbClr val="E2E8F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22" name="Google Shape;622;p34"/>
          <p:cNvSpPr/>
          <p:nvPr/>
        </p:nvSpPr>
        <p:spPr>
          <a:xfrm>
            <a:off x="1228725" y="1364370"/>
            <a:ext cx="598500" cy="1263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94A3B8"/>
              </a:buClr>
              <a:buSzPts val="700"/>
              <a:buFont typeface="Plus Jakarta Sans"/>
              <a:buNone/>
            </a:pPr>
            <a:r>
              <a:rPr b="0" i="0" lang="en" sz="700" u="none" cap="none" strike="noStrike">
                <a:solidFill>
                  <a:srgbClr val="94A3B8"/>
                </a:solidFill>
                <a:latin typeface="Plus Jakarta Sans"/>
                <a:ea typeface="Plus Jakarta Sans"/>
                <a:cs typeface="Plus Jakarta Sans"/>
                <a:sym typeface="Plus Jakarta Sans"/>
              </a:rPr>
              <a:t>app.vambe.ai</a:t>
            </a:r>
            <a:endParaRPr b="0" i="0" sz="700" u="none" cap="none" strike="noStrike">
              <a:solidFill>
                <a:schemeClr val="dk1"/>
              </a:solidFill>
              <a:latin typeface="Calibri"/>
              <a:ea typeface="Calibri"/>
              <a:cs typeface="Calibri"/>
              <a:sym typeface="Calibri"/>
            </a:endParaRPr>
          </a:p>
        </p:txBody>
      </p:sp>
      <p:sp>
        <p:nvSpPr>
          <p:cNvPr id="623" name="Google Shape;623;p34"/>
          <p:cNvSpPr/>
          <p:nvPr/>
        </p:nvSpPr>
        <p:spPr>
          <a:xfrm>
            <a:off x="1714500" y="1566267"/>
            <a:ext cx="4763" cy="2943821"/>
          </a:xfrm>
          <a:prstGeom prst="rect">
            <a:avLst/>
          </a:prstGeom>
          <a:solidFill>
            <a:srgbClr val="E2E8F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descr="preencoded.png" id="624" name="Google Shape;624;p34"/>
          <p:cNvPicPr preferRelativeResize="0"/>
          <p:nvPr/>
        </p:nvPicPr>
        <p:blipFill rotWithShape="1">
          <a:blip r:embed="rId3">
            <a:alphaModFix/>
          </a:blip>
          <a:srcRect b="0" l="0" r="0" t="0"/>
          <a:stretch/>
        </p:blipFill>
        <p:spPr>
          <a:xfrm>
            <a:off x="700100" y="1709155"/>
            <a:ext cx="919150" cy="177900"/>
          </a:xfrm>
          <a:prstGeom prst="rect">
            <a:avLst/>
          </a:prstGeom>
          <a:noFill/>
          <a:ln>
            <a:noFill/>
          </a:ln>
        </p:spPr>
      </p:pic>
      <p:sp>
        <p:nvSpPr>
          <p:cNvPr id="625" name="Google Shape;625;p34"/>
          <p:cNvSpPr/>
          <p:nvPr/>
        </p:nvSpPr>
        <p:spPr>
          <a:xfrm>
            <a:off x="671513" y="1994892"/>
            <a:ext cx="947738" cy="235744"/>
          </a:xfrm>
          <a:prstGeom prst="roundRect">
            <a:avLst>
              <a:gd fmla="val 24242" name="adj"/>
            </a:avLst>
          </a:prstGeom>
          <a:solidFill>
            <a:srgbClr val="E2EA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descr="preencoded.png" id="626" name="Google Shape;626;p34"/>
          <p:cNvPicPr preferRelativeResize="0"/>
          <p:nvPr/>
        </p:nvPicPr>
        <p:blipFill rotWithShape="1">
          <a:blip r:embed="rId4">
            <a:alphaModFix/>
          </a:blip>
          <a:srcRect b="0" l="0" r="0" t="0"/>
          <a:stretch/>
        </p:blipFill>
        <p:spPr>
          <a:xfrm>
            <a:off x="738188" y="2060377"/>
            <a:ext cx="104775" cy="104775"/>
          </a:xfrm>
          <a:prstGeom prst="rect">
            <a:avLst/>
          </a:prstGeom>
          <a:noFill/>
          <a:ln>
            <a:noFill/>
          </a:ln>
        </p:spPr>
      </p:pic>
      <p:sp>
        <p:nvSpPr>
          <p:cNvPr id="627" name="Google Shape;627;p34"/>
          <p:cNvSpPr/>
          <p:nvPr/>
        </p:nvSpPr>
        <p:spPr>
          <a:xfrm>
            <a:off x="900113" y="2052042"/>
            <a:ext cx="417649" cy="14049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37AEF"/>
              </a:buClr>
              <a:buSzPts val="800"/>
              <a:buFont typeface="Plus Jakarta Sans"/>
              <a:buNone/>
            </a:pPr>
            <a:r>
              <a:rPr b="1" i="0" lang="en" sz="800" u="none" cap="none" strike="noStrike">
                <a:solidFill>
                  <a:srgbClr val="437AEF"/>
                </a:solidFill>
                <a:latin typeface="Plus Jakarta Sans"/>
                <a:ea typeface="Plus Jakarta Sans"/>
                <a:cs typeface="Plus Jakarta Sans"/>
                <a:sym typeface="Plus Jakarta Sans"/>
              </a:rPr>
              <a:t>Bloques</a:t>
            </a:r>
            <a:endParaRPr b="0" i="0" sz="800" u="none" cap="none" strike="noStrike">
              <a:solidFill>
                <a:schemeClr val="dk1"/>
              </a:solidFill>
              <a:latin typeface="Calibri"/>
              <a:ea typeface="Calibri"/>
              <a:cs typeface="Calibri"/>
              <a:sym typeface="Calibri"/>
            </a:endParaRPr>
          </a:p>
        </p:txBody>
      </p:sp>
      <p:pic>
        <p:nvPicPr>
          <p:cNvPr descr="preencoded.png" id="628" name="Google Shape;628;p34"/>
          <p:cNvPicPr preferRelativeResize="0"/>
          <p:nvPr/>
        </p:nvPicPr>
        <p:blipFill rotWithShape="1">
          <a:blip r:embed="rId5">
            <a:alphaModFix/>
          </a:blip>
          <a:srcRect b="0" l="0" r="0" t="0"/>
          <a:stretch/>
        </p:blipFill>
        <p:spPr>
          <a:xfrm>
            <a:off x="738234" y="2334225"/>
            <a:ext cx="104775" cy="104775"/>
          </a:xfrm>
          <a:prstGeom prst="rect">
            <a:avLst/>
          </a:prstGeom>
          <a:noFill/>
          <a:ln>
            <a:noFill/>
          </a:ln>
        </p:spPr>
      </p:pic>
      <p:sp>
        <p:nvSpPr>
          <p:cNvPr id="629" name="Google Shape;629;p34"/>
          <p:cNvSpPr/>
          <p:nvPr/>
        </p:nvSpPr>
        <p:spPr>
          <a:xfrm>
            <a:off x="900125" y="2325875"/>
            <a:ext cx="837000" cy="140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800"/>
              <a:buFont typeface="Plus Jakarta Sans"/>
              <a:buNone/>
            </a:pPr>
            <a:r>
              <a:rPr b="0" i="0" lang="en" sz="700" u="none" cap="none" strike="noStrike">
                <a:solidFill>
                  <a:srgbClr val="64748B"/>
                </a:solidFill>
                <a:latin typeface="Plus Jakarta Sans"/>
                <a:ea typeface="Plus Jakarta Sans"/>
                <a:cs typeface="Plus Jakarta Sans"/>
                <a:sym typeface="Plus Jakarta Sans"/>
              </a:rPr>
              <a:t>Conversaciones</a:t>
            </a:r>
            <a:endParaRPr b="0" i="0" sz="700" u="none" cap="none" strike="noStrike">
              <a:solidFill>
                <a:schemeClr val="dk1"/>
              </a:solidFill>
              <a:latin typeface="Calibri"/>
              <a:ea typeface="Calibri"/>
              <a:cs typeface="Calibri"/>
              <a:sym typeface="Calibri"/>
            </a:endParaRPr>
          </a:p>
        </p:txBody>
      </p:sp>
      <p:pic>
        <p:nvPicPr>
          <p:cNvPr descr="preencoded.png" id="630" name="Google Shape;630;p34"/>
          <p:cNvPicPr preferRelativeResize="0"/>
          <p:nvPr/>
        </p:nvPicPr>
        <p:blipFill rotWithShape="1">
          <a:blip r:embed="rId6">
            <a:alphaModFix/>
          </a:blip>
          <a:srcRect b="0" l="0" r="0" t="0"/>
          <a:stretch/>
        </p:blipFill>
        <p:spPr>
          <a:xfrm>
            <a:off x="738188" y="2608064"/>
            <a:ext cx="104775" cy="104775"/>
          </a:xfrm>
          <a:prstGeom prst="rect">
            <a:avLst/>
          </a:prstGeom>
          <a:noFill/>
          <a:ln>
            <a:noFill/>
          </a:ln>
        </p:spPr>
      </p:pic>
      <p:sp>
        <p:nvSpPr>
          <p:cNvPr id="631" name="Google Shape;631;p34"/>
          <p:cNvSpPr/>
          <p:nvPr/>
        </p:nvSpPr>
        <p:spPr>
          <a:xfrm>
            <a:off x="900113" y="2599730"/>
            <a:ext cx="426467" cy="14049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800"/>
              <a:buFont typeface="Plus Jakarta Sans"/>
              <a:buNone/>
            </a:pPr>
            <a:r>
              <a:rPr b="0" i="0" lang="en" sz="700" u="none" cap="none" strike="noStrike">
                <a:solidFill>
                  <a:srgbClr val="64748B"/>
                </a:solidFill>
                <a:latin typeface="Plus Jakarta Sans"/>
                <a:ea typeface="Plus Jakarta Sans"/>
                <a:cs typeface="Plus Jakarta Sans"/>
                <a:sym typeface="Plus Jakarta Sans"/>
              </a:rPr>
              <a:t>Métricas</a:t>
            </a:r>
            <a:endParaRPr b="0" i="0" sz="700" u="none" cap="none" strike="noStrike">
              <a:solidFill>
                <a:schemeClr val="dk1"/>
              </a:solidFill>
              <a:latin typeface="Calibri"/>
              <a:ea typeface="Calibri"/>
              <a:cs typeface="Calibri"/>
              <a:sym typeface="Calibri"/>
            </a:endParaRPr>
          </a:p>
        </p:txBody>
      </p:sp>
      <p:pic>
        <p:nvPicPr>
          <p:cNvPr descr="preencoded.png" id="632" name="Google Shape;632;p34"/>
          <p:cNvPicPr preferRelativeResize="0"/>
          <p:nvPr/>
        </p:nvPicPr>
        <p:blipFill rotWithShape="1">
          <a:blip r:embed="rId7">
            <a:alphaModFix/>
          </a:blip>
          <a:srcRect b="0" l="0" r="0" t="0"/>
          <a:stretch/>
        </p:blipFill>
        <p:spPr>
          <a:xfrm>
            <a:off x="738188" y="2881908"/>
            <a:ext cx="104775" cy="104775"/>
          </a:xfrm>
          <a:prstGeom prst="rect">
            <a:avLst/>
          </a:prstGeom>
          <a:noFill/>
          <a:ln>
            <a:noFill/>
          </a:ln>
        </p:spPr>
      </p:pic>
      <p:sp>
        <p:nvSpPr>
          <p:cNvPr id="633" name="Google Shape;633;p34"/>
          <p:cNvSpPr/>
          <p:nvPr/>
        </p:nvSpPr>
        <p:spPr>
          <a:xfrm>
            <a:off x="900113" y="2873574"/>
            <a:ext cx="367196" cy="14049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800"/>
              <a:buFont typeface="Plus Jakarta Sans"/>
              <a:buNone/>
            </a:pPr>
            <a:r>
              <a:rPr b="0" i="0" lang="en" sz="700" u="none" cap="none" strike="noStrike">
                <a:solidFill>
                  <a:srgbClr val="64748B"/>
                </a:solidFill>
                <a:latin typeface="Plus Jakarta Sans"/>
                <a:ea typeface="Plus Jakarta Sans"/>
                <a:cs typeface="Plus Jakarta Sans"/>
                <a:sym typeface="Plus Jakarta Sans"/>
              </a:rPr>
              <a:t>Ajustes</a:t>
            </a:r>
            <a:endParaRPr b="0" i="0" sz="700" u="none" cap="none" strike="noStrike">
              <a:solidFill>
                <a:schemeClr val="dk1"/>
              </a:solidFill>
              <a:latin typeface="Calibri"/>
              <a:ea typeface="Calibri"/>
              <a:cs typeface="Calibri"/>
              <a:sym typeface="Calibri"/>
            </a:endParaRPr>
          </a:p>
        </p:txBody>
      </p:sp>
      <p:sp>
        <p:nvSpPr>
          <p:cNvPr id="634" name="Google Shape;634;p34"/>
          <p:cNvSpPr/>
          <p:nvPr/>
        </p:nvSpPr>
        <p:spPr>
          <a:xfrm>
            <a:off x="1881188" y="1728192"/>
            <a:ext cx="2105025" cy="676275"/>
          </a:xfrm>
          <a:prstGeom prst="roundRect">
            <a:avLst>
              <a:gd fmla="val 12676" name="adj"/>
            </a:avLst>
          </a:prstGeom>
          <a:solidFill>
            <a:srgbClr val="F5F8FF"/>
          </a:solidFill>
          <a:ln cap="flat" cmpd="sng" w="9525">
            <a:solidFill>
              <a:srgbClr val="E2EAFF"/>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35" name="Google Shape;635;p34"/>
          <p:cNvSpPr/>
          <p:nvPr/>
        </p:nvSpPr>
        <p:spPr>
          <a:xfrm>
            <a:off x="2000250" y="1847254"/>
            <a:ext cx="1922907" cy="140494"/>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64748B"/>
              </a:buClr>
              <a:buSzPts val="800"/>
              <a:buFont typeface="Plus Jakarta Sans"/>
              <a:buNone/>
            </a:pPr>
            <a:r>
              <a:rPr b="0" i="0" lang="en" sz="800" u="none" cap="none" strike="noStrike">
                <a:solidFill>
                  <a:srgbClr val="64748B"/>
                </a:solidFill>
                <a:latin typeface="Plus Jakarta Sans"/>
                <a:ea typeface="Plus Jakarta Sans"/>
                <a:cs typeface="Plus Jakarta Sans"/>
                <a:sym typeface="Plus Jakarta Sans"/>
              </a:rPr>
              <a:t>Conversaciones</a:t>
            </a:r>
            <a:endParaRPr b="0" i="0" sz="800" u="none" cap="none" strike="noStrike">
              <a:solidFill>
                <a:schemeClr val="dk1"/>
              </a:solidFill>
              <a:latin typeface="Calibri"/>
              <a:ea typeface="Calibri"/>
              <a:cs typeface="Calibri"/>
              <a:sym typeface="Calibri"/>
            </a:endParaRPr>
          </a:p>
        </p:txBody>
      </p:sp>
      <p:sp>
        <p:nvSpPr>
          <p:cNvPr id="636" name="Google Shape;636;p34"/>
          <p:cNvSpPr/>
          <p:nvPr/>
        </p:nvSpPr>
        <p:spPr>
          <a:xfrm>
            <a:off x="2000250" y="1997274"/>
            <a:ext cx="1922907" cy="307181"/>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0F172A"/>
              </a:buClr>
              <a:buSzPts val="1800"/>
              <a:buFont typeface="Plus Jakarta Sans"/>
              <a:buNone/>
            </a:pPr>
            <a:r>
              <a:rPr b="1" i="0" lang="en" sz="1800" u="none" cap="none" strike="noStrike">
                <a:solidFill>
                  <a:srgbClr val="0F172A"/>
                </a:solidFill>
                <a:latin typeface="Plus Jakarta Sans"/>
                <a:ea typeface="Plus Jakarta Sans"/>
                <a:cs typeface="Plus Jakarta Sans"/>
                <a:sym typeface="Plus Jakarta Sans"/>
              </a:rPr>
              <a:t>1.284</a:t>
            </a:r>
            <a:endParaRPr b="0" i="0" sz="1800" u="none" cap="none" strike="noStrike">
              <a:solidFill>
                <a:schemeClr val="dk1"/>
              </a:solidFill>
              <a:latin typeface="Calibri"/>
              <a:ea typeface="Calibri"/>
              <a:cs typeface="Calibri"/>
              <a:sym typeface="Calibri"/>
            </a:endParaRPr>
          </a:p>
        </p:txBody>
      </p:sp>
      <p:sp>
        <p:nvSpPr>
          <p:cNvPr id="637" name="Google Shape;637;p34"/>
          <p:cNvSpPr/>
          <p:nvPr/>
        </p:nvSpPr>
        <p:spPr>
          <a:xfrm>
            <a:off x="4090988" y="1728192"/>
            <a:ext cx="2105025" cy="676275"/>
          </a:xfrm>
          <a:prstGeom prst="roundRect">
            <a:avLst>
              <a:gd fmla="val 12676" name="adj"/>
            </a:avLst>
          </a:prstGeom>
          <a:solidFill>
            <a:srgbClr val="F5F8FF"/>
          </a:solidFill>
          <a:ln cap="flat" cmpd="sng" w="9525">
            <a:solidFill>
              <a:srgbClr val="E2EAFF"/>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38" name="Google Shape;638;p34"/>
          <p:cNvSpPr/>
          <p:nvPr/>
        </p:nvSpPr>
        <p:spPr>
          <a:xfrm>
            <a:off x="4210050" y="1847254"/>
            <a:ext cx="1922907" cy="140494"/>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64748B"/>
              </a:buClr>
              <a:buSzPts val="800"/>
              <a:buFont typeface="Plus Jakarta Sans"/>
              <a:buNone/>
            </a:pPr>
            <a:r>
              <a:rPr b="0" i="0" lang="en" sz="800" u="none" cap="none" strike="noStrike">
                <a:solidFill>
                  <a:srgbClr val="64748B"/>
                </a:solidFill>
                <a:latin typeface="Plus Jakarta Sans"/>
                <a:ea typeface="Plus Jakarta Sans"/>
                <a:cs typeface="Plus Jakarta Sans"/>
                <a:sym typeface="Plus Jakarta Sans"/>
              </a:rPr>
              <a:t>Resueltas por IA</a:t>
            </a:r>
            <a:endParaRPr b="0" i="0" sz="800" u="none" cap="none" strike="noStrike">
              <a:solidFill>
                <a:schemeClr val="dk1"/>
              </a:solidFill>
              <a:latin typeface="Calibri"/>
              <a:ea typeface="Calibri"/>
              <a:cs typeface="Calibri"/>
              <a:sym typeface="Calibri"/>
            </a:endParaRPr>
          </a:p>
        </p:txBody>
      </p:sp>
      <p:sp>
        <p:nvSpPr>
          <p:cNvPr id="639" name="Google Shape;639;p34"/>
          <p:cNvSpPr/>
          <p:nvPr/>
        </p:nvSpPr>
        <p:spPr>
          <a:xfrm>
            <a:off x="4210050" y="1997274"/>
            <a:ext cx="1922907" cy="307181"/>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37AEF"/>
              </a:buClr>
              <a:buSzPts val="1800"/>
              <a:buFont typeface="Plus Jakarta Sans"/>
              <a:buNone/>
            </a:pPr>
            <a:r>
              <a:rPr b="1" i="0" lang="en" sz="1800" u="none" cap="none" strike="noStrike">
                <a:solidFill>
                  <a:srgbClr val="437AEF"/>
                </a:solidFill>
                <a:latin typeface="Plus Jakarta Sans"/>
                <a:ea typeface="Plus Jakarta Sans"/>
                <a:cs typeface="Plus Jakarta Sans"/>
                <a:sym typeface="Plus Jakarta Sans"/>
              </a:rPr>
              <a:t>92%</a:t>
            </a:r>
            <a:endParaRPr b="0" i="0" sz="1800" u="none" cap="none" strike="noStrike">
              <a:solidFill>
                <a:schemeClr val="dk1"/>
              </a:solidFill>
              <a:latin typeface="Calibri"/>
              <a:ea typeface="Calibri"/>
              <a:cs typeface="Calibri"/>
              <a:sym typeface="Calibri"/>
            </a:endParaRPr>
          </a:p>
        </p:txBody>
      </p:sp>
      <p:sp>
        <p:nvSpPr>
          <p:cNvPr id="640" name="Google Shape;640;p34"/>
          <p:cNvSpPr/>
          <p:nvPr/>
        </p:nvSpPr>
        <p:spPr>
          <a:xfrm>
            <a:off x="6300788" y="1728192"/>
            <a:ext cx="2105025" cy="676275"/>
          </a:xfrm>
          <a:prstGeom prst="roundRect">
            <a:avLst>
              <a:gd fmla="val 12676" name="adj"/>
            </a:avLst>
          </a:prstGeom>
          <a:solidFill>
            <a:srgbClr val="F5F8FF"/>
          </a:solidFill>
          <a:ln cap="flat" cmpd="sng" w="9525">
            <a:solidFill>
              <a:srgbClr val="E2EAFF"/>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41" name="Google Shape;641;p34"/>
          <p:cNvSpPr/>
          <p:nvPr/>
        </p:nvSpPr>
        <p:spPr>
          <a:xfrm>
            <a:off x="6419850" y="1847254"/>
            <a:ext cx="1922907" cy="140494"/>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64748B"/>
              </a:buClr>
              <a:buSzPts val="800"/>
              <a:buFont typeface="Plus Jakarta Sans"/>
              <a:buNone/>
            </a:pPr>
            <a:r>
              <a:rPr b="0" i="0" lang="en" sz="800" u="none" cap="none" strike="noStrike">
                <a:solidFill>
                  <a:srgbClr val="64748B"/>
                </a:solidFill>
                <a:latin typeface="Plus Jakarta Sans"/>
                <a:ea typeface="Plus Jakarta Sans"/>
                <a:cs typeface="Plus Jakarta Sans"/>
                <a:sym typeface="Plus Jakarta Sans"/>
              </a:rPr>
              <a:t>Ventas cerradas</a:t>
            </a:r>
            <a:endParaRPr b="0" i="0" sz="800" u="none" cap="none" strike="noStrike">
              <a:solidFill>
                <a:schemeClr val="dk1"/>
              </a:solidFill>
              <a:latin typeface="Calibri"/>
              <a:ea typeface="Calibri"/>
              <a:cs typeface="Calibri"/>
              <a:sym typeface="Calibri"/>
            </a:endParaRPr>
          </a:p>
        </p:txBody>
      </p:sp>
      <p:sp>
        <p:nvSpPr>
          <p:cNvPr id="642" name="Google Shape;642;p34"/>
          <p:cNvSpPr/>
          <p:nvPr/>
        </p:nvSpPr>
        <p:spPr>
          <a:xfrm>
            <a:off x="6419850" y="1997274"/>
            <a:ext cx="1922907" cy="307181"/>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6900"/>
              </a:buClr>
              <a:buSzPts val="1800"/>
              <a:buFont typeface="Plus Jakarta Sans"/>
              <a:buNone/>
            </a:pPr>
            <a:r>
              <a:rPr b="1" i="0" lang="en" sz="1800" u="none" cap="none" strike="noStrike">
                <a:solidFill>
                  <a:srgbClr val="FF6900"/>
                </a:solidFill>
                <a:latin typeface="Plus Jakarta Sans"/>
                <a:ea typeface="Plus Jakarta Sans"/>
                <a:cs typeface="Plus Jakarta Sans"/>
                <a:sym typeface="Plus Jakarta Sans"/>
              </a:rPr>
              <a:t>$48k</a:t>
            </a:r>
            <a:endParaRPr b="0" i="0" sz="1800" u="none" cap="none" strike="noStrike">
              <a:solidFill>
                <a:schemeClr val="dk1"/>
              </a:solidFill>
              <a:latin typeface="Calibri"/>
              <a:ea typeface="Calibri"/>
              <a:cs typeface="Calibri"/>
              <a:sym typeface="Calibri"/>
            </a:endParaRPr>
          </a:p>
        </p:txBody>
      </p:sp>
      <p:sp>
        <p:nvSpPr>
          <p:cNvPr id="643" name="Google Shape;643;p34"/>
          <p:cNvSpPr/>
          <p:nvPr/>
        </p:nvSpPr>
        <p:spPr>
          <a:xfrm>
            <a:off x="1881188" y="2528292"/>
            <a:ext cx="6524625" cy="1819871"/>
          </a:xfrm>
          <a:prstGeom prst="roundRect">
            <a:avLst>
              <a:gd fmla="val 4711" name="adj"/>
            </a:avLst>
          </a:prstGeom>
          <a:solidFill>
            <a:srgbClr val="F8FAFC"/>
          </a:solidFill>
          <a:ln cap="flat" cmpd="sng" w="9525">
            <a:solidFill>
              <a:srgbClr val="E2E8F0"/>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44" name="Google Shape;644;p34"/>
          <p:cNvSpPr/>
          <p:nvPr/>
        </p:nvSpPr>
        <p:spPr>
          <a:xfrm>
            <a:off x="2009775" y="2656880"/>
            <a:ext cx="6455474" cy="1524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334155"/>
              </a:buClr>
              <a:buSzPts val="800"/>
              <a:buFont typeface="Plus Jakarta Sans"/>
              <a:buNone/>
            </a:pPr>
            <a:r>
              <a:rPr b="1" i="0" lang="en" sz="800" u="none" cap="none" strike="noStrike">
                <a:solidFill>
                  <a:srgbClr val="334155"/>
                </a:solidFill>
                <a:latin typeface="Plus Jakarta Sans"/>
                <a:ea typeface="Plus Jakarta Sans"/>
                <a:cs typeface="Plus Jakarta Sans"/>
                <a:sym typeface="Plus Jakarta Sans"/>
              </a:rPr>
              <a:t>Actividad reciente</a:t>
            </a:r>
            <a:endParaRPr b="0" i="0" sz="800" u="none" cap="none" strike="noStrike">
              <a:solidFill>
                <a:schemeClr val="dk1"/>
              </a:solidFill>
              <a:latin typeface="Calibri"/>
              <a:ea typeface="Calibri"/>
              <a:cs typeface="Calibri"/>
              <a:sym typeface="Calibri"/>
            </a:endParaRPr>
          </a:p>
        </p:txBody>
      </p:sp>
      <p:sp>
        <p:nvSpPr>
          <p:cNvPr id="645" name="Google Shape;645;p34"/>
          <p:cNvSpPr/>
          <p:nvPr/>
        </p:nvSpPr>
        <p:spPr>
          <a:xfrm>
            <a:off x="2009775" y="2866430"/>
            <a:ext cx="190500" cy="190500"/>
          </a:xfrm>
          <a:prstGeom prst="ellipse">
            <a:avLst/>
          </a:prstGeom>
          <a:solidFill>
            <a:srgbClr val="E2EA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descr="preencoded.png" id="646" name="Google Shape;646;p34"/>
          <p:cNvPicPr preferRelativeResize="0"/>
          <p:nvPr/>
        </p:nvPicPr>
        <p:blipFill rotWithShape="1">
          <a:blip r:embed="rId8">
            <a:alphaModFix/>
          </a:blip>
          <a:srcRect b="0" l="0" r="0" t="0"/>
          <a:stretch/>
        </p:blipFill>
        <p:spPr>
          <a:xfrm>
            <a:off x="2052638" y="2909292"/>
            <a:ext cx="104775" cy="104775"/>
          </a:xfrm>
          <a:prstGeom prst="rect">
            <a:avLst/>
          </a:prstGeom>
          <a:noFill/>
          <a:ln>
            <a:noFill/>
          </a:ln>
        </p:spPr>
      </p:pic>
      <p:sp>
        <p:nvSpPr>
          <p:cNvPr id="647" name="Google Shape;647;p34"/>
          <p:cNvSpPr/>
          <p:nvPr/>
        </p:nvSpPr>
        <p:spPr>
          <a:xfrm>
            <a:off x="2266950" y="2898577"/>
            <a:ext cx="1477515" cy="145256"/>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75569"/>
              </a:buClr>
              <a:buSzPts val="800"/>
              <a:buFont typeface="Plus Jakarta Sans"/>
              <a:buNone/>
            </a:pPr>
            <a:r>
              <a:rPr b="0" i="0" lang="en" sz="800" u="none" cap="none" strike="noStrike">
                <a:solidFill>
                  <a:srgbClr val="475569"/>
                </a:solidFill>
                <a:latin typeface="Plus Jakarta Sans"/>
                <a:ea typeface="Plus Jakarta Sans"/>
                <a:cs typeface="Plus Jakarta Sans"/>
                <a:sym typeface="Plus Jakarta Sans"/>
              </a:rPr>
              <a:t>Agendó una demo · hace 2 min</a:t>
            </a:r>
            <a:endParaRPr b="0" i="0" sz="800" u="none" cap="none" strike="noStrike">
              <a:solidFill>
                <a:schemeClr val="dk1"/>
              </a:solidFill>
              <a:latin typeface="Calibri"/>
              <a:ea typeface="Calibri"/>
              <a:cs typeface="Calibri"/>
              <a:sym typeface="Calibri"/>
            </a:endParaRPr>
          </a:p>
        </p:txBody>
      </p:sp>
      <p:sp>
        <p:nvSpPr>
          <p:cNvPr id="648" name="Google Shape;648;p34"/>
          <p:cNvSpPr/>
          <p:nvPr/>
        </p:nvSpPr>
        <p:spPr>
          <a:xfrm>
            <a:off x="2009775" y="3133130"/>
            <a:ext cx="190500" cy="190500"/>
          </a:xfrm>
          <a:prstGeom prst="ellipse">
            <a:avLst/>
          </a:prstGeom>
          <a:solidFill>
            <a:srgbClr val="E2EA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descr="preencoded.png" id="649" name="Google Shape;649;p34"/>
          <p:cNvPicPr preferRelativeResize="0"/>
          <p:nvPr/>
        </p:nvPicPr>
        <p:blipFill rotWithShape="1">
          <a:blip r:embed="rId9">
            <a:alphaModFix/>
          </a:blip>
          <a:srcRect b="0" l="0" r="0" t="0"/>
          <a:stretch/>
        </p:blipFill>
        <p:spPr>
          <a:xfrm>
            <a:off x="2052638" y="3175992"/>
            <a:ext cx="104775" cy="104775"/>
          </a:xfrm>
          <a:prstGeom prst="rect">
            <a:avLst/>
          </a:prstGeom>
          <a:noFill/>
          <a:ln>
            <a:noFill/>
          </a:ln>
        </p:spPr>
      </p:pic>
      <p:sp>
        <p:nvSpPr>
          <p:cNvPr id="650" name="Google Shape;650;p34"/>
          <p:cNvSpPr/>
          <p:nvPr/>
        </p:nvSpPr>
        <p:spPr>
          <a:xfrm>
            <a:off x="2266950" y="3165277"/>
            <a:ext cx="1728992" cy="14525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75569"/>
              </a:buClr>
              <a:buSzPts val="800"/>
              <a:buFont typeface="Plus Jakarta Sans"/>
              <a:buNone/>
            </a:pPr>
            <a:r>
              <a:rPr b="0" i="0" lang="en" sz="800" u="none" cap="none" strike="noStrike">
                <a:solidFill>
                  <a:srgbClr val="475569"/>
                </a:solidFill>
                <a:latin typeface="Plus Jakarta Sans"/>
                <a:ea typeface="Plus Jakarta Sans"/>
                <a:cs typeface="Plus Jakarta Sans"/>
                <a:sym typeface="Plus Jakarta Sans"/>
              </a:rPr>
              <a:t>Respondió 14 consultas · hace 8 min</a:t>
            </a:r>
            <a:endParaRPr b="0" i="0" sz="800" u="none" cap="none" strike="noStrike">
              <a:solidFill>
                <a:schemeClr val="dk1"/>
              </a:solidFill>
              <a:latin typeface="Calibri"/>
              <a:ea typeface="Calibri"/>
              <a:cs typeface="Calibri"/>
              <a:sym typeface="Calibri"/>
            </a:endParaRPr>
          </a:p>
        </p:txBody>
      </p:sp>
      <p:sp>
        <p:nvSpPr>
          <p:cNvPr id="651" name="Google Shape;651;p34"/>
          <p:cNvSpPr/>
          <p:nvPr/>
        </p:nvSpPr>
        <p:spPr>
          <a:xfrm>
            <a:off x="2009775" y="3399830"/>
            <a:ext cx="190500" cy="190500"/>
          </a:xfrm>
          <a:prstGeom prst="ellipse">
            <a:avLst/>
          </a:prstGeom>
          <a:solidFill>
            <a:srgbClr val="E9E8FE"/>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descr="preencoded.png" id="652" name="Google Shape;652;p34"/>
          <p:cNvPicPr preferRelativeResize="0"/>
          <p:nvPr/>
        </p:nvPicPr>
        <p:blipFill rotWithShape="1">
          <a:blip r:embed="rId10">
            <a:alphaModFix/>
          </a:blip>
          <a:srcRect b="0" l="0" r="0" t="0"/>
          <a:stretch/>
        </p:blipFill>
        <p:spPr>
          <a:xfrm>
            <a:off x="2052638" y="3442692"/>
            <a:ext cx="104775" cy="104775"/>
          </a:xfrm>
          <a:prstGeom prst="rect">
            <a:avLst/>
          </a:prstGeom>
          <a:noFill/>
          <a:ln>
            <a:noFill/>
          </a:ln>
        </p:spPr>
      </p:pic>
      <p:sp>
        <p:nvSpPr>
          <p:cNvPr id="653" name="Google Shape;653;p34"/>
          <p:cNvSpPr/>
          <p:nvPr/>
        </p:nvSpPr>
        <p:spPr>
          <a:xfrm>
            <a:off x="2266950" y="3431977"/>
            <a:ext cx="1606702" cy="14525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75569"/>
              </a:buClr>
              <a:buSzPts val="800"/>
              <a:buFont typeface="Plus Jakarta Sans"/>
              <a:buNone/>
            </a:pPr>
            <a:r>
              <a:rPr b="0" i="0" lang="en" sz="800" u="none" cap="none" strike="noStrike">
                <a:solidFill>
                  <a:srgbClr val="475569"/>
                </a:solidFill>
                <a:latin typeface="Plus Jakarta Sans"/>
                <a:ea typeface="Plus Jakarta Sans"/>
                <a:cs typeface="Plus Jakarta Sans"/>
                <a:sym typeface="Plus Jakarta Sans"/>
              </a:rPr>
              <a:t>Envió una cotización · hace 15 min</a:t>
            </a:r>
            <a:endParaRPr b="0" i="0" sz="800" u="none" cap="none" strike="noStrike">
              <a:solidFill>
                <a:schemeClr val="dk1"/>
              </a:solidFill>
              <a:latin typeface="Calibri"/>
              <a:ea typeface="Calibri"/>
              <a:cs typeface="Calibri"/>
              <a:sym typeface="Calibri"/>
            </a:endParaRPr>
          </a:p>
        </p:txBody>
      </p:sp>
      <p:pic>
        <p:nvPicPr>
          <p:cNvPr descr="preencoded.png" id="654" name="Google Shape;654;p34"/>
          <p:cNvPicPr preferRelativeResize="0"/>
          <p:nvPr/>
        </p:nvPicPr>
        <p:blipFill rotWithShape="1">
          <a:blip r:embed="rId3">
            <a:alphaModFix/>
          </a:blip>
          <a:srcRect b="0" l="0" r="0" t="0"/>
          <a:stretch/>
        </p:blipFill>
        <p:spPr>
          <a:xfrm>
            <a:off x="571500" y="4767263"/>
            <a:ext cx="664369" cy="128588"/>
          </a:xfrm>
          <a:prstGeom prst="rect">
            <a:avLst/>
          </a:prstGeom>
          <a:noFill/>
          <a:ln>
            <a:noFill/>
          </a:ln>
        </p:spPr>
      </p:pic>
      <p:sp>
        <p:nvSpPr>
          <p:cNvPr id="655" name="Google Shape;655;p34"/>
          <p:cNvSpPr/>
          <p:nvPr/>
        </p:nvSpPr>
        <p:spPr>
          <a:xfrm>
            <a:off x="8466200" y="4777978"/>
            <a:ext cx="144401" cy="1262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94A3B8"/>
              </a:buClr>
              <a:buSzPts val="700"/>
              <a:buFont typeface="Plus Jakarta Sans"/>
              <a:buNone/>
            </a:pPr>
            <a:r>
              <a:rPr b="1" i="0" lang="en" sz="700" u="none" cap="none" strike="noStrike">
                <a:solidFill>
                  <a:srgbClr val="94A3B8"/>
                </a:solidFill>
                <a:latin typeface="Plus Jakarta Sans"/>
                <a:ea typeface="Plus Jakarta Sans"/>
                <a:cs typeface="Plus Jakarta Sans"/>
                <a:sym typeface="Plus Jakarta Sans"/>
              </a:rPr>
              <a:t>17</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C0E1E"/>
            </a:gs>
            <a:gs pos="100000">
              <a:srgbClr val="14336F"/>
            </a:gs>
          </a:gsLst>
          <a:lin ang="5400012" scaled="0"/>
        </a:gradFill>
      </p:bgPr>
    </p:bg>
    <p:spTree>
      <p:nvGrpSpPr>
        <p:cNvPr id="660" name="Shape 660"/>
        <p:cNvGrpSpPr/>
        <p:nvPr/>
      </p:nvGrpSpPr>
      <p:grpSpPr>
        <a:xfrm>
          <a:off x="0" y="0"/>
          <a:ext cx="0" cy="0"/>
          <a:chOff x="0" y="0"/>
          <a:chExt cx="0" cy="0"/>
        </a:xfrm>
      </p:grpSpPr>
      <p:pic>
        <p:nvPicPr>
          <p:cNvPr descr="preencoded.png" id="661" name="Google Shape;661;p35"/>
          <p:cNvPicPr preferRelativeResize="0"/>
          <p:nvPr/>
        </p:nvPicPr>
        <p:blipFill rotWithShape="1">
          <a:blip r:embed="rId3">
            <a:alphaModFix amt="5000"/>
          </a:blip>
          <a:srcRect b="0" l="0" r="0" t="0"/>
          <a:stretch/>
        </p:blipFill>
        <p:spPr>
          <a:xfrm>
            <a:off x="5905500" y="333375"/>
            <a:ext cx="4286250" cy="3842817"/>
          </a:xfrm>
          <a:prstGeom prst="rect">
            <a:avLst/>
          </a:prstGeom>
          <a:noFill/>
          <a:ln>
            <a:noFill/>
          </a:ln>
        </p:spPr>
      </p:pic>
      <p:pic>
        <p:nvPicPr>
          <p:cNvPr descr="preencoded.png" id="662" name="Google Shape;662;p35"/>
          <p:cNvPicPr preferRelativeResize="0"/>
          <p:nvPr/>
        </p:nvPicPr>
        <p:blipFill rotWithShape="1">
          <a:blip r:embed="rId4">
            <a:alphaModFix/>
          </a:blip>
          <a:srcRect b="0" l="0" r="0" t="0"/>
          <a:stretch/>
        </p:blipFill>
        <p:spPr>
          <a:xfrm>
            <a:off x="571500" y="457200"/>
            <a:ext cx="1082650" cy="209550"/>
          </a:xfrm>
          <a:prstGeom prst="rect">
            <a:avLst/>
          </a:prstGeom>
          <a:noFill/>
          <a:ln>
            <a:noFill/>
          </a:ln>
        </p:spPr>
      </p:pic>
      <p:sp>
        <p:nvSpPr>
          <p:cNvPr id="663" name="Google Shape;663;p35"/>
          <p:cNvSpPr/>
          <p:nvPr/>
        </p:nvSpPr>
        <p:spPr>
          <a:xfrm>
            <a:off x="571500" y="1122797"/>
            <a:ext cx="6671310" cy="201923"/>
          </a:xfrm>
          <a:prstGeom prst="rect">
            <a:avLst/>
          </a:prstGeom>
          <a:noFill/>
          <a:ln>
            <a:noFill/>
          </a:ln>
        </p:spPr>
        <p:txBody>
          <a:bodyPr anchorCtr="0" anchor="t" bIns="12700" lIns="12700" spcFirstLastPara="1" rIns="12700" wrap="square" tIns="12700">
            <a:noAutofit/>
          </a:bodyPr>
          <a:lstStyle/>
          <a:p>
            <a:pPr indent="0" lvl="0" marL="0" marR="0" rtl="0" algn="l">
              <a:lnSpc>
                <a:spcPct val="160000"/>
              </a:lnSpc>
              <a:spcBef>
                <a:spcPts val="0"/>
              </a:spcBef>
              <a:spcAft>
                <a:spcPts val="0"/>
              </a:spcAft>
              <a:buClr>
                <a:srgbClr val="779CEC"/>
              </a:buClr>
              <a:buSzPts val="900"/>
              <a:buFont typeface="Plus Jakarta Sans"/>
              <a:buNone/>
            </a:pPr>
            <a:r>
              <a:rPr b="1" i="0" lang="en" sz="900" u="none" cap="none" strike="noStrike">
                <a:solidFill>
                  <a:srgbClr val="779CEC"/>
                </a:solidFill>
                <a:latin typeface="Plus Jakarta Sans"/>
                <a:ea typeface="Plus Jakarta Sans"/>
                <a:cs typeface="Plus Jakarta Sans"/>
                <a:sym typeface="Plus Jakarta Sans"/>
              </a:rPr>
              <a:t>EL ECOSISTEMA DE IA PARA VENTAS</a:t>
            </a:r>
            <a:endParaRPr b="0" i="0" sz="900" u="none" cap="none" strike="noStrike">
              <a:solidFill>
                <a:schemeClr val="dk1"/>
              </a:solidFill>
              <a:latin typeface="Calibri"/>
              <a:ea typeface="Calibri"/>
              <a:cs typeface="Calibri"/>
              <a:sym typeface="Calibri"/>
            </a:endParaRPr>
          </a:p>
        </p:txBody>
      </p:sp>
      <p:sp>
        <p:nvSpPr>
          <p:cNvPr id="664" name="Google Shape;664;p35"/>
          <p:cNvSpPr/>
          <p:nvPr/>
        </p:nvSpPr>
        <p:spPr>
          <a:xfrm>
            <a:off x="571500" y="1448544"/>
            <a:ext cx="6671310" cy="1282006"/>
          </a:xfrm>
          <a:prstGeom prst="rect">
            <a:avLst/>
          </a:prstGeom>
          <a:noFill/>
          <a:ln>
            <a:noFill/>
          </a:ln>
        </p:spPr>
        <p:txBody>
          <a:bodyPr anchorCtr="0" anchor="t" bIns="12700" lIns="12700" spcFirstLastPara="1" rIns="12700" wrap="square" tIns="12700">
            <a:noAutofit/>
          </a:bodyPr>
          <a:lstStyle/>
          <a:p>
            <a:pPr indent="0" lvl="0" marL="0" marR="0" rtl="0" algn="l">
              <a:lnSpc>
                <a:spcPct val="80000"/>
              </a:lnSpc>
              <a:spcBef>
                <a:spcPts val="0"/>
              </a:spcBef>
              <a:spcAft>
                <a:spcPts val="0"/>
              </a:spcAft>
              <a:buClr>
                <a:srgbClr val="FFFFFF"/>
              </a:buClr>
              <a:buSzPts val="4900"/>
              <a:buFont typeface="Plus Jakarta Sans"/>
              <a:buNone/>
            </a:pPr>
            <a:r>
              <a:rPr b="1" i="0" lang="en" sz="4900" u="none" cap="none" strike="noStrike">
                <a:solidFill>
                  <a:srgbClr val="FFFFFF"/>
                </a:solidFill>
                <a:latin typeface="Plus Jakarta Sans"/>
                <a:ea typeface="Plus Jakarta Sans"/>
                <a:cs typeface="Plus Jakarta Sans"/>
                <a:sym typeface="Plus Jakarta Sans"/>
              </a:rPr>
              <a:t>Un titular con una </a:t>
            </a:r>
            <a:r>
              <a:rPr b="1" i="1" lang="en" sz="4900" u="none" cap="none" strike="noStrike">
                <a:solidFill>
                  <a:srgbClr val="779CEC"/>
                </a:solidFill>
                <a:latin typeface="Plus Jakarta Sans"/>
                <a:ea typeface="Plus Jakarta Sans"/>
                <a:cs typeface="Plus Jakarta Sans"/>
                <a:sym typeface="Plus Jakarta Sans"/>
              </a:rPr>
              <a:t>palabra clave</a:t>
            </a:r>
            <a:endParaRPr b="0" i="0" sz="4900" u="none" cap="none" strike="noStrike">
              <a:solidFill>
                <a:schemeClr val="dk1"/>
              </a:solidFill>
              <a:latin typeface="Calibri"/>
              <a:ea typeface="Calibri"/>
              <a:cs typeface="Calibri"/>
              <a:sym typeface="Calibri"/>
            </a:endParaRPr>
          </a:p>
        </p:txBody>
      </p:sp>
      <p:sp>
        <p:nvSpPr>
          <p:cNvPr id="665" name="Google Shape;665;p35"/>
          <p:cNvSpPr/>
          <p:nvPr/>
        </p:nvSpPr>
        <p:spPr>
          <a:xfrm>
            <a:off x="571500" y="2882950"/>
            <a:ext cx="5494020" cy="233363"/>
          </a:xfrm>
          <a:prstGeom prst="rect">
            <a:avLst/>
          </a:prstGeom>
          <a:noFill/>
          <a:ln>
            <a:noFill/>
          </a:ln>
        </p:spPr>
        <p:txBody>
          <a:bodyPr anchorCtr="0" anchor="t" bIns="12700" lIns="12700" spcFirstLastPara="1" rIns="12700" wrap="square" tIns="12700">
            <a:noAutofit/>
          </a:bodyPr>
          <a:lstStyle/>
          <a:p>
            <a:pPr indent="0" lvl="0" marL="0" marR="0" rtl="0" algn="l">
              <a:lnSpc>
                <a:spcPct val="125000"/>
              </a:lnSpc>
              <a:spcBef>
                <a:spcPts val="0"/>
              </a:spcBef>
              <a:spcAft>
                <a:spcPts val="0"/>
              </a:spcAft>
              <a:buClr>
                <a:srgbClr val="FFFFFF"/>
              </a:buClr>
              <a:buSzPts val="1400"/>
              <a:buFont typeface="Plus Jakarta Sans"/>
              <a:buNone/>
            </a:pPr>
            <a:r>
              <a:rPr b="0" i="0" lang="en" sz="1400" u="none" cap="none" strike="noStrike">
                <a:solidFill>
                  <a:srgbClr val="FFFFFF"/>
                </a:solidFill>
                <a:latin typeface="Plus Jakarta Sans"/>
                <a:ea typeface="Plus Jakarta Sans"/>
                <a:cs typeface="Plus Jakarta Sans"/>
                <a:sym typeface="Plus Jakarta Sans"/>
              </a:rPr>
              <a:t>Subtítulo que refuerza la promesa principal en una sola frase.</a:t>
            </a:r>
            <a:endParaRPr b="0" i="0" sz="1400" u="none" cap="none" strike="noStrike">
              <a:solidFill>
                <a:schemeClr val="dk1"/>
              </a:solidFill>
              <a:latin typeface="Calibri"/>
              <a:ea typeface="Calibri"/>
              <a:cs typeface="Calibri"/>
              <a:sym typeface="Calibri"/>
            </a:endParaRPr>
          </a:p>
        </p:txBody>
      </p:sp>
      <p:sp>
        <p:nvSpPr>
          <p:cNvPr id="666" name="Google Shape;666;p35"/>
          <p:cNvSpPr/>
          <p:nvPr/>
        </p:nvSpPr>
        <p:spPr>
          <a:xfrm>
            <a:off x="571500" y="3762859"/>
            <a:ext cx="8001000" cy="4763"/>
          </a:xfrm>
          <a:prstGeom prst="rect">
            <a:avLst/>
          </a:prstGeom>
          <a:solidFill>
            <a:srgbClr val="FFFFFF">
              <a:alpha val="1607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67" name="Google Shape;667;p35"/>
          <p:cNvSpPr/>
          <p:nvPr/>
        </p:nvSpPr>
        <p:spPr>
          <a:xfrm>
            <a:off x="571500" y="3986700"/>
            <a:ext cx="1562700" cy="344700"/>
          </a:xfrm>
          <a:prstGeom prst="rect">
            <a:avLst/>
          </a:prstGeom>
          <a:noFill/>
          <a:ln>
            <a:noFill/>
          </a:ln>
        </p:spPr>
        <p:txBody>
          <a:bodyPr anchorCtr="0" anchor="t" bIns="12700" lIns="12700" spcFirstLastPara="1" rIns="12700" wrap="square" tIns="12700">
            <a:noAutofit/>
          </a:bodyPr>
          <a:lstStyle/>
          <a:p>
            <a:pPr indent="0" lvl="0" marL="0" marR="0" rtl="0" algn="l">
              <a:lnSpc>
                <a:spcPct val="90000"/>
              </a:lnSpc>
              <a:spcBef>
                <a:spcPts val="0"/>
              </a:spcBef>
              <a:spcAft>
                <a:spcPts val="0"/>
              </a:spcAft>
              <a:buClr>
                <a:srgbClr val="FFFFFF"/>
              </a:buClr>
              <a:buSzPts val="2900"/>
              <a:buFont typeface="Plus Jakarta Sans"/>
              <a:buNone/>
            </a:pPr>
            <a:r>
              <a:rPr b="1" i="0" lang="en" sz="2900" u="none" cap="none" strike="noStrike">
                <a:solidFill>
                  <a:srgbClr val="FFFFFF"/>
                </a:solidFill>
                <a:latin typeface="Plus Jakarta Sans"/>
                <a:ea typeface="Plus Jakarta Sans"/>
                <a:cs typeface="Plus Jakarta Sans"/>
                <a:sym typeface="Plus Jakarta Sans"/>
              </a:rPr>
              <a:t>+2.000</a:t>
            </a:r>
            <a:endParaRPr b="0" i="0" sz="2900" u="none" cap="none" strike="noStrike">
              <a:solidFill>
                <a:schemeClr val="dk1"/>
              </a:solidFill>
              <a:latin typeface="Calibri"/>
              <a:ea typeface="Calibri"/>
              <a:cs typeface="Calibri"/>
              <a:sym typeface="Calibri"/>
            </a:endParaRPr>
          </a:p>
        </p:txBody>
      </p:sp>
      <p:sp>
        <p:nvSpPr>
          <p:cNvPr id="668" name="Google Shape;668;p35"/>
          <p:cNvSpPr/>
          <p:nvPr/>
        </p:nvSpPr>
        <p:spPr>
          <a:xfrm>
            <a:off x="571500" y="4369594"/>
            <a:ext cx="1256444" cy="1643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900"/>
              <a:buFont typeface="Plus Jakarta Sans"/>
              <a:buNone/>
            </a:pPr>
            <a:r>
              <a:rPr b="0" i="0" lang="en" sz="900" u="none" cap="none" strike="noStrike">
                <a:solidFill>
                  <a:srgbClr val="FFFFFF"/>
                </a:solidFill>
                <a:latin typeface="Plus Jakarta Sans"/>
                <a:ea typeface="Plus Jakarta Sans"/>
                <a:cs typeface="Plus Jakarta Sans"/>
                <a:sym typeface="Plus Jakarta Sans"/>
              </a:rPr>
              <a:t>clientes en LATAM</a:t>
            </a:r>
            <a:endParaRPr b="0" i="0" sz="900" u="none" cap="none" strike="noStrike">
              <a:solidFill>
                <a:schemeClr val="dk1"/>
              </a:solidFill>
              <a:latin typeface="Calibri"/>
              <a:ea typeface="Calibri"/>
              <a:cs typeface="Calibri"/>
              <a:sym typeface="Calibri"/>
            </a:endParaRPr>
          </a:p>
        </p:txBody>
      </p:sp>
      <p:sp>
        <p:nvSpPr>
          <p:cNvPr id="669" name="Google Shape;669;p35"/>
          <p:cNvSpPr/>
          <p:nvPr/>
        </p:nvSpPr>
        <p:spPr>
          <a:xfrm>
            <a:off x="2247052" y="3986700"/>
            <a:ext cx="1256400" cy="344700"/>
          </a:xfrm>
          <a:prstGeom prst="rect">
            <a:avLst/>
          </a:prstGeom>
          <a:noFill/>
          <a:ln>
            <a:noFill/>
          </a:ln>
        </p:spPr>
        <p:txBody>
          <a:bodyPr anchorCtr="0" anchor="t" bIns="12700" lIns="12700" spcFirstLastPara="1" rIns="12700" wrap="square" tIns="12700">
            <a:noAutofit/>
          </a:bodyPr>
          <a:lstStyle/>
          <a:p>
            <a:pPr indent="0" lvl="0" marL="0" marR="0" rtl="0" algn="l">
              <a:lnSpc>
                <a:spcPct val="90000"/>
              </a:lnSpc>
              <a:spcBef>
                <a:spcPts val="0"/>
              </a:spcBef>
              <a:spcAft>
                <a:spcPts val="0"/>
              </a:spcAft>
              <a:buClr>
                <a:srgbClr val="FFFFFF"/>
              </a:buClr>
              <a:buSzPts val="2900"/>
              <a:buFont typeface="Plus Jakarta Sans"/>
              <a:buNone/>
            </a:pPr>
            <a:r>
              <a:rPr b="1" i="0" lang="en" sz="2900" u="none" cap="none" strike="noStrike">
                <a:solidFill>
                  <a:srgbClr val="FFFFFF"/>
                </a:solidFill>
                <a:latin typeface="Plus Jakarta Sans"/>
                <a:ea typeface="Plus Jakarta Sans"/>
                <a:cs typeface="Plus Jakarta Sans"/>
                <a:sym typeface="Plus Jakarta Sans"/>
              </a:rPr>
              <a:t>+39</a:t>
            </a:r>
            <a:r>
              <a:rPr b="1" i="0" lang="en" sz="1700" u="none" cap="none" strike="noStrike">
                <a:solidFill>
                  <a:srgbClr val="FFFFFF"/>
                </a:solidFill>
                <a:latin typeface="Plus Jakarta Sans"/>
                <a:ea typeface="Plus Jakarta Sans"/>
                <a:cs typeface="Plus Jakarta Sans"/>
                <a:sym typeface="Plus Jakarta Sans"/>
              </a:rPr>
              <a:t>%</a:t>
            </a:r>
            <a:endParaRPr b="0" i="0" sz="2900" u="none" cap="none" strike="noStrike">
              <a:solidFill>
                <a:schemeClr val="dk1"/>
              </a:solidFill>
              <a:latin typeface="Calibri"/>
              <a:ea typeface="Calibri"/>
              <a:cs typeface="Calibri"/>
              <a:sym typeface="Calibri"/>
            </a:endParaRPr>
          </a:p>
        </p:txBody>
      </p:sp>
      <p:sp>
        <p:nvSpPr>
          <p:cNvPr id="670" name="Google Shape;670;p35"/>
          <p:cNvSpPr/>
          <p:nvPr/>
        </p:nvSpPr>
        <p:spPr>
          <a:xfrm>
            <a:off x="2247044" y="4369594"/>
            <a:ext cx="1012738" cy="1643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900"/>
              <a:buFont typeface="Plus Jakarta Sans"/>
              <a:buNone/>
            </a:pPr>
            <a:r>
              <a:rPr b="0" i="0" lang="en" sz="900" u="none" cap="none" strike="noStrike">
                <a:solidFill>
                  <a:srgbClr val="FFFFFF"/>
                </a:solidFill>
                <a:latin typeface="Plus Jakarta Sans"/>
                <a:ea typeface="Plus Jakarta Sans"/>
                <a:cs typeface="Plus Jakarta Sans"/>
                <a:sym typeface="Plus Jakarta Sans"/>
              </a:rPr>
              <a:t>más conversiones</a:t>
            </a:r>
            <a:endParaRPr b="0" i="0" sz="900" u="none" cap="none" strike="noStrike">
              <a:solidFill>
                <a:schemeClr val="dk1"/>
              </a:solidFill>
              <a:latin typeface="Calibri"/>
              <a:ea typeface="Calibri"/>
              <a:cs typeface="Calibri"/>
              <a:sym typeface="Calibri"/>
            </a:endParaRPr>
          </a:p>
        </p:txBody>
      </p:sp>
      <p:sp>
        <p:nvSpPr>
          <p:cNvPr id="671" name="Google Shape;671;p35"/>
          <p:cNvSpPr/>
          <p:nvPr/>
        </p:nvSpPr>
        <p:spPr>
          <a:xfrm>
            <a:off x="3678871" y="3986700"/>
            <a:ext cx="1831200" cy="344700"/>
          </a:xfrm>
          <a:prstGeom prst="rect">
            <a:avLst/>
          </a:prstGeom>
          <a:noFill/>
          <a:ln>
            <a:noFill/>
          </a:ln>
        </p:spPr>
        <p:txBody>
          <a:bodyPr anchorCtr="0" anchor="t" bIns="12700" lIns="12700" spcFirstLastPara="1" rIns="12700" wrap="square" tIns="12700">
            <a:noAutofit/>
          </a:bodyPr>
          <a:lstStyle/>
          <a:p>
            <a:pPr indent="0" lvl="0" marL="0" marR="0" rtl="0" algn="l">
              <a:lnSpc>
                <a:spcPct val="90000"/>
              </a:lnSpc>
              <a:spcBef>
                <a:spcPts val="0"/>
              </a:spcBef>
              <a:spcAft>
                <a:spcPts val="0"/>
              </a:spcAft>
              <a:buClr>
                <a:srgbClr val="FFFFFF"/>
              </a:buClr>
              <a:buSzPts val="2900"/>
              <a:buFont typeface="Plus Jakarta Sans"/>
              <a:buNone/>
            </a:pPr>
            <a:r>
              <a:rPr b="1" i="0" lang="en" sz="2900" u="none" cap="none" strike="noStrike">
                <a:solidFill>
                  <a:srgbClr val="FFFFFF"/>
                </a:solidFill>
                <a:latin typeface="Plus Jakarta Sans"/>
                <a:ea typeface="Plus Jakarta Sans"/>
                <a:cs typeface="Plus Jakarta Sans"/>
                <a:sym typeface="Plus Jakarta Sans"/>
              </a:rPr>
              <a:t>99,95</a:t>
            </a:r>
            <a:r>
              <a:rPr b="1" i="0" lang="en" sz="1700" u="none" cap="none" strike="noStrike">
                <a:solidFill>
                  <a:srgbClr val="FFFFFF"/>
                </a:solidFill>
                <a:latin typeface="Plus Jakarta Sans"/>
                <a:ea typeface="Plus Jakarta Sans"/>
                <a:cs typeface="Plus Jakarta Sans"/>
                <a:sym typeface="Plus Jakarta Sans"/>
              </a:rPr>
              <a:t>%</a:t>
            </a:r>
            <a:endParaRPr b="0" i="0" sz="2900" u="none" cap="none" strike="noStrike">
              <a:solidFill>
                <a:schemeClr val="dk1"/>
              </a:solidFill>
              <a:latin typeface="Calibri"/>
              <a:ea typeface="Calibri"/>
              <a:cs typeface="Calibri"/>
              <a:sym typeface="Calibri"/>
            </a:endParaRPr>
          </a:p>
        </p:txBody>
      </p:sp>
      <p:sp>
        <p:nvSpPr>
          <p:cNvPr id="672" name="Google Shape;672;p35"/>
          <p:cNvSpPr/>
          <p:nvPr/>
        </p:nvSpPr>
        <p:spPr>
          <a:xfrm>
            <a:off x="3678882" y="4369594"/>
            <a:ext cx="1237506" cy="1643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900"/>
              <a:buFont typeface="Plus Jakarta Sans"/>
              <a:buNone/>
            </a:pPr>
            <a:r>
              <a:rPr b="0" i="0" lang="en" sz="900" u="none" cap="none" strike="noStrike">
                <a:solidFill>
                  <a:srgbClr val="FFFFFF"/>
                </a:solidFill>
                <a:latin typeface="Plus Jakarta Sans"/>
                <a:ea typeface="Plus Jakarta Sans"/>
                <a:cs typeface="Plus Jakarta Sans"/>
                <a:sym typeface="Plus Jakarta Sans"/>
              </a:rPr>
              <a:t>uptime garantizado</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36"/>
          <p:cNvSpPr/>
          <p:nvPr/>
        </p:nvSpPr>
        <p:spPr>
          <a:xfrm>
            <a:off x="571500" y="457200"/>
            <a:ext cx="8241030" cy="201922"/>
          </a:xfrm>
          <a:prstGeom prst="rect">
            <a:avLst/>
          </a:prstGeom>
          <a:noFill/>
          <a:ln>
            <a:noFill/>
          </a:ln>
        </p:spPr>
        <p:txBody>
          <a:bodyPr anchorCtr="0" anchor="t" bIns="12700" lIns="12700" spcFirstLastPara="1" rIns="12700" wrap="square" tIns="12700">
            <a:noAutofit/>
          </a:bodyPr>
          <a:lstStyle/>
          <a:p>
            <a:pPr indent="0" lvl="0" marL="0" marR="0" rtl="0" algn="l">
              <a:lnSpc>
                <a:spcPct val="160000"/>
              </a:lnSpc>
              <a:spcBef>
                <a:spcPts val="0"/>
              </a:spcBef>
              <a:spcAft>
                <a:spcPts val="0"/>
              </a:spcAft>
              <a:buClr>
                <a:srgbClr val="437AEF"/>
              </a:buClr>
              <a:buSzPts val="900"/>
              <a:buFont typeface="Plus Jakarta Sans"/>
              <a:buNone/>
            </a:pPr>
            <a:r>
              <a:rPr b="1" i="0" lang="en" sz="1100" u="none" cap="none" strike="noStrike">
                <a:solidFill>
                  <a:srgbClr val="437AEF"/>
                </a:solidFill>
                <a:latin typeface="Plus Jakarta Sans"/>
                <a:ea typeface="Plus Jakarta Sans"/>
                <a:cs typeface="Plus Jakarta Sans"/>
                <a:sym typeface="Plus Jakarta Sans"/>
              </a:rPr>
              <a:t>NUESTRA HISTORIA</a:t>
            </a:r>
            <a:endParaRPr b="0" i="0" sz="1100" u="none" cap="none" strike="noStrike">
              <a:solidFill>
                <a:schemeClr val="dk1"/>
              </a:solidFill>
              <a:latin typeface="Calibri"/>
              <a:ea typeface="Calibri"/>
              <a:cs typeface="Calibri"/>
              <a:sym typeface="Calibri"/>
            </a:endParaRPr>
          </a:p>
        </p:txBody>
      </p:sp>
      <p:sp>
        <p:nvSpPr>
          <p:cNvPr id="679" name="Google Shape;679;p36"/>
          <p:cNvSpPr/>
          <p:nvPr/>
        </p:nvSpPr>
        <p:spPr>
          <a:xfrm>
            <a:off x="571500" y="725800"/>
            <a:ext cx="7715400" cy="378600"/>
          </a:xfrm>
          <a:prstGeom prst="rect">
            <a:avLst/>
          </a:prstGeom>
          <a:noFill/>
          <a:ln>
            <a:noFill/>
          </a:ln>
        </p:spPr>
        <p:txBody>
          <a:bodyPr anchorCtr="0" anchor="t" bIns="12700" lIns="12700" spcFirstLastPara="1" rIns="12700" wrap="square" tIns="12700">
            <a:noAutofit/>
          </a:bodyPr>
          <a:lstStyle/>
          <a:p>
            <a:pPr indent="0" lvl="0" marL="0" marR="0" rtl="0" algn="l">
              <a:lnSpc>
                <a:spcPct val="102000"/>
              </a:lnSpc>
              <a:spcBef>
                <a:spcPts val="0"/>
              </a:spcBef>
              <a:spcAft>
                <a:spcPts val="0"/>
              </a:spcAft>
              <a:buClr>
                <a:srgbClr val="020617"/>
              </a:buClr>
              <a:buSzPts val="2800"/>
              <a:buFont typeface="Plus Jakarta Sans"/>
              <a:buNone/>
            </a:pPr>
            <a:r>
              <a:rPr i="0" lang="en" sz="2800" u="none" cap="none" strike="noStrike">
                <a:solidFill>
                  <a:srgbClr val="020617"/>
                </a:solidFill>
                <a:latin typeface="Plus Jakarta Sans ExtraBold"/>
                <a:ea typeface="Plus Jakarta Sans ExtraBold"/>
                <a:cs typeface="Plus Jakarta Sans ExtraBold"/>
                <a:sym typeface="Plus Jakarta Sans ExtraBold"/>
              </a:rPr>
              <a:t>De una idea a la </a:t>
            </a:r>
            <a:r>
              <a:rPr i="1" lang="en" sz="2800" u="none" cap="none" strike="noStrike">
                <a:solidFill>
                  <a:srgbClr val="437AEF"/>
                </a:solidFill>
                <a:latin typeface="Plus Jakarta Sans ExtraBold"/>
                <a:ea typeface="Plus Jakarta Sans ExtraBold"/>
                <a:cs typeface="Plus Jakarta Sans ExtraBold"/>
                <a:sym typeface="Plus Jakarta Sans ExtraBold"/>
              </a:rPr>
              <a:t>categoría </a:t>
            </a:r>
            <a:r>
              <a:rPr i="0" lang="en" sz="2800" u="none" cap="none" strike="noStrike">
                <a:solidFill>
                  <a:srgbClr val="020617"/>
                </a:solidFill>
                <a:latin typeface="Plus Jakarta Sans ExtraBold"/>
                <a:ea typeface="Plus Jakarta Sans ExtraBold"/>
                <a:cs typeface="Plus Jakarta Sans ExtraBold"/>
                <a:sym typeface="Plus Jakarta Sans ExtraBold"/>
              </a:rPr>
              <a:t>que lideramos</a:t>
            </a:r>
            <a:endParaRPr i="0" sz="2800" u="none" cap="none" strike="noStrike">
              <a:solidFill>
                <a:schemeClr val="dk1"/>
              </a:solidFill>
              <a:latin typeface="Plus Jakarta Sans ExtraBold"/>
              <a:ea typeface="Plus Jakarta Sans ExtraBold"/>
              <a:cs typeface="Plus Jakarta Sans ExtraBold"/>
              <a:sym typeface="Plus Jakarta Sans ExtraBold"/>
            </a:endParaRPr>
          </a:p>
        </p:txBody>
      </p:sp>
      <p:sp>
        <p:nvSpPr>
          <p:cNvPr id="680" name="Google Shape;680;p36"/>
          <p:cNvSpPr/>
          <p:nvPr/>
        </p:nvSpPr>
        <p:spPr>
          <a:xfrm>
            <a:off x="857250" y="2540149"/>
            <a:ext cx="6530400" cy="16200"/>
          </a:xfrm>
          <a:prstGeom prst="rect">
            <a:avLst/>
          </a:prstGeom>
          <a:solidFill>
            <a:srgbClr val="D3DFFB"/>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81" name="Google Shape;681;p36"/>
          <p:cNvSpPr/>
          <p:nvPr/>
        </p:nvSpPr>
        <p:spPr>
          <a:xfrm>
            <a:off x="742950" y="2483011"/>
            <a:ext cx="114300" cy="114300"/>
          </a:xfrm>
          <a:prstGeom prst="ellipse">
            <a:avLst/>
          </a:prstGeom>
          <a:solidFill>
            <a:srgbClr val="437AE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82" name="Google Shape;682;p36"/>
          <p:cNvSpPr/>
          <p:nvPr/>
        </p:nvSpPr>
        <p:spPr>
          <a:xfrm>
            <a:off x="571500" y="2797336"/>
            <a:ext cx="645281" cy="164306"/>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37AEF"/>
              </a:buClr>
              <a:buSzPts val="900"/>
              <a:buFont typeface="Plus Jakarta Sans"/>
              <a:buNone/>
            </a:pPr>
            <a:r>
              <a:rPr b="1" i="0" lang="en" sz="900" u="none" cap="none" strike="noStrike">
                <a:solidFill>
                  <a:srgbClr val="437AEF"/>
                </a:solidFill>
                <a:latin typeface="Plus Jakarta Sans"/>
                <a:ea typeface="Plus Jakarta Sans"/>
                <a:cs typeface="Plus Jakarta Sans"/>
                <a:sym typeface="Plus Jakarta Sans"/>
              </a:rPr>
              <a:t>MES 2023</a:t>
            </a:r>
            <a:endParaRPr b="0" i="0" sz="900" u="none" cap="none" strike="noStrike">
              <a:solidFill>
                <a:schemeClr val="dk1"/>
              </a:solidFill>
              <a:latin typeface="Calibri"/>
              <a:ea typeface="Calibri"/>
              <a:cs typeface="Calibri"/>
              <a:sym typeface="Calibri"/>
            </a:endParaRPr>
          </a:p>
        </p:txBody>
      </p:sp>
      <p:sp>
        <p:nvSpPr>
          <p:cNvPr id="683" name="Google Shape;683;p36"/>
          <p:cNvSpPr/>
          <p:nvPr/>
        </p:nvSpPr>
        <p:spPr>
          <a:xfrm>
            <a:off x="571500" y="3009275"/>
            <a:ext cx="1119000" cy="176400"/>
          </a:xfrm>
          <a:prstGeom prst="rect">
            <a:avLst/>
          </a:prstGeom>
          <a:noFill/>
          <a:ln>
            <a:noFill/>
          </a:ln>
        </p:spPr>
        <p:txBody>
          <a:bodyPr anchorCtr="0" anchor="t" bIns="12700" lIns="12700" spcFirstLastPara="1" rIns="12700" wrap="square" tIns="12700">
            <a:noAutofit/>
          </a:bodyPr>
          <a:lstStyle/>
          <a:p>
            <a:pPr indent="0" lvl="0" marL="0" marR="0" rtl="0" algn="l">
              <a:lnSpc>
                <a:spcPct val="118000"/>
              </a:lnSpc>
              <a:spcBef>
                <a:spcPts val="0"/>
              </a:spcBef>
              <a:spcAft>
                <a:spcPts val="0"/>
              </a:spcAft>
              <a:buClr>
                <a:srgbClr val="0F172A"/>
              </a:buClr>
              <a:buSzPts val="1100"/>
              <a:buFont typeface="Plus Jakarta Sans"/>
              <a:buNone/>
            </a:pPr>
            <a:r>
              <a:rPr b="1" i="0" lang="en" sz="1100" u="none" cap="none" strike="noStrike">
                <a:solidFill>
                  <a:srgbClr val="0F172A"/>
                </a:solidFill>
                <a:latin typeface="Plus Jakarta Sans"/>
                <a:ea typeface="Plus Jakarta Sans"/>
                <a:cs typeface="Plus Jakarta Sans"/>
                <a:sym typeface="Plus Jakarta Sans"/>
              </a:rPr>
              <a:t>Primer hito</a:t>
            </a:r>
            <a:endParaRPr b="0" i="0" sz="1100" u="none" cap="none" strike="noStrike">
              <a:solidFill>
                <a:schemeClr val="dk1"/>
              </a:solidFill>
              <a:latin typeface="Calibri"/>
              <a:ea typeface="Calibri"/>
              <a:cs typeface="Calibri"/>
              <a:sym typeface="Calibri"/>
            </a:endParaRPr>
          </a:p>
        </p:txBody>
      </p:sp>
      <p:sp>
        <p:nvSpPr>
          <p:cNvPr id="684" name="Google Shape;684;p36"/>
          <p:cNvSpPr/>
          <p:nvPr/>
        </p:nvSpPr>
        <p:spPr>
          <a:xfrm>
            <a:off x="571500" y="3214241"/>
            <a:ext cx="1485868" cy="179040"/>
          </a:xfrm>
          <a:prstGeom prst="rect">
            <a:avLst/>
          </a:prstGeom>
          <a:noFill/>
          <a:ln>
            <a:noFill/>
          </a:ln>
        </p:spPr>
        <p:txBody>
          <a:bodyPr anchorCtr="0" anchor="t" bIns="12700" lIns="12700" spcFirstLastPara="1" rIns="12700" wrap="square" tIns="12700">
            <a:noAutofit/>
          </a:bodyPr>
          <a:lstStyle/>
          <a:p>
            <a:pPr indent="0" lvl="0" marL="0" marR="0" rtl="0" algn="l">
              <a:lnSpc>
                <a:spcPct val="140000"/>
              </a:lnSpc>
              <a:spcBef>
                <a:spcPts val="0"/>
              </a:spcBef>
              <a:spcAft>
                <a:spcPts val="0"/>
              </a:spcAft>
              <a:buClr>
                <a:srgbClr val="64748B"/>
              </a:buClr>
              <a:buSzPts val="900"/>
              <a:buFont typeface="Plus Jakarta Sans"/>
              <a:buNone/>
            </a:pPr>
            <a:r>
              <a:rPr b="0" i="0" lang="en" sz="900" u="none" cap="none" strike="noStrike">
                <a:solidFill>
                  <a:srgbClr val="64748B"/>
                </a:solidFill>
                <a:latin typeface="Plus Jakarta Sans"/>
                <a:ea typeface="Plus Jakarta Sans"/>
                <a:cs typeface="Plus Jakarta Sans"/>
                <a:sym typeface="Plus Jakarta Sans"/>
              </a:rPr>
              <a:t>Descripción breve del hito.</a:t>
            </a:r>
            <a:endParaRPr b="0" i="0" sz="900" u="none" cap="none" strike="noStrike">
              <a:solidFill>
                <a:schemeClr val="dk1"/>
              </a:solidFill>
              <a:latin typeface="Calibri"/>
              <a:ea typeface="Calibri"/>
              <a:cs typeface="Calibri"/>
              <a:sym typeface="Calibri"/>
            </a:endParaRPr>
          </a:p>
        </p:txBody>
      </p:sp>
      <p:sp>
        <p:nvSpPr>
          <p:cNvPr id="685" name="Google Shape;685;p36"/>
          <p:cNvSpPr/>
          <p:nvPr/>
        </p:nvSpPr>
        <p:spPr>
          <a:xfrm>
            <a:off x="2375520" y="2483011"/>
            <a:ext cx="114300" cy="114300"/>
          </a:xfrm>
          <a:prstGeom prst="ellipse">
            <a:avLst/>
          </a:prstGeom>
          <a:solidFill>
            <a:srgbClr val="437AE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86" name="Google Shape;686;p36"/>
          <p:cNvSpPr/>
          <p:nvPr/>
        </p:nvSpPr>
        <p:spPr>
          <a:xfrm>
            <a:off x="2204070" y="2797336"/>
            <a:ext cx="649858" cy="164306"/>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37AEF"/>
              </a:buClr>
              <a:buSzPts val="900"/>
              <a:buFont typeface="Plus Jakarta Sans"/>
              <a:buNone/>
            </a:pPr>
            <a:r>
              <a:rPr b="1" i="0" lang="en" sz="900" u="none" cap="none" strike="noStrike">
                <a:solidFill>
                  <a:srgbClr val="437AEF"/>
                </a:solidFill>
                <a:latin typeface="Plus Jakarta Sans"/>
                <a:ea typeface="Plus Jakarta Sans"/>
                <a:cs typeface="Plus Jakarta Sans"/>
                <a:sym typeface="Plus Jakarta Sans"/>
              </a:rPr>
              <a:t>MES 2024</a:t>
            </a:r>
            <a:endParaRPr b="0" i="0" sz="900" u="none" cap="none" strike="noStrike">
              <a:solidFill>
                <a:schemeClr val="dk1"/>
              </a:solidFill>
              <a:latin typeface="Calibri"/>
              <a:ea typeface="Calibri"/>
              <a:cs typeface="Calibri"/>
              <a:sym typeface="Calibri"/>
            </a:endParaRPr>
          </a:p>
        </p:txBody>
      </p:sp>
      <p:sp>
        <p:nvSpPr>
          <p:cNvPr id="687" name="Google Shape;687;p36"/>
          <p:cNvSpPr/>
          <p:nvPr/>
        </p:nvSpPr>
        <p:spPr>
          <a:xfrm>
            <a:off x="2204077" y="3009275"/>
            <a:ext cx="1279500" cy="176400"/>
          </a:xfrm>
          <a:prstGeom prst="rect">
            <a:avLst/>
          </a:prstGeom>
          <a:noFill/>
          <a:ln>
            <a:noFill/>
          </a:ln>
        </p:spPr>
        <p:txBody>
          <a:bodyPr anchorCtr="0" anchor="t" bIns="12700" lIns="12700" spcFirstLastPara="1" rIns="12700" wrap="square" tIns="12700">
            <a:noAutofit/>
          </a:bodyPr>
          <a:lstStyle/>
          <a:p>
            <a:pPr indent="0" lvl="0" marL="0" marR="0" rtl="0" algn="l">
              <a:lnSpc>
                <a:spcPct val="118000"/>
              </a:lnSpc>
              <a:spcBef>
                <a:spcPts val="0"/>
              </a:spcBef>
              <a:spcAft>
                <a:spcPts val="0"/>
              </a:spcAft>
              <a:buClr>
                <a:srgbClr val="0F172A"/>
              </a:buClr>
              <a:buSzPts val="1100"/>
              <a:buFont typeface="Plus Jakarta Sans"/>
              <a:buNone/>
            </a:pPr>
            <a:r>
              <a:rPr b="1" i="0" lang="en" sz="1100" u="none" cap="none" strike="noStrike">
                <a:solidFill>
                  <a:srgbClr val="0F172A"/>
                </a:solidFill>
                <a:latin typeface="Plus Jakarta Sans"/>
                <a:ea typeface="Plus Jakarta Sans"/>
                <a:cs typeface="Plus Jakarta Sans"/>
                <a:sym typeface="Plus Jakarta Sans"/>
              </a:rPr>
              <a:t>Segundo hito</a:t>
            </a:r>
            <a:endParaRPr b="0" i="0" sz="1100" u="none" cap="none" strike="noStrike">
              <a:solidFill>
                <a:schemeClr val="dk1"/>
              </a:solidFill>
              <a:latin typeface="Calibri"/>
              <a:ea typeface="Calibri"/>
              <a:cs typeface="Calibri"/>
              <a:sym typeface="Calibri"/>
            </a:endParaRPr>
          </a:p>
        </p:txBody>
      </p:sp>
      <p:sp>
        <p:nvSpPr>
          <p:cNvPr id="688" name="Google Shape;688;p36"/>
          <p:cNvSpPr/>
          <p:nvPr/>
        </p:nvSpPr>
        <p:spPr>
          <a:xfrm>
            <a:off x="2204070" y="3214241"/>
            <a:ext cx="1485869" cy="179040"/>
          </a:xfrm>
          <a:prstGeom prst="rect">
            <a:avLst/>
          </a:prstGeom>
          <a:noFill/>
          <a:ln>
            <a:noFill/>
          </a:ln>
        </p:spPr>
        <p:txBody>
          <a:bodyPr anchorCtr="0" anchor="t" bIns="12700" lIns="12700" spcFirstLastPara="1" rIns="12700" wrap="square" tIns="12700">
            <a:noAutofit/>
          </a:bodyPr>
          <a:lstStyle/>
          <a:p>
            <a:pPr indent="0" lvl="0" marL="0" marR="0" rtl="0" algn="l">
              <a:lnSpc>
                <a:spcPct val="140000"/>
              </a:lnSpc>
              <a:spcBef>
                <a:spcPts val="0"/>
              </a:spcBef>
              <a:spcAft>
                <a:spcPts val="0"/>
              </a:spcAft>
              <a:buClr>
                <a:srgbClr val="64748B"/>
              </a:buClr>
              <a:buSzPts val="900"/>
              <a:buFont typeface="Plus Jakarta Sans"/>
              <a:buNone/>
            </a:pPr>
            <a:r>
              <a:rPr b="0" i="0" lang="en" sz="900" u="none" cap="none" strike="noStrike">
                <a:solidFill>
                  <a:srgbClr val="64748B"/>
                </a:solidFill>
                <a:latin typeface="Plus Jakarta Sans"/>
                <a:ea typeface="Plus Jakarta Sans"/>
                <a:cs typeface="Plus Jakarta Sans"/>
                <a:sym typeface="Plus Jakarta Sans"/>
              </a:rPr>
              <a:t>Descripción breve del hito.</a:t>
            </a:r>
            <a:endParaRPr b="0" i="0" sz="900" u="none" cap="none" strike="noStrike">
              <a:solidFill>
                <a:schemeClr val="dk1"/>
              </a:solidFill>
              <a:latin typeface="Calibri"/>
              <a:ea typeface="Calibri"/>
              <a:cs typeface="Calibri"/>
              <a:sym typeface="Calibri"/>
            </a:endParaRPr>
          </a:p>
        </p:txBody>
      </p:sp>
      <p:sp>
        <p:nvSpPr>
          <p:cNvPr id="689" name="Google Shape;689;p36"/>
          <p:cNvSpPr/>
          <p:nvPr/>
        </p:nvSpPr>
        <p:spPr>
          <a:xfrm>
            <a:off x="4008090" y="2483011"/>
            <a:ext cx="114300" cy="114300"/>
          </a:xfrm>
          <a:prstGeom prst="ellipse">
            <a:avLst/>
          </a:prstGeom>
          <a:solidFill>
            <a:srgbClr val="437AE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90" name="Google Shape;690;p36"/>
          <p:cNvSpPr/>
          <p:nvPr/>
        </p:nvSpPr>
        <p:spPr>
          <a:xfrm>
            <a:off x="3836640" y="2797336"/>
            <a:ext cx="649858" cy="164306"/>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37AEF"/>
              </a:buClr>
              <a:buSzPts val="900"/>
              <a:buFont typeface="Plus Jakarta Sans"/>
              <a:buNone/>
            </a:pPr>
            <a:r>
              <a:rPr b="1" i="0" lang="en" sz="900" u="none" cap="none" strike="noStrike">
                <a:solidFill>
                  <a:srgbClr val="437AEF"/>
                </a:solidFill>
                <a:latin typeface="Plus Jakarta Sans"/>
                <a:ea typeface="Plus Jakarta Sans"/>
                <a:cs typeface="Plus Jakarta Sans"/>
                <a:sym typeface="Plus Jakarta Sans"/>
              </a:rPr>
              <a:t>MES 2024</a:t>
            </a:r>
            <a:endParaRPr b="0" i="0" sz="900" u="none" cap="none" strike="noStrike">
              <a:solidFill>
                <a:schemeClr val="dk1"/>
              </a:solidFill>
              <a:latin typeface="Calibri"/>
              <a:ea typeface="Calibri"/>
              <a:cs typeface="Calibri"/>
              <a:sym typeface="Calibri"/>
            </a:endParaRPr>
          </a:p>
        </p:txBody>
      </p:sp>
      <p:sp>
        <p:nvSpPr>
          <p:cNvPr id="691" name="Google Shape;691;p36"/>
          <p:cNvSpPr/>
          <p:nvPr/>
        </p:nvSpPr>
        <p:spPr>
          <a:xfrm>
            <a:off x="3836654" y="3009275"/>
            <a:ext cx="1040400" cy="176400"/>
          </a:xfrm>
          <a:prstGeom prst="rect">
            <a:avLst/>
          </a:prstGeom>
          <a:noFill/>
          <a:ln>
            <a:noFill/>
          </a:ln>
        </p:spPr>
        <p:txBody>
          <a:bodyPr anchorCtr="0" anchor="t" bIns="12700" lIns="12700" spcFirstLastPara="1" rIns="12700" wrap="square" tIns="12700">
            <a:noAutofit/>
          </a:bodyPr>
          <a:lstStyle/>
          <a:p>
            <a:pPr indent="0" lvl="0" marL="0" marR="0" rtl="0" algn="l">
              <a:lnSpc>
                <a:spcPct val="118000"/>
              </a:lnSpc>
              <a:spcBef>
                <a:spcPts val="0"/>
              </a:spcBef>
              <a:spcAft>
                <a:spcPts val="0"/>
              </a:spcAft>
              <a:buClr>
                <a:srgbClr val="0F172A"/>
              </a:buClr>
              <a:buSzPts val="1100"/>
              <a:buFont typeface="Plus Jakarta Sans"/>
              <a:buNone/>
            </a:pPr>
            <a:r>
              <a:rPr b="1" i="0" lang="en" sz="1100" u="none" cap="none" strike="noStrike">
                <a:solidFill>
                  <a:srgbClr val="0F172A"/>
                </a:solidFill>
                <a:latin typeface="Plus Jakarta Sans"/>
                <a:ea typeface="Plus Jakarta Sans"/>
                <a:cs typeface="Plus Jakarta Sans"/>
                <a:sym typeface="Plus Jakarta Sans"/>
              </a:rPr>
              <a:t>Tercer hito</a:t>
            </a:r>
            <a:endParaRPr b="0" i="0" sz="1100" u="none" cap="none" strike="noStrike">
              <a:solidFill>
                <a:schemeClr val="dk1"/>
              </a:solidFill>
              <a:latin typeface="Calibri"/>
              <a:ea typeface="Calibri"/>
              <a:cs typeface="Calibri"/>
              <a:sym typeface="Calibri"/>
            </a:endParaRPr>
          </a:p>
        </p:txBody>
      </p:sp>
      <p:sp>
        <p:nvSpPr>
          <p:cNvPr id="692" name="Google Shape;692;p36"/>
          <p:cNvSpPr/>
          <p:nvPr/>
        </p:nvSpPr>
        <p:spPr>
          <a:xfrm>
            <a:off x="3836640" y="3214241"/>
            <a:ext cx="1485868" cy="179040"/>
          </a:xfrm>
          <a:prstGeom prst="rect">
            <a:avLst/>
          </a:prstGeom>
          <a:noFill/>
          <a:ln>
            <a:noFill/>
          </a:ln>
        </p:spPr>
        <p:txBody>
          <a:bodyPr anchorCtr="0" anchor="t" bIns="12700" lIns="12700" spcFirstLastPara="1" rIns="12700" wrap="square" tIns="12700">
            <a:noAutofit/>
          </a:bodyPr>
          <a:lstStyle/>
          <a:p>
            <a:pPr indent="0" lvl="0" marL="0" marR="0" rtl="0" algn="l">
              <a:lnSpc>
                <a:spcPct val="140000"/>
              </a:lnSpc>
              <a:spcBef>
                <a:spcPts val="0"/>
              </a:spcBef>
              <a:spcAft>
                <a:spcPts val="0"/>
              </a:spcAft>
              <a:buClr>
                <a:srgbClr val="64748B"/>
              </a:buClr>
              <a:buSzPts val="900"/>
              <a:buFont typeface="Plus Jakarta Sans"/>
              <a:buNone/>
            </a:pPr>
            <a:r>
              <a:rPr b="0" i="0" lang="en" sz="900" u="none" cap="none" strike="noStrike">
                <a:solidFill>
                  <a:srgbClr val="64748B"/>
                </a:solidFill>
                <a:latin typeface="Plus Jakarta Sans"/>
                <a:ea typeface="Plus Jakarta Sans"/>
                <a:cs typeface="Plus Jakarta Sans"/>
                <a:sym typeface="Plus Jakarta Sans"/>
              </a:rPr>
              <a:t>Descripción breve del hito.</a:t>
            </a:r>
            <a:endParaRPr b="0" i="0" sz="900" u="none" cap="none" strike="noStrike">
              <a:solidFill>
                <a:schemeClr val="dk1"/>
              </a:solidFill>
              <a:latin typeface="Calibri"/>
              <a:ea typeface="Calibri"/>
              <a:cs typeface="Calibri"/>
              <a:sym typeface="Calibri"/>
            </a:endParaRPr>
          </a:p>
        </p:txBody>
      </p:sp>
      <p:sp>
        <p:nvSpPr>
          <p:cNvPr id="693" name="Google Shape;693;p36"/>
          <p:cNvSpPr/>
          <p:nvPr/>
        </p:nvSpPr>
        <p:spPr>
          <a:xfrm>
            <a:off x="5640698" y="2483011"/>
            <a:ext cx="114300" cy="114300"/>
          </a:xfrm>
          <a:prstGeom prst="ellipse">
            <a:avLst/>
          </a:prstGeom>
          <a:solidFill>
            <a:srgbClr val="437AE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94" name="Google Shape;694;p36"/>
          <p:cNvSpPr/>
          <p:nvPr/>
        </p:nvSpPr>
        <p:spPr>
          <a:xfrm>
            <a:off x="5469248" y="2797336"/>
            <a:ext cx="645505" cy="164306"/>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37AEF"/>
              </a:buClr>
              <a:buSzPts val="900"/>
              <a:buFont typeface="Plus Jakarta Sans"/>
              <a:buNone/>
            </a:pPr>
            <a:r>
              <a:rPr b="1" i="0" lang="en" sz="900" u="none" cap="none" strike="noStrike">
                <a:solidFill>
                  <a:srgbClr val="437AEF"/>
                </a:solidFill>
                <a:latin typeface="Plus Jakarta Sans"/>
                <a:ea typeface="Plus Jakarta Sans"/>
                <a:cs typeface="Plus Jakarta Sans"/>
                <a:sym typeface="Plus Jakarta Sans"/>
              </a:rPr>
              <a:t>MES 2025</a:t>
            </a:r>
            <a:endParaRPr b="0" i="0" sz="900" u="none" cap="none" strike="noStrike">
              <a:solidFill>
                <a:schemeClr val="dk1"/>
              </a:solidFill>
              <a:latin typeface="Calibri"/>
              <a:ea typeface="Calibri"/>
              <a:cs typeface="Calibri"/>
              <a:sym typeface="Calibri"/>
            </a:endParaRPr>
          </a:p>
        </p:txBody>
      </p:sp>
      <p:sp>
        <p:nvSpPr>
          <p:cNvPr id="695" name="Google Shape;695;p36"/>
          <p:cNvSpPr/>
          <p:nvPr/>
        </p:nvSpPr>
        <p:spPr>
          <a:xfrm>
            <a:off x="5469251" y="3009275"/>
            <a:ext cx="1119000" cy="176400"/>
          </a:xfrm>
          <a:prstGeom prst="rect">
            <a:avLst/>
          </a:prstGeom>
          <a:noFill/>
          <a:ln>
            <a:noFill/>
          </a:ln>
        </p:spPr>
        <p:txBody>
          <a:bodyPr anchorCtr="0" anchor="t" bIns="12700" lIns="12700" spcFirstLastPara="1" rIns="12700" wrap="square" tIns="12700">
            <a:noAutofit/>
          </a:bodyPr>
          <a:lstStyle/>
          <a:p>
            <a:pPr indent="0" lvl="0" marL="0" marR="0" rtl="0" algn="l">
              <a:lnSpc>
                <a:spcPct val="118000"/>
              </a:lnSpc>
              <a:spcBef>
                <a:spcPts val="0"/>
              </a:spcBef>
              <a:spcAft>
                <a:spcPts val="0"/>
              </a:spcAft>
              <a:buClr>
                <a:srgbClr val="0F172A"/>
              </a:buClr>
              <a:buSzPts val="1100"/>
              <a:buFont typeface="Plus Jakarta Sans"/>
              <a:buNone/>
            </a:pPr>
            <a:r>
              <a:rPr b="1" i="0" lang="en" sz="1100" u="none" cap="none" strike="noStrike">
                <a:solidFill>
                  <a:srgbClr val="0F172A"/>
                </a:solidFill>
                <a:latin typeface="Plus Jakarta Sans"/>
                <a:ea typeface="Plus Jakarta Sans"/>
                <a:cs typeface="Plus Jakarta Sans"/>
                <a:sym typeface="Plus Jakarta Sans"/>
              </a:rPr>
              <a:t>Cuarto hito</a:t>
            </a:r>
            <a:endParaRPr b="0" i="0" sz="1100" u="none" cap="none" strike="noStrike">
              <a:solidFill>
                <a:schemeClr val="dk1"/>
              </a:solidFill>
              <a:latin typeface="Calibri"/>
              <a:ea typeface="Calibri"/>
              <a:cs typeface="Calibri"/>
              <a:sym typeface="Calibri"/>
            </a:endParaRPr>
          </a:p>
        </p:txBody>
      </p:sp>
      <p:sp>
        <p:nvSpPr>
          <p:cNvPr id="696" name="Google Shape;696;p36"/>
          <p:cNvSpPr/>
          <p:nvPr/>
        </p:nvSpPr>
        <p:spPr>
          <a:xfrm>
            <a:off x="5469247" y="3214241"/>
            <a:ext cx="1485869" cy="179040"/>
          </a:xfrm>
          <a:prstGeom prst="rect">
            <a:avLst/>
          </a:prstGeom>
          <a:noFill/>
          <a:ln>
            <a:noFill/>
          </a:ln>
        </p:spPr>
        <p:txBody>
          <a:bodyPr anchorCtr="0" anchor="t" bIns="12700" lIns="12700" spcFirstLastPara="1" rIns="12700" wrap="square" tIns="12700">
            <a:noAutofit/>
          </a:bodyPr>
          <a:lstStyle/>
          <a:p>
            <a:pPr indent="0" lvl="0" marL="0" marR="0" rtl="0" algn="l">
              <a:lnSpc>
                <a:spcPct val="140000"/>
              </a:lnSpc>
              <a:spcBef>
                <a:spcPts val="0"/>
              </a:spcBef>
              <a:spcAft>
                <a:spcPts val="0"/>
              </a:spcAft>
              <a:buClr>
                <a:srgbClr val="64748B"/>
              </a:buClr>
              <a:buSzPts val="900"/>
              <a:buFont typeface="Plus Jakarta Sans"/>
              <a:buNone/>
            </a:pPr>
            <a:r>
              <a:rPr b="0" i="0" lang="en" sz="900" u="none" cap="none" strike="noStrike">
                <a:solidFill>
                  <a:srgbClr val="64748B"/>
                </a:solidFill>
                <a:latin typeface="Plus Jakarta Sans"/>
                <a:ea typeface="Plus Jakarta Sans"/>
                <a:cs typeface="Plus Jakarta Sans"/>
                <a:sym typeface="Plus Jakarta Sans"/>
              </a:rPr>
              <a:t>Descripción breve del hito.</a:t>
            </a:r>
            <a:endParaRPr b="0" i="0" sz="900" u="none" cap="none" strike="noStrike">
              <a:solidFill>
                <a:schemeClr val="dk1"/>
              </a:solidFill>
              <a:latin typeface="Calibri"/>
              <a:ea typeface="Calibri"/>
              <a:cs typeface="Calibri"/>
              <a:sym typeface="Calibri"/>
            </a:endParaRPr>
          </a:p>
        </p:txBody>
      </p:sp>
      <p:sp>
        <p:nvSpPr>
          <p:cNvPr id="697" name="Google Shape;697;p36"/>
          <p:cNvSpPr/>
          <p:nvPr/>
        </p:nvSpPr>
        <p:spPr>
          <a:xfrm>
            <a:off x="7273268" y="2483011"/>
            <a:ext cx="114300" cy="114300"/>
          </a:xfrm>
          <a:prstGeom prst="ellipse">
            <a:avLst/>
          </a:prstGeom>
          <a:solidFill>
            <a:srgbClr val="345FBA"/>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98" name="Google Shape;698;p36"/>
          <p:cNvSpPr/>
          <p:nvPr/>
        </p:nvSpPr>
        <p:spPr>
          <a:xfrm>
            <a:off x="7101817" y="2797336"/>
            <a:ext cx="645505" cy="164306"/>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37AEF"/>
              </a:buClr>
              <a:buSzPts val="900"/>
              <a:buFont typeface="Plus Jakarta Sans"/>
              <a:buNone/>
            </a:pPr>
            <a:r>
              <a:rPr b="1" i="0" lang="en" sz="900" u="none" cap="none" strike="noStrike">
                <a:solidFill>
                  <a:srgbClr val="437AEF"/>
                </a:solidFill>
                <a:latin typeface="Plus Jakarta Sans"/>
                <a:ea typeface="Plus Jakarta Sans"/>
                <a:cs typeface="Plus Jakarta Sans"/>
                <a:sym typeface="Plus Jakarta Sans"/>
              </a:rPr>
              <a:t>MES 2025</a:t>
            </a:r>
            <a:endParaRPr b="0" i="0" sz="900" u="none" cap="none" strike="noStrike">
              <a:solidFill>
                <a:schemeClr val="dk1"/>
              </a:solidFill>
              <a:latin typeface="Calibri"/>
              <a:ea typeface="Calibri"/>
              <a:cs typeface="Calibri"/>
              <a:sym typeface="Calibri"/>
            </a:endParaRPr>
          </a:p>
        </p:txBody>
      </p:sp>
      <p:sp>
        <p:nvSpPr>
          <p:cNvPr id="699" name="Google Shape;699;p36"/>
          <p:cNvSpPr/>
          <p:nvPr/>
        </p:nvSpPr>
        <p:spPr>
          <a:xfrm>
            <a:off x="7101829" y="3009275"/>
            <a:ext cx="1119000" cy="176400"/>
          </a:xfrm>
          <a:prstGeom prst="rect">
            <a:avLst/>
          </a:prstGeom>
          <a:noFill/>
          <a:ln>
            <a:noFill/>
          </a:ln>
        </p:spPr>
        <p:txBody>
          <a:bodyPr anchorCtr="0" anchor="t" bIns="12700" lIns="12700" spcFirstLastPara="1" rIns="12700" wrap="square" tIns="12700">
            <a:noAutofit/>
          </a:bodyPr>
          <a:lstStyle/>
          <a:p>
            <a:pPr indent="0" lvl="0" marL="0" marR="0" rtl="0" algn="l">
              <a:lnSpc>
                <a:spcPct val="118000"/>
              </a:lnSpc>
              <a:spcBef>
                <a:spcPts val="0"/>
              </a:spcBef>
              <a:spcAft>
                <a:spcPts val="0"/>
              </a:spcAft>
              <a:buClr>
                <a:srgbClr val="0F172A"/>
              </a:buClr>
              <a:buSzPts val="1100"/>
              <a:buFont typeface="Plus Jakarta Sans"/>
              <a:buNone/>
            </a:pPr>
            <a:r>
              <a:rPr b="1" i="0" lang="en" sz="1100" u="none" cap="none" strike="noStrike">
                <a:solidFill>
                  <a:srgbClr val="0F172A"/>
                </a:solidFill>
                <a:latin typeface="Plus Jakarta Sans"/>
                <a:ea typeface="Plus Jakarta Sans"/>
                <a:cs typeface="Plus Jakarta Sans"/>
                <a:sym typeface="Plus Jakarta Sans"/>
              </a:rPr>
              <a:t>Hito actual</a:t>
            </a:r>
            <a:endParaRPr b="0" i="0" sz="1100" u="none" cap="none" strike="noStrike">
              <a:solidFill>
                <a:schemeClr val="dk1"/>
              </a:solidFill>
              <a:latin typeface="Calibri"/>
              <a:ea typeface="Calibri"/>
              <a:cs typeface="Calibri"/>
              <a:sym typeface="Calibri"/>
            </a:endParaRPr>
          </a:p>
        </p:txBody>
      </p:sp>
      <p:sp>
        <p:nvSpPr>
          <p:cNvPr id="700" name="Google Shape;700;p36"/>
          <p:cNvSpPr/>
          <p:nvPr/>
        </p:nvSpPr>
        <p:spPr>
          <a:xfrm>
            <a:off x="7101818" y="3214241"/>
            <a:ext cx="1485868" cy="179040"/>
          </a:xfrm>
          <a:prstGeom prst="rect">
            <a:avLst/>
          </a:prstGeom>
          <a:noFill/>
          <a:ln>
            <a:noFill/>
          </a:ln>
        </p:spPr>
        <p:txBody>
          <a:bodyPr anchorCtr="0" anchor="t" bIns="12700" lIns="12700" spcFirstLastPara="1" rIns="12700" wrap="square" tIns="12700">
            <a:noAutofit/>
          </a:bodyPr>
          <a:lstStyle/>
          <a:p>
            <a:pPr indent="0" lvl="0" marL="0" marR="0" rtl="0" algn="l">
              <a:lnSpc>
                <a:spcPct val="140000"/>
              </a:lnSpc>
              <a:spcBef>
                <a:spcPts val="0"/>
              </a:spcBef>
              <a:spcAft>
                <a:spcPts val="0"/>
              </a:spcAft>
              <a:buClr>
                <a:srgbClr val="64748B"/>
              </a:buClr>
              <a:buSzPts val="900"/>
              <a:buFont typeface="Plus Jakarta Sans"/>
              <a:buNone/>
            </a:pPr>
            <a:r>
              <a:rPr b="0" i="0" lang="en" sz="900" u="none" cap="none" strike="noStrike">
                <a:solidFill>
                  <a:srgbClr val="64748B"/>
                </a:solidFill>
                <a:latin typeface="Plus Jakarta Sans"/>
                <a:ea typeface="Plus Jakarta Sans"/>
                <a:cs typeface="Plus Jakarta Sans"/>
                <a:sym typeface="Plus Jakarta Sans"/>
              </a:rPr>
              <a:t>Descripción breve del hito.</a:t>
            </a:r>
            <a:endParaRPr b="0" i="0" sz="900" u="none" cap="none" strike="noStrike">
              <a:solidFill>
                <a:schemeClr val="dk1"/>
              </a:solidFill>
              <a:latin typeface="Calibri"/>
              <a:ea typeface="Calibri"/>
              <a:cs typeface="Calibri"/>
              <a:sym typeface="Calibri"/>
            </a:endParaRPr>
          </a:p>
        </p:txBody>
      </p:sp>
      <p:pic>
        <p:nvPicPr>
          <p:cNvPr descr="preencoded.png" id="701" name="Google Shape;701;p36"/>
          <p:cNvPicPr preferRelativeResize="0"/>
          <p:nvPr/>
        </p:nvPicPr>
        <p:blipFill rotWithShape="1">
          <a:blip r:embed="rId3">
            <a:alphaModFix/>
          </a:blip>
          <a:srcRect b="0" l="0" r="0" t="0"/>
          <a:stretch/>
        </p:blipFill>
        <p:spPr>
          <a:xfrm>
            <a:off x="571500" y="4767263"/>
            <a:ext cx="664369" cy="128588"/>
          </a:xfrm>
          <a:prstGeom prst="rect">
            <a:avLst/>
          </a:prstGeom>
          <a:noFill/>
          <a:ln>
            <a:noFill/>
          </a:ln>
        </p:spPr>
      </p:pic>
      <p:sp>
        <p:nvSpPr>
          <p:cNvPr id="702" name="Google Shape;702;p36"/>
          <p:cNvSpPr/>
          <p:nvPr/>
        </p:nvSpPr>
        <p:spPr>
          <a:xfrm>
            <a:off x="8466200" y="4777978"/>
            <a:ext cx="144401" cy="1262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94A3B8"/>
              </a:buClr>
              <a:buSzPts val="700"/>
              <a:buFont typeface="Plus Jakarta Sans"/>
              <a:buNone/>
            </a:pPr>
            <a:r>
              <a:rPr b="1" i="0" lang="en" sz="700" u="none" cap="none" strike="noStrike">
                <a:solidFill>
                  <a:srgbClr val="94A3B8"/>
                </a:solidFill>
                <a:latin typeface="Plus Jakarta Sans"/>
                <a:ea typeface="Plus Jakarta Sans"/>
                <a:cs typeface="Plus Jakarta Sans"/>
                <a:sym typeface="Plus Jakarta Sans"/>
              </a:rPr>
              <a:t>19</a:t>
            </a:r>
            <a:endParaRPr b="0" i="0" sz="700" u="none" cap="none" strike="noStrike">
              <a:solidFill>
                <a:schemeClr val="dk1"/>
              </a:solidFill>
              <a:latin typeface="Calibri"/>
              <a:ea typeface="Calibri"/>
              <a:cs typeface="Calibri"/>
              <a:sym typeface="Calibri"/>
            </a:endParaRPr>
          </a:p>
        </p:txBody>
      </p:sp>
      <p:sp>
        <p:nvSpPr>
          <p:cNvPr id="703" name="Google Shape;703;p36"/>
          <p:cNvSpPr/>
          <p:nvPr/>
        </p:nvSpPr>
        <p:spPr>
          <a:xfrm>
            <a:off x="7248223" y="2457951"/>
            <a:ext cx="164400" cy="164400"/>
          </a:xfrm>
          <a:prstGeom prst="ellipse">
            <a:avLst/>
          </a:prstGeom>
          <a:solidFill>
            <a:srgbClr val="1C4EBA">
              <a:alpha val="1500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704" name="Google Shape;704;p36"/>
          <p:cNvSpPr/>
          <p:nvPr/>
        </p:nvSpPr>
        <p:spPr>
          <a:xfrm>
            <a:off x="5615636" y="2460608"/>
            <a:ext cx="164400" cy="164400"/>
          </a:xfrm>
          <a:prstGeom prst="ellipse">
            <a:avLst/>
          </a:prstGeom>
          <a:solidFill>
            <a:srgbClr val="1C4EBA">
              <a:alpha val="1500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705" name="Google Shape;705;p36"/>
          <p:cNvSpPr/>
          <p:nvPr/>
        </p:nvSpPr>
        <p:spPr>
          <a:xfrm>
            <a:off x="3983061" y="2457951"/>
            <a:ext cx="164400" cy="164400"/>
          </a:xfrm>
          <a:prstGeom prst="ellipse">
            <a:avLst/>
          </a:prstGeom>
          <a:solidFill>
            <a:srgbClr val="1C4EBA">
              <a:alpha val="1500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706" name="Google Shape;706;p36"/>
          <p:cNvSpPr/>
          <p:nvPr/>
        </p:nvSpPr>
        <p:spPr>
          <a:xfrm>
            <a:off x="2350486" y="2460608"/>
            <a:ext cx="164400" cy="164400"/>
          </a:xfrm>
          <a:prstGeom prst="ellipse">
            <a:avLst/>
          </a:prstGeom>
          <a:solidFill>
            <a:srgbClr val="1C4EBA">
              <a:alpha val="1500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707" name="Google Shape;707;p36"/>
          <p:cNvSpPr/>
          <p:nvPr/>
        </p:nvSpPr>
        <p:spPr>
          <a:xfrm>
            <a:off x="717911" y="2460608"/>
            <a:ext cx="164400" cy="164400"/>
          </a:xfrm>
          <a:prstGeom prst="ellipse">
            <a:avLst/>
          </a:prstGeom>
          <a:solidFill>
            <a:srgbClr val="1C4EBA">
              <a:alpha val="1500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37"/>
          <p:cNvSpPr/>
          <p:nvPr/>
        </p:nvSpPr>
        <p:spPr>
          <a:xfrm>
            <a:off x="571500" y="457200"/>
            <a:ext cx="8241030" cy="201922"/>
          </a:xfrm>
          <a:prstGeom prst="rect">
            <a:avLst/>
          </a:prstGeom>
          <a:noFill/>
          <a:ln>
            <a:noFill/>
          </a:ln>
        </p:spPr>
        <p:txBody>
          <a:bodyPr anchorCtr="0" anchor="t" bIns="12700" lIns="12700" spcFirstLastPara="1" rIns="12700" wrap="square" tIns="12700">
            <a:noAutofit/>
          </a:bodyPr>
          <a:lstStyle/>
          <a:p>
            <a:pPr indent="0" lvl="0" marL="0" marR="0" rtl="0" algn="l">
              <a:lnSpc>
                <a:spcPct val="160000"/>
              </a:lnSpc>
              <a:spcBef>
                <a:spcPts val="0"/>
              </a:spcBef>
              <a:spcAft>
                <a:spcPts val="0"/>
              </a:spcAft>
              <a:buClr>
                <a:srgbClr val="437AEF"/>
              </a:buClr>
              <a:buSzPts val="900"/>
              <a:buFont typeface="Plus Jakarta Sans"/>
              <a:buNone/>
            </a:pPr>
            <a:r>
              <a:rPr b="1" i="0" lang="en" sz="1100" u="none" cap="none" strike="noStrike">
                <a:solidFill>
                  <a:srgbClr val="437AEF"/>
                </a:solidFill>
                <a:latin typeface="Plus Jakarta Sans"/>
                <a:ea typeface="Plus Jakarta Sans"/>
                <a:cs typeface="Plus Jakarta Sans"/>
                <a:sym typeface="Plus Jakarta Sans"/>
              </a:rPr>
              <a:t>EL CONTEXTO</a:t>
            </a:r>
            <a:endParaRPr b="0" i="0" sz="1100" u="none" cap="none" strike="noStrike">
              <a:solidFill>
                <a:schemeClr val="dk1"/>
              </a:solidFill>
              <a:latin typeface="Calibri"/>
              <a:ea typeface="Calibri"/>
              <a:cs typeface="Calibri"/>
              <a:sym typeface="Calibri"/>
            </a:endParaRPr>
          </a:p>
        </p:txBody>
      </p:sp>
      <p:sp>
        <p:nvSpPr>
          <p:cNvPr id="714" name="Google Shape;714;p37"/>
          <p:cNvSpPr/>
          <p:nvPr/>
        </p:nvSpPr>
        <p:spPr>
          <a:xfrm>
            <a:off x="571500" y="725798"/>
            <a:ext cx="7358063" cy="737965"/>
          </a:xfrm>
          <a:prstGeom prst="rect">
            <a:avLst/>
          </a:prstGeom>
          <a:noFill/>
          <a:ln>
            <a:noFill/>
          </a:ln>
        </p:spPr>
        <p:txBody>
          <a:bodyPr anchorCtr="0" anchor="t" bIns="12700" lIns="12700" spcFirstLastPara="1" rIns="12700" wrap="square" tIns="12700">
            <a:noAutofit/>
          </a:bodyPr>
          <a:lstStyle/>
          <a:p>
            <a:pPr indent="0" lvl="0" marL="0" marR="0" rtl="0" algn="l">
              <a:lnSpc>
                <a:spcPct val="100000"/>
              </a:lnSpc>
              <a:spcBef>
                <a:spcPts val="0"/>
              </a:spcBef>
              <a:spcAft>
                <a:spcPts val="0"/>
              </a:spcAft>
              <a:buClr>
                <a:srgbClr val="020617"/>
              </a:buClr>
              <a:buSzPts val="2800"/>
              <a:buFont typeface="Plus Jakarta Sans"/>
              <a:buNone/>
            </a:pPr>
            <a:r>
              <a:rPr lang="en" sz="2800">
                <a:solidFill>
                  <a:srgbClr val="020617"/>
                </a:solidFill>
                <a:latin typeface="Plus Jakarta Sans ExtraBold"/>
                <a:ea typeface="Plus Jakarta Sans ExtraBold"/>
                <a:cs typeface="Plus Jakarta Sans ExtraBold"/>
                <a:sym typeface="Plus Jakarta Sans ExtraBold"/>
              </a:rPr>
              <a:t>Una manera de </a:t>
            </a:r>
            <a:r>
              <a:rPr i="1" lang="en" sz="2800">
                <a:solidFill>
                  <a:srgbClr val="437AEF"/>
                </a:solidFill>
                <a:latin typeface="Plus Jakarta Sans ExtraBold"/>
                <a:ea typeface="Plus Jakarta Sans ExtraBold"/>
                <a:cs typeface="Plus Jakarta Sans ExtraBold"/>
                <a:sym typeface="Plus Jakarta Sans ExtraBold"/>
              </a:rPr>
              <a:t>destacar cifras</a:t>
            </a:r>
            <a:endParaRPr i="1" sz="2800" u="none" cap="none" strike="noStrike">
              <a:solidFill>
                <a:srgbClr val="437AEF"/>
              </a:solidFill>
              <a:latin typeface="Plus Jakarta Sans ExtraBold"/>
              <a:ea typeface="Plus Jakarta Sans ExtraBold"/>
              <a:cs typeface="Plus Jakarta Sans ExtraBold"/>
              <a:sym typeface="Plus Jakarta Sans ExtraBold"/>
            </a:endParaRPr>
          </a:p>
        </p:txBody>
      </p:sp>
      <p:sp>
        <p:nvSpPr>
          <p:cNvPr id="715" name="Google Shape;715;p37"/>
          <p:cNvSpPr/>
          <p:nvPr/>
        </p:nvSpPr>
        <p:spPr>
          <a:xfrm>
            <a:off x="571500" y="1578955"/>
            <a:ext cx="2552700" cy="1595700"/>
          </a:xfrm>
          <a:prstGeom prst="roundRect">
            <a:avLst>
              <a:gd fmla="val 8356" name="adj"/>
            </a:avLst>
          </a:prstGeom>
          <a:solidFill>
            <a:srgbClr val="FFFFFF"/>
          </a:solidFill>
          <a:ln>
            <a:noFill/>
          </a:ln>
          <a:effectLst>
            <a:outerShdw blurRad="457200" rotWithShape="0" algn="bl" dir="5400000" dist="171450">
              <a:srgbClr val="0A1C43">
                <a:alpha val="10196"/>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716" name="Google Shape;716;p37"/>
          <p:cNvSpPr/>
          <p:nvPr/>
        </p:nvSpPr>
        <p:spPr>
          <a:xfrm>
            <a:off x="781050" y="1788505"/>
            <a:ext cx="2197500" cy="474600"/>
          </a:xfrm>
          <a:prstGeom prst="rect">
            <a:avLst/>
          </a:prstGeom>
          <a:noFill/>
          <a:ln>
            <a:noFill/>
          </a:ln>
        </p:spPr>
        <p:txBody>
          <a:bodyPr anchorCtr="0" anchor="t" bIns="12700" lIns="12700" spcFirstLastPara="1" rIns="12700" wrap="square" tIns="12700">
            <a:noAutofit/>
          </a:bodyPr>
          <a:lstStyle/>
          <a:p>
            <a:pPr indent="0" lvl="0" marL="0" marR="0" rtl="0" algn="l">
              <a:lnSpc>
                <a:spcPct val="92000"/>
              </a:lnSpc>
              <a:spcBef>
                <a:spcPts val="0"/>
              </a:spcBef>
              <a:spcAft>
                <a:spcPts val="0"/>
              </a:spcAft>
              <a:buClr>
                <a:srgbClr val="2761DC"/>
              </a:buClr>
              <a:buSzPts val="3900"/>
              <a:buFont typeface="Plus Jakarta Sans"/>
              <a:buNone/>
            </a:pPr>
            <a:r>
              <a:rPr i="0" lang="en" sz="3900" u="none" cap="none" strike="noStrike">
                <a:solidFill>
                  <a:srgbClr val="2761DC"/>
                </a:solidFill>
                <a:latin typeface="Plus Jakarta Sans ExtraBold"/>
                <a:ea typeface="Plus Jakarta Sans ExtraBold"/>
                <a:cs typeface="Plus Jakarta Sans ExtraBold"/>
                <a:sym typeface="Plus Jakarta Sans ExtraBold"/>
              </a:rPr>
              <a:t>95</a:t>
            </a:r>
            <a:r>
              <a:rPr i="0" lang="en" sz="2000" u="none" cap="none" strike="noStrike">
                <a:solidFill>
                  <a:srgbClr val="2761DC"/>
                </a:solidFill>
                <a:latin typeface="Plus Jakarta Sans ExtraBold"/>
                <a:ea typeface="Plus Jakarta Sans ExtraBold"/>
                <a:cs typeface="Plus Jakarta Sans ExtraBold"/>
                <a:sym typeface="Plus Jakarta Sans ExtraBold"/>
              </a:rPr>
              <a:t>%</a:t>
            </a:r>
            <a:endParaRPr i="0" sz="3900" u="none" cap="none" strike="noStrike">
              <a:solidFill>
                <a:schemeClr val="dk1"/>
              </a:solidFill>
              <a:latin typeface="Plus Jakarta Sans ExtraBold"/>
              <a:ea typeface="Plus Jakarta Sans ExtraBold"/>
              <a:cs typeface="Plus Jakarta Sans ExtraBold"/>
              <a:sym typeface="Plus Jakarta Sans ExtraBold"/>
            </a:endParaRPr>
          </a:p>
        </p:txBody>
      </p:sp>
      <p:sp>
        <p:nvSpPr>
          <p:cNvPr id="717" name="Google Shape;717;p37"/>
          <p:cNvSpPr/>
          <p:nvPr/>
        </p:nvSpPr>
        <p:spPr>
          <a:xfrm>
            <a:off x="781050" y="2367444"/>
            <a:ext cx="2197500" cy="366300"/>
          </a:xfrm>
          <a:prstGeom prst="rect">
            <a:avLst/>
          </a:prstGeom>
          <a:noFill/>
          <a:ln>
            <a:noFill/>
          </a:ln>
        </p:spPr>
        <p:txBody>
          <a:bodyPr anchorCtr="0" anchor="t" bIns="12700" lIns="12700" spcFirstLastPara="1" rIns="12700" wrap="square" tIns="12700">
            <a:noAutofit/>
          </a:bodyPr>
          <a:lstStyle/>
          <a:p>
            <a:pPr indent="0" lvl="0" marL="0" marR="0" rtl="0" algn="l">
              <a:lnSpc>
                <a:spcPct val="115000"/>
              </a:lnSpc>
              <a:spcBef>
                <a:spcPts val="0"/>
              </a:spcBef>
              <a:spcAft>
                <a:spcPts val="0"/>
              </a:spcAft>
              <a:buClr>
                <a:srgbClr val="0F172A"/>
              </a:buClr>
              <a:buSzPts val="1000"/>
              <a:buFont typeface="Plus Jakarta Sans"/>
              <a:buNone/>
            </a:pPr>
            <a:r>
              <a:rPr b="1" i="0" lang="en" sz="1000" u="none" cap="none" strike="noStrike">
                <a:solidFill>
                  <a:srgbClr val="0F172A"/>
                </a:solidFill>
                <a:latin typeface="Plus Jakarta Sans"/>
                <a:ea typeface="Plus Jakarta Sans"/>
                <a:cs typeface="Plus Jakarta Sans"/>
                <a:sym typeface="Plus Jakarta Sans"/>
              </a:rPr>
              <a:t>Descripción del dato de mercado en una frase.</a:t>
            </a:r>
            <a:endParaRPr b="0" i="0" sz="1000" u="none" cap="none" strike="noStrike">
              <a:solidFill>
                <a:schemeClr val="dk1"/>
              </a:solidFill>
              <a:latin typeface="Calibri"/>
              <a:ea typeface="Calibri"/>
              <a:cs typeface="Calibri"/>
              <a:sym typeface="Calibri"/>
            </a:endParaRPr>
          </a:p>
        </p:txBody>
      </p:sp>
      <p:sp>
        <p:nvSpPr>
          <p:cNvPr id="718" name="Google Shape;718;p37"/>
          <p:cNvSpPr/>
          <p:nvPr/>
        </p:nvSpPr>
        <p:spPr>
          <a:xfrm>
            <a:off x="781050" y="2819921"/>
            <a:ext cx="2197500" cy="1644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94A3B8"/>
              </a:buClr>
              <a:buSzPts val="900"/>
              <a:buFont typeface="Plus Jakarta Sans"/>
              <a:buNone/>
            </a:pPr>
            <a:r>
              <a:rPr b="0" i="0" lang="en" sz="900" u="none" cap="none" strike="noStrike">
                <a:solidFill>
                  <a:srgbClr val="94A3B8"/>
                </a:solidFill>
                <a:latin typeface="Plus Jakarta Sans"/>
                <a:ea typeface="Plus Jakarta Sans"/>
                <a:cs typeface="Plus Jakarta Sans"/>
                <a:sym typeface="Plus Jakarta Sans"/>
              </a:rPr>
              <a:t>Fuente · Año</a:t>
            </a:r>
            <a:endParaRPr b="0" i="0" sz="900" u="none" cap="none" strike="noStrike">
              <a:solidFill>
                <a:schemeClr val="dk1"/>
              </a:solidFill>
              <a:latin typeface="Calibri"/>
              <a:ea typeface="Calibri"/>
              <a:cs typeface="Calibri"/>
              <a:sym typeface="Calibri"/>
            </a:endParaRPr>
          </a:p>
        </p:txBody>
      </p:sp>
      <p:sp>
        <p:nvSpPr>
          <p:cNvPr id="719" name="Google Shape;719;p37"/>
          <p:cNvSpPr/>
          <p:nvPr/>
        </p:nvSpPr>
        <p:spPr>
          <a:xfrm>
            <a:off x="3295650" y="1578955"/>
            <a:ext cx="2552700" cy="1595700"/>
          </a:xfrm>
          <a:prstGeom prst="roundRect">
            <a:avLst>
              <a:gd fmla="val 8356" name="adj"/>
            </a:avLst>
          </a:prstGeom>
          <a:solidFill>
            <a:srgbClr val="FFFFFF"/>
          </a:solidFill>
          <a:ln>
            <a:noFill/>
          </a:ln>
          <a:effectLst>
            <a:outerShdw blurRad="457200" rotWithShape="0" algn="bl" dir="5400000" dist="171450">
              <a:srgbClr val="0A1C43">
                <a:alpha val="10196"/>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720" name="Google Shape;720;p37"/>
          <p:cNvSpPr/>
          <p:nvPr/>
        </p:nvSpPr>
        <p:spPr>
          <a:xfrm>
            <a:off x="3505200" y="1788505"/>
            <a:ext cx="2197500" cy="474600"/>
          </a:xfrm>
          <a:prstGeom prst="rect">
            <a:avLst/>
          </a:prstGeom>
          <a:noFill/>
          <a:ln>
            <a:noFill/>
          </a:ln>
        </p:spPr>
        <p:txBody>
          <a:bodyPr anchorCtr="0" anchor="t" bIns="12700" lIns="12700" spcFirstLastPara="1" rIns="12700" wrap="square" tIns="12700">
            <a:noAutofit/>
          </a:bodyPr>
          <a:lstStyle/>
          <a:p>
            <a:pPr indent="0" lvl="0" marL="0" marR="0" rtl="0" algn="l">
              <a:lnSpc>
                <a:spcPct val="92000"/>
              </a:lnSpc>
              <a:spcBef>
                <a:spcPts val="0"/>
              </a:spcBef>
              <a:spcAft>
                <a:spcPts val="0"/>
              </a:spcAft>
              <a:buClr>
                <a:srgbClr val="FF6900"/>
              </a:buClr>
              <a:buSzPts val="3900"/>
              <a:buFont typeface="Plus Jakarta Sans"/>
              <a:buNone/>
            </a:pPr>
            <a:r>
              <a:rPr i="0" lang="en" sz="3900" u="none" cap="none" strike="noStrike">
                <a:solidFill>
                  <a:srgbClr val="FF6900"/>
                </a:solidFill>
                <a:latin typeface="Plus Jakarta Sans ExtraBold"/>
                <a:ea typeface="Plus Jakarta Sans ExtraBold"/>
                <a:cs typeface="Plus Jakarta Sans ExtraBold"/>
                <a:sym typeface="Plus Jakarta Sans ExtraBold"/>
              </a:rPr>
              <a:t>21</a:t>
            </a:r>
            <a:r>
              <a:rPr i="0" lang="en" sz="2000" u="none" cap="none" strike="noStrike">
                <a:solidFill>
                  <a:srgbClr val="FF6900"/>
                </a:solidFill>
                <a:latin typeface="Plus Jakarta Sans ExtraBold"/>
                <a:ea typeface="Plus Jakarta Sans ExtraBold"/>
                <a:cs typeface="Plus Jakarta Sans ExtraBold"/>
                <a:sym typeface="Plus Jakarta Sans ExtraBold"/>
              </a:rPr>
              <a:t>×</a:t>
            </a:r>
            <a:endParaRPr i="0" sz="3900" u="none" cap="none" strike="noStrike">
              <a:solidFill>
                <a:schemeClr val="dk1"/>
              </a:solidFill>
              <a:latin typeface="Plus Jakarta Sans ExtraBold"/>
              <a:ea typeface="Plus Jakarta Sans ExtraBold"/>
              <a:cs typeface="Plus Jakarta Sans ExtraBold"/>
              <a:sym typeface="Plus Jakarta Sans ExtraBold"/>
            </a:endParaRPr>
          </a:p>
        </p:txBody>
      </p:sp>
      <p:sp>
        <p:nvSpPr>
          <p:cNvPr id="721" name="Google Shape;721;p37"/>
          <p:cNvSpPr/>
          <p:nvPr/>
        </p:nvSpPr>
        <p:spPr>
          <a:xfrm>
            <a:off x="3505200" y="2367444"/>
            <a:ext cx="2197500" cy="366300"/>
          </a:xfrm>
          <a:prstGeom prst="rect">
            <a:avLst/>
          </a:prstGeom>
          <a:noFill/>
          <a:ln>
            <a:noFill/>
          </a:ln>
        </p:spPr>
        <p:txBody>
          <a:bodyPr anchorCtr="0" anchor="t" bIns="12700" lIns="12700" spcFirstLastPara="1" rIns="12700" wrap="square" tIns="12700">
            <a:noAutofit/>
          </a:bodyPr>
          <a:lstStyle/>
          <a:p>
            <a:pPr indent="0" lvl="0" marL="0" marR="0" rtl="0" algn="l">
              <a:lnSpc>
                <a:spcPct val="115000"/>
              </a:lnSpc>
              <a:spcBef>
                <a:spcPts val="0"/>
              </a:spcBef>
              <a:spcAft>
                <a:spcPts val="0"/>
              </a:spcAft>
              <a:buClr>
                <a:srgbClr val="0F172A"/>
              </a:buClr>
              <a:buSzPts val="1000"/>
              <a:buFont typeface="Plus Jakarta Sans"/>
              <a:buNone/>
            </a:pPr>
            <a:r>
              <a:rPr b="1" i="0" lang="en" sz="1000" u="none" cap="none" strike="noStrike">
                <a:solidFill>
                  <a:srgbClr val="0F172A"/>
                </a:solidFill>
                <a:latin typeface="Plus Jakarta Sans"/>
                <a:ea typeface="Plus Jakarta Sans"/>
                <a:cs typeface="Plus Jakarta Sans"/>
                <a:sym typeface="Plus Jakarta Sans"/>
              </a:rPr>
              <a:t>Descripción del dato de mercado en una frase.</a:t>
            </a:r>
            <a:endParaRPr b="0" i="0" sz="1000" u="none" cap="none" strike="noStrike">
              <a:solidFill>
                <a:schemeClr val="dk1"/>
              </a:solidFill>
              <a:latin typeface="Calibri"/>
              <a:ea typeface="Calibri"/>
              <a:cs typeface="Calibri"/>
              <a:sym typeface="Calibri"/>
            </a:endParaRPr>
          </a:p>
        </p:txBody>
      </p:sp>
      <p:sp>
        <p:nvSpPr>
          <p:cNvPr id="722" name="Google Shape;722;p37"/>
          <p:cNvSpPr/>
          <p:nvPr/>
        </p:nvSpPr>
        <p:spPr>
          <a:xfrm>
            <a:off x="3505200" y="2819921"/>
            <a:ext cx="2197500" cy="1644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94A3B8"/>
              </a:buClr>
              <a:buSzPts val="900"/>
              <a:buFont typeface="Plus Jakarta Sans"/>
              <a:buNone/>
            </a:pPr>
            <a:r>
              <a:rPr b="0" i="0" lang="en" sz="900" u="none" cap="none" strike="noStrike">
                <a:solidFill>
                  <a:srgbClr val="94A3B8"/>
                </a:solidFill>
                <a:latin typeface="Plus Jakarta Sans"/>
                <a:ea typeface="Plus Jakarta Sans"/>
                <a:cs typeface="Plus Jakarta Sans"/>
                <a:sym typeface="Plus Jakarta Sans"/>
              </a:rPr>
              <a:t>Fuente · Año</a:t>
            </a:r>
            <a:endParaRPr b="0" i="0" sz="900" u="none" cap="none" strike="noStrike">
              <a:solidFill>
                <a:schemeClr val="dk1"/>
              </a:solidFill>
              <a:latin typeface="Calibri"/>
              <a:ea typeface="Calibri"/>
              <a:cs typeface="Calibri"/>
              <a:sym typeface="Calibri"/>
            </a:endParaRPr>
          </a:p>
        </p:txBody>
      </p:sp>
      <p:sp>
        <p:nvSpPr>
          <p:cNvPr id="723" name="Google Shape;723;p37"/>
          <p:cNvSpPr/>
          <p:nvPr/>
        </p:nvSpPr>
        <p:spPr>
          <a:xfrm>
            <a:off x="6019800" y="1578955"/>
            <a:ext cx="2552700" cy="1595700"/>
          </a:xfrm>
          <a:prstGeom prst="roundRect">
            <a:avLst>
              <a:gd fmla="val 8356" name="adj"/>
            </a:avLst>
          </a:prstGeom>
          <a:solidFill>
            <a:srgbClr val="FFFFFF"/>
          </a:solidFill>
          <a:ln>
            <a:noFill/>
          </a:ln>
          <a:effectLst>
            <a:outerShdw blurRad="457200" rotWithShape="0" algn="bl" dir="5400000" dist="171450">
              <a:srgbClr val="0A1C43">
                <a:alpha val="10196"/>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724" name="Google Shape;724;p37"/>
          <p:cNvSpPr/>
          <p:nvPr/>
        </p:nvSpPr>
        <p:spPr>
          <a:xfrm>
            <a:off x="6229350" y="1788505"/>
            <a:ext cx="2197500" cy="474600"/>
          </a:xfrm>
          <a:prstGeom prst="rect">
            <a:avLst/>
          </a:prstGeom>
          <a:noFill/>
          <a:ln>
            <a:noFill/>
          </a:ln>
        </p:spPr>
        <p:txBody>
          <a:bodyPr anchorCtr="0" anchor="t" bIns="12700" lIns="12700" spcFirstLastPara="1" rIns="12700" wrap="square" tIns="12700">
            <a:noAutofit/>
          </a:bodyPr>
          <a:lstStyle/>
          <a:p>
            <a:pPr indent="0" lvl="0" marL="0" marR="0" rtl="0" algn="l">
              <a:lnSpc>
                <a:spcPct val="92000"/>
              </a:lnSpc>
              <a:spcBef>
                <a:spcPts val="0"/>
              </a:spcBef>
              <a:spcAft>
                <a:spcPts val="0"/>
              </a:spcAft>
              <a:buClr>
                <a:srgbClr val="9810FA"/>
              </a:buClr>
              <a:buSzPts val="3900"/>
              <a:buFont typeface="Plus Jakarta Sans"/>
              <a:buNone/>
            </a:pPr>
            <a:r>
              <a:rPr i="0" lang="en" sz="3900" u="none" cap="none" strike="noStrike">
                <a:solidFill>
                  <a:srgbClr val="9810FA"/>
                </a:solidFill>
                <a:latin typeface="Plus Jakarta Sans ExtraBold"/>
                <a:ea typeface="Plus Jakarta Sans ExtraBold"/>
                <a:cs typeface="Plus Jakarta Sans ExtraBold"/>
                <a:sym typeface="Plus Jakarta Sans ExtraBold"/>
              </a:rPr>
              <a:t>78</a:t>
            </a:r>
            <a:r>
              <a:rPr i="0" lang="en" sz="2000" u="none" cap="none" strike="noStrike">
                <a:solidFill>
                  <a:srgbClr val="9810FA"/>
                </a:solidFill>
                <a:latin typeface="Plus Jakarta Sans ExtraBold"/>
                <a:ea typeface="Plus Jakarta Sans ExtraBold"/>
                <a:cs typeface="Plus Jakarta Sans ExtraBold"/>
                <a:sym typeface="Plus Jakarta Sans ExtraBold"/>
              </a:rPr>
              <a:t>%</a:t>
            </a:r>
            <a:endParaRPr i="0" sz="3900" u="none" cap="none" strike="noStrike">
              <a:solidFill>
                <a:schemeClr val="dk1"/>
              </a:solidFill>
              <a:latin typeface="Plus Jakarta Sans ExtraBold"/>
              <a:ea typeface="Plus Jakarta Sans ExtraBold"/>
              <a:cs typeface="Plus Jakarta Sans ExtraBold"/>
              <a:sym typeface="Plus Jakarta Sans ExtraBold"/>
            </a:endParaRPr>
          </a:p>
        </p:txBody>
      </p:sp>
      <p:sp>
        <p:nvSpPr>
          <p:cNvPr id="725" name="Google Shape;725;p37"/>
          <p:cNvSpPr/>
          <p:nvPr/>
        </p:nvSpPr>
        <p:spPr>
          <a:xfrm>
            <a:off x="6229350" y="2367444"/>
            <a:ext cx="2197500" cy="366300"/>
          </a:xfrm>
          <a:prstGeom prst="rect">
            <a:avLst/>
          </a:prstGeom>
          <a:noFill/>
          <a:ln>
            <a:noFill/>
          </a:ln>
        </p:spPr>
        <p:txBody>
          <a:bodyPr anchorCtr="0" anchor="t" bIns="12700" lIns="12700" spcFirstLastPara="1" rIns="12700" wrap="square" tIns="12700">
            <a:noAutofit/>
          </a:bodyPr>
          <a:lstStyle/>
          <a:p>
            <a:pPr indent="0" lvl="0" marL="0" marR="0" rtl="0" algn="l">
              <a:lnSpc>
                <a:spcPct val="115000"/>
              </a:lnSpc>
              <a:spcBef>
                <a:spcPts val="0"/>
              </a:spcBef>
              <a:spcAft>
                <a:spcPts val="0"/>
              </a:spcAft>
              <a:buClr>
                <a:srgbClr val="0F172A"/>
              </a:buClr>
              <a:buSzPts val="1000"/>
              <a:buFont typeface="Plus Jakarta Sans"/>
              <a:buNone/>
            </a:pPr>
            <a:r>
              <a:rPr b="1" i="0" lang="en" sz="1000" u="none" cap="none" strike="noStrike">
                <a:solidFill>
                  <a:srgbClr val="0F172A"/>
                </a:solidFill>
                <a:latin typeface="Plus Jakarta Sans"/>
                <a:ea typeface="Plus Jakarta Sans"/>
                <a:cs typeface="Plus Jakarta Sans"/>
                <a:sym typeface="Plus Jakarta Sans"/>
              </a:rPr>
              <a:t>Descripción del dato de mercado en una frase.</a:t>
            </a:r>
            <a:endParaRPr b="0" i="0" sz="1000" u="none" cap="none" strike="noStrike">
              <a:solidFill>
                <a:schemeClr val="dk1"/>
              </a:solidFill>
              <a:latin typeface="Calibri"/>
              <a:ea typeface="Calibri"/>
              <a:cs typeface="Calibri"/>
              <a:sym typeface="Calibri"/>
            </a:endParaRPr>
          </a:p>
        </p:txBody>
      </p:sp>
      <p:sp>
        <p:nvSpPr>
          <p:cNvPr id="726" name="Google Shape;726;p37"/>
          <p:cNvSpPr/>
          <p:nvPr/>
        </p:nvSpPr>
        <p:spPr>
          <a:xfrm>
            <a:off x="6229350" y="2819921"/>
            <a:ext cx="2197500" cy="1644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94A3B8"/>
              </a:buClr>
              <a:buSzPts val="900"/>
              <a:buFont typeface="Plus Jakarta Sans"/>
              <a:buNone/>
            </a:pPr>
            <a:r>
              <a:rPr b="0" i="0" lang="en" sz="900" u="none" cap="none" strike="noStrike">
                <a:solidFill>
                  <a:srgbClr val="94A3B8"/>
                </a:solidFill>
                <a:latin typeface="Plus Jakarta Sans"/>
                <a:ea typeface="Plus Jakarta Sans"/>
                <a:cs typeface="Plus Jakarta Sans"/>
                <a:sym typeface="Plus Jakarta Sans"/>
              </a:rPr>
              <a:t>Fuente · Año</a:t>
            </a:r>
            <a:endParaRPr b="0" i="0" sz="900" u="none" cap="none" strike="noStrike">
              <a:solidFill>
                <a:schemeClr val="dk1"/>
              </a:solidFill>
              <a:latin typeface="Calibri"/>
              <a:ea typeface="Calibri"/>
              <a:cs typeface="Calibri"/>
              <a:sym typeface="Calibri"/>
            </a:endParaRPr>
          </a:p>
        </p:txBody>
      </p:sp>
      <p:sp>
        <p:nvSpPr>
          <p:cNvPr id="727" name="Google Shape;727;p37"/>
          <p:cNvSpPr/>
          <p:nvPr/>
        </p:nvSpPr>
        <p:spPr>
          <a:xfrm>
            <a:off x="571500" y="3355702"/>
            <a:ext cx="8001000" cy="548700"/>
          </a:xfrm>
          <a:prstGeom prst="roundRect">
            <a:avLst>
              <a:gd fmla="val 20834" name="adj"/>
            </a:avLst>
          </a:prstGeom>
          <a:solidFill>
            <a:srgbClr val="0A1C43"/>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728" name="Google Shape;728;p37"/>
          <p:cNvSpPr/>
          <p:nvPr/>
        </p:nvSpPr>
        <p:spPr>
          <a:xfrm>
            <a:off x="800100" y="3563318"/>
            <a:ext cx="1019100" cy="1524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79CEC"/>
              </a:buClr>
              <a:buSzPts val="800"/>
              <a:buFont typeface="Plus Jakarta Sans"/>
              <a:buNone/>
            </a:pPr>
            <a:r>
              <a:rPr b="1" i="0" lang="en" sz="800" u="none" cap="none" strike="noStrike">
                <a:solidFill>
                  <a:srgbClr val="779CEC"/>
                </a:solidFill>
                <a:latin typeface="Plus Jakarta Sans"/>
                <a:ea typeface="Plus Jakarta Sans"/>
                <a:cs typeface="Plus Jakarta Sans"/>
                <a:sym typeface="Plus Jakarta Sans"/>
              </a:rPr>
              <a:t>INSIGHT CLAVE</a:t>
            </a:r>
            <a:endParaRPr b="0" i="0" sz="800" u="none" cap="none" strike="noStrike">
              <a:solidFill>
                <a:schemeClr val="dk1"/>
              </a:solidFill>
              <a:latin typeface="Calibri"/>
              <a:ea typeface="Calibri"/>
              <a:cs typeface="Calibri"/>
              <a:sym typeface="Calibri"/>
            </a:endParaRPr>
          </a:p>
        </p:txBody>
      </p:sp>
      <p:sp>
        <p:nvSpPr>
          <p:cNvPr id="729" name="Google Shape;729;p37"/>
          <p:cNvSpPr/>
          <p:nvPr/>
        </p:nvSpPr>
        <p:spPr>
          <a:xfrm>
            <a:off x="1943077" y="3536675"/>
            <a:ext cx="6069000" cy="205800"/>
          </a:xfrm>
          <a:prstGeom prst="rect">
            <a:avLst/>
          </a:prstGeom>
          <a:noFill/>
          <a:ln>
            <a:noFill/>
          </a:ln>
        </p:spPr>
        <p:txBody>
          <a:bodyPr anchorCtr="0" anchor="t" bIns="12700" lIns="12700" spcFirstLastPara="1" rIns="12700" wrap="square" tIns="12700">
            <a:noAutofit/>
          </a:bodyPr>
          <a:lstStyle/>
          <a:p>
            <a:pPr indent="0" lvl="0" marL="0" marR="0" rtl="0" algn="l">
              <a:lnSpc>
                <a:spcPct val="140000"/>
              </a:lnSpc>
              <a:spcBef>
                <a:spcPts val="0"/>
              </a:spcBef>
              <a:spcAft>
                <a:spcPts val="0"/>
              </a:spcAft>
              <a:buClr>
                <a:srgbClr val="FFFFFF"/>
              </a:buClr>
              <a:buSzPts val="1100"/>
              <a:buFont typeface="Plus Jakarta Sans"/>
              <a:buNone/>
            </a:pPr>
            <a:r>
              <a:rPr b="0" i="0" lang="en" sz="1100" u="none" cap="none" strike="noStrike">
                <a:solidFill>
                  <a:srgbClr val="FFFFFF"/>
                </a:solidFill>
                <a:latin typeface="Plus Jakarta Sans"/>
                <a:ea typeface="Plus Jakarta Sans"/>
                <a:cs typeface="Plus Jakarta Sans"/>
                <a:sym typeface="Plus Jakarta Sans"/>
              </a:rPr>
              <a:t>Resume aquí la conclusión que conecta los tres datos con tu propuesta de valor.</a:t>
            </a:r>
            <a:endParaRPr b="0" i="0" sz="1100" u="none" cap="none" strike="noStrike">
              <a:solidFill>
                <a:schemeClr val="dk1"/>
              </a:solidFill>
              <a:latin typeface="Calibri"/>
              <a:ea typeface="Calibri"/>
              <a:cs typeface="Calibri"/>
              <a:sym typeface="Calibri"/>
            </a:endParaRPr>
          </a:p>
        </p:txBody>
      </p:sp>
      <p:pic>
        <p:nvPicPr>
          <p:cNvPr descr="preencoded.png" id="730" name="Google Shape;730;p37"/>
          <p:cNvPicPr preferRelativeResize="0"/>
          <p:nvPr/>
        </p:nvPicPr>
        <p:blipFill rotWithShape="1">
          <a:blip r:embed="rId3">
            <a:alphaModFix/>
          </a:blip>
          <a:srcRect b="0" l="0" r="0" t="0"/>
          <a:stretch/>
        </p:blipFill>
        <p:spPr>
          <a:xfrm>
            <a:off x="571500" y="4767263"/>
            <a:ext cx="664369" cy="128588"/>
          </a:xfrm>
          <a:prstGeom prst="rect">
            <a:avLst/>
          </a:prstGeom>
          <a:noFill/>
          <a:ln>
            <a:noFill/>
          </a:ln>
        </p:spPr>
      </p:pic>
      <p:sp>
        <p:nvSpPr>
          <p:cNvPr id="731" name="Google Shape;731;p37"/>
          <p:cNvSpPr/>
          <p:nvPr/>
        </p:nvSpPr>
        <p:spPr>
          <a:xfrm>
            <a:off x="8466200" y="4777978"/>
            <a:ext cx="144401" cy="1262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94A3B8"/>
              </a:buClr>
              <a:buSzPts val="700"/>
              <a:buFont typeface="Plus Jakarta Sans"/>
              <a:buNone/>
            </a:pPr>
            <a:r>
              <a:rPr b="1" i="0" lang="en" sz="700" u="none" cap="none" strike="noStrike">
                <a:solidFill>
                  <a:srgbClr val="94A3B8"/>
                </a:solidFill>
                <a:latin typeface="Plus Jakarta Sans"/>
                <a:ea typeface="Plus Jakarta Sans"/>
                <a:cs typeface="Plus Jakarta Sans"/>
                <a:sym typeface="Plus Jakarta Sans"/>
              </a:rPr>
              <a:t>20</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38"/>
          <p:cNvSpPr/>
          <p:nvPr/>
        </p:nvSpPr>
        <p:spPr>
          <a:xfrm>
            <a:off x="3307745" y="3005456"/>
            <a:ext cx="2604000" cy="646200"/>
          </a:xfrm>
          <a:prstGeom prst="roundRect">
            <a:avLst>
              <a:gd fmla="val 29480" name="adj"/>
            </a:avLst>
          </a:prstGeom>
          <a:solidFill>
            <a:srgbClr val="FFFFFF"/>
          </a:solidFill>
          <a:ln>
            <a:noFill/>
          </a:ln>
          <a:effectLst>
            <a:outerShdw blurRad="457200" rotWithShape="0" algn="bl" dir="5400000" dist="171450">
              <a:srgbClr val="0A1C43">
                <a:alpha val="10200"/>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738" name="Google Shape;738;p38"/>
          <p:cNvSpPr/>
          <p:nvPr/>
        </p:nvSpPr>
        <p:spPr>
          <a:xfrm>
            <a:off x="4000472" y="3161800"/>
            <a:ext cx="2241900" cy="366300"/>
          </a:xfrm>
          <a:prstGeom prst="rect">
            <a:avLst/>
          </a:prstGeom>
          <a:noFill/>
          <a:ln>
            <a:noFill/>
          </a:ln>
        </p:spPr>
        <p:txBody>
          <a:bodyPr anchorCtr="0" anchor="t" bIns="12700" lIns="12700" spcFirstLastPara="1" rIns="12700" wrap="square" tIns="12700">
            <a:noAutofit/>
          </a:bodyPr>
          <a:lstStyle/>
          <a:p>
            <a:pPr indent="0" lvl="0" marL="0" marR="0" rtl="0" algn="l">
              <a:lnSpc>
                <a:spcPct val="115000"/>
              </a:lnSpc>
              <a:spcBef>
                <a:spcPts val="0"/>
              </a:spcBef>
              <a:spcAft>
                <a:spcPts val="0"/>
              </a:spcAft>
              <a:buClr>
                <a:srgbClr val="0F172A"/>
              </a:buClr>
              <a:buSzPts val="1000"/>
              <a:buFont typeface="Plus Jakarta Sans"/>
              <a:buNone/>
            </a:pPr>
            <a:r>
              <a:rPr b="1" lang="en" sz="1000">
                <a:solidFill>
                  <a:srgbClr val="0F172A"/>
                </a:solidFill>
                <a:latin typeface="Plus Jakarta Sans"/>
                <a:ea typeface="Plus Jakarta Sans"/>
                <a:cs typeface="Plus Jakarta Sans"/>
                <a:sym typeface="Plus Jakarta Sans"/>
              </a:rPr>
              <a:t>Elemento a destacar</a:t>
            </a:r>
            <a:endParaRPr b="0" i="0" sz="1000" u="none" cap="none" strike="noStrike">
              <a:solidFill>
                <a:schemeClr val="dk1"/>
              </a:solidFill>
              <a:latin typeface="Calibri"/>
              <a:ea typeface="Calibri"/>
              <a:cs typeface="Calibri"/>
              <a:sym typeface="Calibri"/>
            </a:endParaRPr>
          </a:p>
        </p:txBody>
      </p:sp>
      <p:sp>
        <p:nvSpPr>
          <p:cNvPr id="739" name="Google Shape;739;p38"/>
          <p:cNvSpPr/>
          <p:nvPr/>
        </p:nvSpPr>
        <p:spPr>
          <a:xfrm>
            <a:off x="4000472" y="3352338"/>
            <a:ext cx="2241900" cy="1644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94A3B8"/>
              </a:buClr>
              <a:buSzPts val="900"/>
              <a:buFont typeface="Plus Jakarta Sans"/>
              <a:buNone/>
            </a:pPr>
            <a:r>
              <a:rPr lang="en" sz="900">
                <a:solidFill>
                  <a:srgbClr val="94A3B8"/>
                </a:solidFill>
                <a:latin typeface="Plus Jakarta Sans"/>
                <a:ea typeface="Plus Jakarta Sans"/>
                <a:cs typeface="Plus Jakarta Sans"/>
                <a:sym typeface="Plus Jakarta Sans"/>
              </a:rPr>
              <a:t>Bajada. Ej. Dirección</a:t>
            </a:r>
            <a:endParaRPr b="0" i="0" sz="900" u="none" cap="none" strike="noStrike">
              <a:solidFill>
                <a:schemeClr val="dk1"/>
              </a:solidFill>
              <a:latin typeface="Calibri"/>
              <a:ea typeface="Calibri"/>
              <a:cs typeface="Calibri"/>
              <a:sym typeface="Calibri"/>
            </a:endParaRPr>
          </a:p>
        </p:txBody>
      </p:sp>
      <p:sp>
        <p:nvSpPr>
          <p:cNvPr id="740" name="Google Shape;740;p38"/>
          <p:cNvSpPr/>
          <p:nvPr/>
        </p:nvSpPr>
        <p:spPr>
          <a:xfrm>
            <a:off x="571500" y="457200"/>
            <a:ext cx="8241000" cy="201900"/>
          </a:xfrm>
          <a:prstGeom prst="rect">
            <a:avLst/>
          </a:prstGeom>
          <a:noFill/>
          <a:ln>
            <a:noFill/>
          </a:ln>
        </p:spPr>
        <p:txBody>
          <a:bodyPr anchorCtr="0" anchor="t" bIns="12700" lIns="12700" spcFirstLastPara="1" rIns="12700" wrap="square" tIns="12700">
            <a:noAutofit/>
          </a:bodyPr>
          <a:lstStyle/>
          <a:p>
            <a:pPr indent="0" lvl="0" marL="0" marR="0" rtl="0" algn="l">
              <a:lnSpc>
                <a:spcPct val="160000"/>
              </a:lnSpc>
              <a:spcBef>
                <a:spcPts val="0"/>
              </a:spcBef>
              <a:spcAft>
                <a:spcPts val="0"/>
              </a:spcAft>
              <a:buClr>
                <a:srgbClr val="437AEF"/>
              </a:buClr>
              <a:buSzPts val="900"/>
              <a:buFont typeface="Plus Jakarta Sans"/>
              <a:buNone/>
            </a:pPr>
            <a:r>
              <a:rPr b="1" i="0" lang="en" sz="1100" u="none" cap="none" strike="noStrike">
                <a:solidFill>
                  <a:srgbClr val="437AEF"/>
                </a:solidFill>
                <a:latin typeface="Plus Jakarta Sans"/>
                <a:ea typeface="Plus Jakarta Sans"/>
                <a:cs typeface="Plus Jakarta Sans"/>
                <a:sym typeface="Plus Jakarta Sans"/>
              </a:rPr>
              <a:t>EL CONTEXTO</a:t>
            </a:r>
            <a:endParaRPr b="0" i="0" sz="1100" u="none" cap="none" strike="noStrike">
              <a:solidFill>
                <a:schemeClr val="dk1"/>
              </a:solidFill>
              <a:latin typeface="Calibri"/>
              <a:ea typeface="Calibri"/>
              <a:cs typeface="Calibri"/>
              <a:sym typeface="Calibri"/>
            </a:endParaRPr>
          </a:p>
        </p:txBody>
      </p:sp>
      <p:sp>
        <p:nvSpPr>
          <p:cNvPr id="741" name="Google Shape;741;p38"/>
          <p:cNvSpPr/>
          <p:nvPr/>
        </p:nvSpPr>
        <p:spPr>
          <a:xfrm>
            <a:off x="571500" y="725798"/>
            <a:ext cx="7358100" cy="738000"/>
          </a:xfrm>
          <a:prstGeom prst="rect">
            <a:avLst/>
          </a:prstGeom>
          <a:noFill/>
          <a:ln>
            <a:noFill/>
          </a:ln>
        </p:spPr>
        <p:txBody>
          <a:bodyPr anchorCtr="0" anchor="t" bIns="12700" lIns="12700" spcFirstLastPara="1" rIns="12700" wrap="square" tIns="12700">
            <a:noAutofit/>
          </a:bodyPr>
          <a:lstStyle/>
          <a:p>
            <a:pPr indent="0" lvl="0" marL="0" marR="0" rtl="0" algn="l">
              <a:lnSpc>
                <a:spcPct val="100000"/>
              </a:lnSpc>
              <a:spcBef>
                <a:spcPts val="0"/>
              </a:spcBef>
              <a:spcAft>
                <a:spcPts val="0"/>
              </a:spcAft>
              <a:buClr>
                <a:srgbClr val="020617"/>
              </a:buClr>
              <a:buSzPts val="2800"/>
              <a:buFont typeface="Plus Jakarta Sans"/>
              <a:buNone/>
            </a:pPr>
            <a:r>
              <a:rPr lang="en" sz="2800">
                <a:solidFill>
                  <a:srgbClr val="020617"/>
                </a:solidFill>
                <a:latin typeface="Plus Jakarta Sans ExtraBold"/>
                <a:ea typeface="Plus Jakarta Sans ExtraBold"/>
                <a:cs typeface="Plus Jakarta Sans ExtraBold"/>
                <a:sym typeface="Plus Jakarta Sans ExtraBold"/>
              </a:rPr>
              <a:t>Otra manera de </a:t>
            </a:r>
            <a:r>
              <a:rPr lang="en" sz="2800">
                <a:solidFill>
                  <a:srgbClr val="437AEF"/>
                </a:solidFill>
                <a:latin typeface="Plus Jakarta Sans ExtraBold"/>
                <a:ea typeface="Plus Jakarta Sans ExtraBold"/>
                <a:cs typeface="Plus Jakarta Sans ExtraBold"/>
                <a:sym typeface="Plus Jakarta Sans ExtraBold"/>
              </a:rPr>
              <a:t>destacar cifras</a:t>
            </a:r>
            <a:endParaRPr sz="2800" u="none" cap="none" strike="noStrike">
              <a:solidFill>
                <a:srgbClr val="437AEF"/>
              </a:solidFill>
              <a:latin typeface="Plus Jakarta Sans ExtraBold"/>
              <a:ea typeface="Plus Jakarta Sans ExtraBold"/>
              <a:cs typeface="Plus Jakarta Sans ExtraBold"/>
              <a:sym typeface="Plus Jakarta Sans ExtraBold"/>
            </a:endParaRPr>
          </a:p>
        </p:txBody>
      </p:sp>
      <p:sp>
        <p:nvSpPr>
          <p:cNvPr id="742" name="Google Shape;742;p38"/>
          <p:cNvSpPr/>
          <p:nvPr/>
        </p:nvSpPr>
        <p:spPr>
          <a:xfrm>
            <a:off x="571500" y="2999418"/>
            <a:ext cx="2604000" cy="646200"/>
          </a:xfrm>
          <a:prstGeom prst="roundRect">
            <a:avLst>
              <a:gd fmla="val 29480" name="adj"/>
            </a:avLst>
          </a:prstGeom>
          <a:solidFill>
            <a:srgbClr val="FFFFFF"/>
          </a:solidFill>
          <a:ln>
            <a:noFill/>
          </a:ln>
          <a:effectLst>
            <a:outerShdw blurRad="457200" rotWithShape="0" algn="bl" dir="5400000" dist="171450">
              <a:srgbClr val="0A1C43">
                <a:alpha val="10200"/>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743" name="Google Shape;743;p38"/>
          <p:cNvSpPr/>
          <p:nvPr/>
        </p:nvSpPr>
        <p:spPr>
          <a:xfrm>
            <a:off x="536625" y="1979956"/>
            <a:ext cx="1723500" cy="474600"/>
          </a:xfrm>
          <a:prstGeom prst="rect">
            <a:avLst/>
          </a:prstGeom>
          <a:noFill/>
          <a:ln>
            <a:noFill/>
          </a:ln>
        </p:spPr>
        <p:txBody>
          <a:bodyPr anchorCtr="0" anchor="t" bIns="12700" lIns="12700" spcFirstLastPara="1" rIns="12700" wrap="square" tIns="12700">
            <a:noAutofit/>
          </a:bodyPr>
          <a:lstStyle/>
          <a:p>
            <a:pPr indent="0" lvl="0" marL="0" marR="0" rtl="0" algn="l">
              <a:lnSpc>
                <a:spcPct val="92000"/>
              </a:lnSpc>
              <a:spcBef>
                <a:spcPts val="0"/>
              </a:spcBef>
              <a:spcAft>
                <a:spcPts val="0"/>
              </a:spcAft>
              <a:buClr>
                <a:srgbClr val="2761DC"/>
              </a:buClr>
              <a:buSzPts val="3900"/>
              <a:buFont typeface="Plus Jakarta Sans"/>
              <a:buNone/>
            </a:pPr>
            <a:r>
              <a:rPr lang="en" sz="3700">
                <a:solidFill>
                  <a:srgbClr val="334155"/>
                </a:solidFill>
                <a:latin typeface="Plus Jakarta Sans ExtraBold"/>
                <a:ea typeface="Plus Jakarta Sans ExtraBold"/>
                <a:cs typeface="Plus Jakarta Sans ExtraBold"/>
                <a:sym typeface="Plus Jakarta Sans ExtraBold"/>
              </a:rPr>
              <a:t>+150</a:t>
            </a:r>
            <a:endParaRPr i="0" sz="3700" u="none" cap="none" strike="noStrike">
              <a:solidFill>
                <a:srgbClr val="334155"/>
              </a:solidFill>
              <a:latin typeface="Plus Jakarta Sans ExtraBold"/>
              <a:ea typeface="Plus Jakarta Sans ExtraBold"/>
              <a:cs typeface="Plus Jakarta Sans ExtraBold"/>
              <a:sym typeface="Plus Jakarta Sans ExtraBold"/>
            </a:endParaRPr>
          </a:p>
        </p:txBody>
      </p:sp>
      <p:sp>
        <p:nvSpPr>
          <p:cNvPr id="744" name="Google Shape;744;p38"/>
          <p:cNvSpPr/>
          <p:nvPr/>
        </p:nvSpPr>
        <p:spPr>
          <a:xfrm>
            <a:off x="1264226" y="3155762"/>
            <a:ext cx="2241900" cy="366300"/>
          </a:xfrm>
          <a:prstGeom prst="rect">
            <a:avLst/>
          </a:prstGeom>
          <a:noFill/>
          <a:ln>
            <a:noFill/>
          </a:ln>
        </p:spPr>
        <p:txBody>
          <a:bodyPr anchorCtr="0" anchor="t" bIns="12700" lIns="12700" spcFirstLastPara="1" rIns="12700" wrap="square" tIns="12700">
            <a:noAutofit/>
          </a:bodyPr>
          <a:lstStyle/>
          <a:p>
            <a:pPr indent="0" lvl="0" marL="0" marR="0" rtl="0" algn="l">
              <a:lnSpc>
                <a:spcPct val="115000"/>
              </a:lnSpc>
              <a:spcBef>
                <a:spcPts val="0"/>
              </a:spcBef>
              <a:spcAft>
                <a:spcPts val="0"/>
              </a:spcAft>
              <a:buClr>
                <a:srgbClr val="0F172A"/>
              </a:buClr>
              <a:buSzPts val="1000"/>
              <a:buFont typeface="Plus Jakarta Sans"/>
              <a:buNone/>
            </a:pPr>
            <a:r>
              <a:rPr b="1" lang="en" sz="1000">
                <a:solidFill>
                  <a:srgbClr val="0F172A"/>
                </a:solidFill>
                <a:latin typeface="Plus Jakarta Sans"/>
                <a:ea typeface="Plus Jakarta Sans"/>
                <a:cs typeface="Plus Jakarta Sans"/>
                <a:sym typeface="Plus Jakarta Sans"/>
              </a:rPr>
              <a:t>Elemento a destacar</a:t>
            </a:r>
            <a:endParaRPr b="0" i="0" sz="1000" u="none" cap="none" strike="noStrike">
              <a:solidFill>
                <a:schemeClr val="dk1"/>
              </a:solidFill>
              <a:latin typeface="Calibri"/>
              <a:ea typeface="Calibri"/>
              <a:cs typeface="Calibri"/>
              <a:sym typeface="Calibri"/>
            </a:endParaRPr>
          </a:p>
        </p:txBody>
      </p:sp>
      <p:sp>
        <p:nvSpPr>
          <p:cNvPr id="745" name="Google Shape;745;p38"/>
          <p:cNvSpPr/>
          <p:nvPr/>
        </p:nvSpPr>
        <p:spPr>
          <a:xfrm>
            <a:off x="1264226" y="3346300"/>
            <a:ext cx="2241900" cy="1644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94A3B8"/>
              </a:buClr>
              <a:buSzPts val="900"/>
              <a:buFont typeface="Plus Jakarta Sans"/>
              <a:buNone/>
            </a:pPr>
            <a:r>
              <a:rPr lang="en" sz="900">
                <a:solidFill>
                  <a:srgbClr val="94A3B8"/>
                </a:solidFill>
                <a:latin typeface="Plus Jakarta Sans"/>
                <a:ea typeface="Plus Jakarta Sans"/>
                <a:cs typeface="Plus Jakarta Sans"/>
                <a:sym typeface="Plus Jakarta Sans"/>
              </a:rPr>
              <a:t>Bajada. Ej. Dirección</a:t>
            </a:r>
            <a:endParaRPr b="0" i="0" sz="900" u="none" cap="none" strike="noStrike">
              <a:solidFill>
                <a:schemeClr val="dk1"/>
              </a:solidFill>
              <a:latin typeface="Calibri"/>
              <a:ea typeface="Calibri"/>
              <a:cs typeface="Calibri"/>
              <a:sym typeface="Calibri"/>
            </a:endParaRPr>
          </a:p>
        </p:txBody>
      </p:sp>
      <p:pic>
        <p:nvPicPr>
          <p:cNvPr descr="preencoded.png" id="746" name="Google Shape;746;p38"/>
          <p:cNvPicPr preferRelativeResize="0"/>
          <p:nvPr/>
        </p:nvPicPr>
        <p:blipFill rotWithShape="1">
          <a:blip r:embed="rId3">
            <a:alphaModFix/>
          </a:blip>
          <a:srcRect b="0" l="0" r="0" t="0"/>
          <a:stretch/>
        </p:blipFill>
        <p:spPr>
          <a:xfrm>
            <a:off x="571500" y="4767263"/>
            <a:ext cx="664369" cy="128588"/>
          </a:xfrm>
          <a:prstGeom prst="rect">
            <a:avLst/>
          </a:prstGeom>
          <a:noFill/>
          <a:ln>
            <a:noFill/>
          </a:ln>
        </p:spPr>
      </p:pic>
      <p:sp>
        <p:nvSpPr>
          <p:cNvPr id="747" name="Google Shape;747;p38"/>
          <p:cNvSpPr/>
          <p:nvPr/>
        </p:nvSpPr>
        <p:spPr>
          <a:xfrm>
            <a:off x="8466200" y="4777978"/>
            <a:ext cx="144300" cy="1263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94A3B8"/>
              </a:buClr>
              <a:buSzPts val="700"/>
              <a:buFont typeface="Plus Jakarta Sans"/>
              <a:buNone/>
            </a:pPr>
            <a:r>
              <a:rPr b="1" i="0" lang="en" sz="700" u="none" cap="none" strike="noStrike">
                <a:solidFill>
                  <a:srgbClr val="94A3B8"/>
                </a:solidFill>
                <a:latin typeface="Plus Jakarta Sans"/>
                <a:ea typeface="Plus Jakarta Sans"/>
                <a:cs typeface="Plus Jakarta Sans"/>
                <a:sym typeface="Plus Jakarta Sans"/>
              </a:rPr>
              <a:t>20</a:t>
            </a:r>
            <a:endParaRPr b="0" i="0" sz="700" u="none" cap="none" strike="noStrike">
              <a:solidFill>
                <a:schemeClr val="dk1"/>
              </a:solidFill>
              <a:latin typeface="Calibri"/>
              <a:ea typeface="Calibri"/>
              <a:cs typeface="Calibri"/>
              <a:sym typeface="Calibri"/>
            </a:endParaRPr>
          </a:p>
        </p:txBody>
      </p:sp>
      <p:sp>
        <p:nvSpPr>
          <p:cNvPr id="748" name="Google Shape;748;p38"/>
          <p:cNvSpPr/>
          <p:nvPr/>
        </p:nvSpPr>
        <p:spPr>
          <a:xfrm>
            <a:off x="2604489" y="1979956"/>
            <a:ext cx="1723500" cy="474600"/>
          </a:xfrm>
          <a:prstGeom prst="rect">
            <a:avLst/>
          </a:prstGeom>
          <a:noFill/>
          <a:ln>
            <a:noFill/>
          </a:ln>
        </p:spPr>
        <p:txBody>
          <a:bodyPr anchorCtr="0" anchor="t" bIns="12700" lIns="12700" spcFirstLastPara="1" rIns="12700" wrap="square" tIns="12700">
            <a:noAutofit/>
          </a:bodyPr>
          <a:lstStyle/>
          <a:p>
            <a:pPr indent="0" lvl="0" marL="0" marR="0" rtl="0" algn="l">
              <a:lnSpc>
                <a:spcPct val="92000"/>
              </a:lnSpc>
              <a:spcBef>
                <a:spcPts val="0"/>
              </a:spcBef>
              <a:spcAft>
                <a:spcPts val="0"/>
              </a:spcAft>
              <a:buClr>
                <a:srgbClr val="2761DC"/>
              </a:buClr>
              <a:buSzPts val="3900"/>
              <a:buFont typeface="Plus Jakarta Sans"/>
              <a:buNone/>
            </a:pPr>
            <a:r>
              <a:rPr lang="en" sz="3700">
                <a:solidFill>
                  <a:srgbClr val="334155"/>
                </a:solidFill>
                <a:latin typeface="Plus Jakarta Sans ExtraBold"/>
                <a:ea typeface="Plus Jakarta Sans ExtraBold"/>
                <a:cs typeface="Plus Jakarta Sans ExtraBold"/>
                <a:sym typeface="Plus Jakarta Sans ExtraBold"/>
              </a:rPr>
              <a:t>+220</a:t>
            </a:r>
            <a:endParaRPr i="0" sz="3700" u="none" cap="none" strike="noStrike">
              <a:solidFill>
                <a:srgbClr val="334155"/>
              </a:solidFill>
              <a:latin typeface="Plus Jakarta Sans ExtraBold"/>
              <a:ea typeface="Plus Jakarta Sans ExtraBold"/>
              <a:cs typeface="Plus Jakarta Sans ExtraBold"/>
              <a:sym typeface="Plus Jakarta Sans ExtraBold"/>
            </a:endParaRPr>
          </a:p>
        </p:txBody>
      </p:sp>
      <p:sp>
        <p:nvSpPr>
          <p:cNvPr id="749" name="Google Shape;749;p38"/>
          <p:cNvSpPr/>
          <p:nvPr/>
        </p:nvSpPr>
        <p:spPr>
          <a:xfrm>
            <a:off x="4674274" y="1979956"/>
            <a:ext cx="1723500" cy="474600"/>
          </a:xfrm>
          <a:prstGeom prst="rect">
            <a:avLst/>
          </a:prstGeom>
          <a:noFill/>
          <a:ln>
            <a:noFill/>
          </a:ln>
        </p:spPr>
        <p:txBody>
          <a:bodyPr anchorCtr="0" anchor="t" bIns="12700" lIns="12700" spcFirstLastPara="1" rIns="12700" wrap="square" tIns="12700">
            <a:noAutofit/>
          </a:bodyPr>
          <a:lstStyle/>
          <a:p>
            <a:pPr indent="0" lvl="0" marL="0" marR="0" rtl="0" algn="l">
              <a:lnSpc>
                <a:spcPct val="92000"/>
              </a:lnSpc>
              <a:spcBef>
                <a:spcPts val="0"/>
              </a:spcBef>
              <a:spcAft>
                <a:spcPts val="0"/>
              </a:spcAft>
              <a:buClr>
                <a:srgbClr val="2761DC"/>
              </a:buClr>
              <a:buSzPts val="3900"/>
              <a:buFont typeface="Plus Jakarta Sans"/>
              <a:buNone/>
            </a:pPr>
            <a:r>
              <a:rPr lang="en" sz="3700">
                <a:solidFill>
                  <a:srgbClr val="334155"/>
                </a:solidFill>
                <a:latin typeface="Plus Jakarta Sans ExtraBold"/>
                <a:ea typeface="Plus Jakarta Sans ExtraBold"/>
                <a:cs typeface="Plus Jakarta Sans ExtraBold"/>
                <a:sym typeface="Plus Jakarta Sans ExtraBold"/>
              </a:rPr>
              <a:t>120</a:t>
            </a:r>
            <a:r>
              <a:rPr i="0" lang="en" sz="1800" u="none" cap="none" strike="noStrike">
                <a:solidFill>
                  <a:srgbClr val="334155"/>
                </a:solidFill>
                <a:latin typeface="Plus Jakarta Sans ExtraBold"/>
                <a:ea typeface="Plus Jakarta Sans ExtraBold"/>
                <a:cs typeface="Plus Jakarta Sans ExtraBold"/>
                <a:sym typeface="Plus Jakarta Sans ExtraBold"/>
              </a:rPr>
              <a:t>%</a:t>
            </a:r>
            <a:endParaRPr i="0" sz="3700" u="none" cap="none" strike="noStrike">
              <a:solidFill>
                <a:srgbClr val="334155"/>
              </a:solidFill>
              <a:latin typeface="Plus Jakarta Sans ExtraBold"/>
              <a:ea typeface="Plus Jakarta Sans ExtraBold"/>
              <a:cs typeface="Plus Jakarta Sans ExtraBold"/>
              <a:sym typeface="Plus Jakarta Sans ExtraBold"/>
            </a:endParaRPr>
          </a:p>
        </p:txBody>
      </p:sp>
      <p:sp>
        <p:nvSpPr>
          <p:cNvPr id="750" name="Google Shape;750;p38"/>
          <p:cNvSpPr/>
          <p:nvPr/>
        </p:nvSpPr>
        <p:spPr>
          <a:xfrm>
            <a:off x="6744058" y="1979956"/>
            <a:ext cx="1723500" cy="474600"/>
          </a:xfrm>
          <a:prstGeom prst="rect">
            <a:avLst/>
          </a:prstGeom>
          <a:noFill/>
          <a:ln>
            <a:noFill/>
          </a:ln>
        </p:spPr>
        <p:txBody>
          <a:bodyPr anchorCtr="0" anchor="t" bIns="12700" lIns="12700" spcFirstLastPara="1" rIns="12700" wrap="square" tIns="12700">
            <a:noAutofit/>
          </a:bodyPr>
          <a:lstStyle/>
          <a:p>
            <a:pPr indent="0" lvl="0" marL="0" marR="0" rtl="0" algn="l">
              <a:lnSpc>
                <a:spcPct val="92000"/>
              </a:lnSpc>
              <a:spcBef>
                <a:spcPts val="0"/>
              </a:spcBef>
              <a:spcAft>
                <a:spcPts val="0"/>
              </a:spcAft>
              <a:buClr>
                <a:srgbClr val="2761DC"/>
              </a:buClr>
              <a:buSzPts val="3900"/>
              <a:buFont typeface="Plus Jakarta Sans"/>
              <a:buNone/>
            </a:pPr>
            <a:r>
              <a:rPr lang="en" sz="3700">
                <a:solidFill>
                  <a:srgbClr val="334155"/>
                </a:solidFill>
                <a:latin typeface="Plus Jakarta Sans ExtraBold"/>
                <a:ea typeface="Plus Jakarta Sans ExtraBold"/>
                <a:cs typeface="Plus Jakarta Sans ExtraBold"/>
                <a:sym typeface="Plus Jakarta Sans ExtraBold"/>
              </a:rPr>
              <a:t>4</a:t>
            </a:r>
            <a:endParaRPr i="0" sz="3700" u="none" cap="none" strike="noStrike">
              <a:solidFill>
                <a:srgbClr val="334155"/>
              </a:solidFill>
              <a:latin typeface="Plus Jakarta Sans ExtraBold"/>
              <a:ea typeface="Plus Jakarta Sans ExtraBold"/>
              <a:cs typeface="Plus Jakarta Sans ExtraBold"/>
              <a:sym typeface="Plus Jakarta Sans ExtraBold"/>
            </a:endParaRPr>
          </a:p>
        </p:txBody>
      </p:sp>
      <p:cxnSp>
        <p:nvCxnSpPr>
          <p:cNvPr id="751" name="Google Shape;751;p38"/>
          <p:cNvCxnSpPr/>
          <p:nvPr/>
        </p:nvCxnSpPr>
        <p:spPr>
          <a:xfrm>
            <a:off x="536625" y="1842125"/>
            <a:ext cx="1793700" cy="0"/>
          </a:xfrm>
          <a:prstGeom prst="straightConnector1">
            <a:avLst/>
          </a:prstGeom>
          <a:noFill/>
          <a:ln cap="flat" cmpd="sng" w="38100">
            <a:solidFill>
              <a:srgbClr val="437AEF"/>
            </a:solidFill>
            <a:prstDash val="solid"/>
            <a:round/>
            <a:headEnd len="med" w="med" type="none"/>
            <a:tailEnd len="med" w="med" type="none"/>
          </a:ln>
        </p:spPr>
      </p:cxnSp>
      <p:cxnSp>
        <p:nvCxnSpPr>
          <p:cNvPr id="752" name="Google Shape;752;p38"/>
          <p:cNvCxnSpPr/>
          <p:nvPr/>
        </p:nvCxnSpPr>
        <p:spPr>
          <a:xfrm>
            <a:off x="2604489" y="1842125"/>
            <a:ext cx="1793700" cy="0"/>
          </a:xfrm>
          <a:prstGeom prst="straightConnector1">
            <a:avLst/>
          </a:prstGeom>
          <a:noFill/>
          <a:ln cap="flat" cmpd="sng" w="38100">
            <a:solidFill>
              <a:srgbClr val="437AEF"/>
            </a:solidFill>
            <a:prstDash val="solid"/>
            <a:round/>
            <a:headEnd len="med" w="med" type="none"/>
            <a:tailEnd len="med" w="med" type="none"/>
          </a:ln>
        </p:spPr>
      </p:cxnSp>
      <p:cxnSp>
        <p:nvCxnSpPr>
          <p:cNvPr id="753" name="Google Shape;753;p38"/>
          <p:cNvCxnSpPr/>
          <p:nvPr/>
        </p:nvCxnSpPr>
        <p:spPr>
          <a:xfrm>
            <a:off x="4674274" y="1842125"/>
            <a:ext cx="1793700" cy="0"/>
          </a:xfrm>
          <a:prstGeom prst="straightConnector1">
            <a:avLst/>
          </a:prstGeom>
          <a:noFill/>
          <a:ln cap="flat" cmpd="sng" w="38100">
            <a:solidFill>
              <a:srgbClr val="437AEF"/>
            </a:solidFill>
            <a:prstDash val="solid"/>
            <a:round/>
            <a:headEnd len="med" w="med" type="none"/>
            <a:tailEnd len="med" w="med" type="none"/>
          </a:ln>
        </p:spPr>
      </p:cxnSp>
      <p:cxnSp>
        <p:nvCxnSpPr>
          <p:cNvPr id="754" name="Google Shape;754;p38"/>
          <p:cNvCxnSpPr/>
          <p:nvPr/>
        </p:nvCxnSpPr>
        <p:spPr>
          <a:xfrm>
            <a:off x="6744058" y="1842125"/>
            <a:ext cx="1793700" cy="0"/>
          </a:xfrm>
          <a:prstGeom prst="straightConnector1">
            <a:avLst/>
          </a:prstGeom>
          <a:noFill/>
          <a:ln cap="flat" cmpd="sng" w="38100">
            <a:solidFill>
              <a:srgbClr val="437AEF"/>
            </a:solidFill>
            <a:prstDash val="solid"/>
            <a:round/>
            <a:headEnd len="med" w="med" type="none"/>
            <a:tailEnd len="med" w="med" type="none"/>
          </a:ln>
        </p:spPr>
      </p:cxnSp>
      <p:sp>
        <p:nvSpPr>
          <p:cNvPr id="755" name="Google Shape;755;p38"/>
          <p:cNvSpPr/>
          <p:nvPr/>
        </p:nvSpPr>
        <p:spPr>
          <a:xfrm>
            <a:off x="571500" y="2520104"/>
            <a:ext cx="1793700" cy="205800"/>
          </a:xfrm>
          <a:prstGeom prst="rect">
            <a:avLst/>
          </a:prstGeom>
          <a:noFill/>
          <a:ln>
            <a:noFill/>
          </a:ln>
        </p:spPr>
        <p:txBody>
          <a:bodyPr anchorCtr="0" anchor="t" bIns="12700" lIns="12700" spcFirstLastPara="1" rIns="12700" wrap="square" tIns="12700">
            <a:noAutofit/>
          </a:bodyPr>
          <a:lstStyle/>
          <a:p>
            <a:pPr indent="0" lvl="0" marL="0" marR="0" rtl="0" algn="l">
              <a:lnSpc>
                <a:spcPct val="115000"/>
              </a:lnSpc>
              <a:spcBef>
                <a:spcPts val="0"/>
              </a:spcBef>
              <a:spcAft>
                <a:spcPts val="0"/>
              </a:spcAft>
              <a:buClr>
                <a:srgbClr val="0F172A"/>
              </a:buClr>
              <a:buSzPts val="1000"/>
              <a:buFont typeface="Plus Jakarta Sans"/>
              <a:buNone/>
            </a:pPr>
            <a:r>
              <a:rPr lang="en" sz="1000">
                <a:solidFill>
                  <a:srgbClr val="0F172A"/>
                </a:solidFill>
                <a:latin typeface="Plus Jakarta Sans"/>
                <a:ea typeface="Plus Jakarta Sans"/>
                <a:cs typeface="Plus Jakarta Sans"/>
                <a:sym typeface="Plus Jakarta Sans"/>
              </a:rPr>
              <a:t>Bajada de la cifra</a:t>
            </a:r>
            <a:endParaRPr i="0" sz="1000" u="none" cap="none" strike="noStrike">
              <a:solidFill>
                <a:schemeClr val="dk1"/>
              </a:solidFill>
              <a:latin typeface="Calibri"/>
              <a:ea typeface="Calibri"/>
              <a:cs typeface="Calibri"/>
              <a:sym typeface="Calibri"/>
            </a:endParaRPr>
          </a:p>
        </p:txBody>
      </p:sp>
      <p:sp>
        <p:nvSpPr>
          <p:cNvPr id="756" name="Google Shape;756;p38"/>
          <p:cNvSpPr/>
          <p:nvPr/>
        </p:nvSpPr>
        <p:spPr>
          <a:xfrm>
            <a:off x="2621509" y="2520104"/>
            <a:ext cx="1793700" cy="205800"/>
          </a:xfrm>
          <a:prstGeom prst="rect">
            <a:avLst/>
          </a:prstGeom>
          <a:noFill/>
          <a:ln>
            <a:noFill/>
          </a:ln>
        </p:spPr>
        <p:txBody>
          <a:bodyPr anchorCtr="0" anchor="t" bIns="12700" lIns="12700" spcFirstLastPara="1" rIns="12700" wrap="square" tIns="12700">
            <a:noAutofit/>
          </a:bodyPr>
          <a:lstStyle/>
          <a:p>
            <a:pPr indent="0" lvl="0" marL="0" marR="0" rtl="0" algn="l">
              <a:lnSpc>
                <a:spcPct val="115000"/>
              </a:lnSpc>
              <a:spcBef>
                <a:spcPts val="0"/>
              </a:spcBef>
              <a:spcAft>
                <a:spcPts val="0"/>
              </a:spcAft>
              <a:buClr>
                <a:srgbClr val="0F172A"/>
              </a:buClr>
              <a:buSzPts val="1000"/>
              <a:buFont typeface="Plus Jakarta Sans"/>
              <a:buNone/>
            </a:pPr>
            <a:r>
              <a:rPr lang="en" sz="1000">
                <a:solidFill>
                  <a:srgbClr val="0F172A"/>
                </a:solidFill>
                <a:latin typeface="Plus Jakarta Sans"/>
                <a:ea typeface="Plus Jakarta Sans"/>
                <a:cs typeface="Plus Jakarta Sans"/>
                <a:sym typeface="Plus Jakarta Sans"/>
              </a:rPr>
              <a:t>Bajada de la cifra</a:t>
            </a:r>
            <a:endParaRPr i="0" sz="1000" u="none" cap="none" strike="noStrike">
              <a:solidFill>
                <a:schemeClr val="dk1"/>
              </a:solidFill>
              <a:latin typeface="Calibri"/>
              <a:ea typeface="Calibri"/>
              <a:cs typeface="Calibri"/>
              <a:sym typeface="Calibri"/>
            </a:endParaRPr>
          </a:p>
        </p:txBody>
      </p:sp>
      <p:sp>
        <p:nvSpPr>
          <p:cNvPr id="757" name="Google Shape;757;p38"/>
          <p:cNvSpPr/>
          <p:nvPr/>
        </p:nvSpPr>
        <p:spPr>
          <a:xfrm>
            <a:off x="4671509" y="2520104"/>
            <a:ext cx="1793700" cy="205800"/>
          </a:xfrm>
          <a:prstGeom prst="rect">
            <a:avLst/>
          </a:prstGeom>
          <a:noFill/>
          <a:ln>
            <a:noFill/>
          </a:ln>
        </p:spPr>
        <p:txBody>
          <a:bodyPr anchorCtr="0" anchor="t" bIns="12700" lIns="12700" spcFirstLastPara="1" rIns="12700" wrap="square" tIns="12700">
            <a:noAutofit/>
          </a:bodyPr>
          <a:lstStyle/>
          <a:p>
            <a:pPr indent="0" lvl="0" marL="0" marR="0" rtl="0" algn="l">
              <a:lnSpc>
                <a:spcPct val="115000"/>
              </a:lnSpc>
              <a:spcBef>
                <a:spcPts val="0"/>
              </a:spcBef>
              <a:spcAft>
                <a:spcPts val="0"/>
              </a:spcAft>
              <a:buClr>
                <a:srgbClr val="0F172A"/>
              </a:buClr>
              <a:buSzPts val="1000"/>
              <a:buFont typeface="Plus Jakarta Sans"/>
              <a:buNone/>
            </a:pPr>
            <a:r>
              <a:rPr lang="en" sz="1000">
                <a:solidFill>
                  <a:srgbClr val="0F172A"/>
                </a:solidFill>
                <a:latin typeface="Plus Jakarta Sans"/>
                <a:ea typeface="Plus Jakarta Sans"/>
                <a:cs typeface="Plus Jakarta Sans"/>
                <a:sym typeface="Plus Jakarta Sans"/>
              </a:rPr>
              <a:t>Bajada de la cifra</a:t>
            </a:r>
            <a:endParaRPr i="0" sz="1000" u="none" cap="none" strike="noStrike">
              <a:solidFill>
                <a:schemeClr val="dk1"/>
              </a:solidFill>
              <a:latin typeface="Calibri"/>
              <a:ea typeface="Calibri"/>
              <a:cs typeface="Calibri"/>
              <a:sym typeface="Calibri"/>
            </a:endParaRPr>
          </a:p>
        </p:txBody>
      </p:sp>
      <p:sp>
        <p:nvSpPr>
          <p:cNvPr id="758" name="Google Shape;758;p38"/>
          <p:cNvSpPr/>
          <p:nvPr/>
        </p:nvSpPr>
        <p:spPr>
          <a:xfrm>
            <a:off x="6721509" y="2520104"/>
            <a:ext cx="1793700" cy="205800"/>
          </a:xfrm>
          <a:prstGeom prst="rect">
            <a:avLst/>
          </a:prstGeom>
          <a:noFill/>
          <a:ln>
            <a:noFill/>
          </a:ln>
        </p:spPr>
        <p:txBody>
          <a:bodyPr anchorCtr="0" anchor="t" bIns="12700" lIns="12700" spcFirstLastPara="1" rIns="12700" wrap="square" tIns="12700">
            <a:noAutofit/>
          </a:bodyPr>
          <a:lstStyle/>
          <a:p>
            <a:pPr indent="0" lvl="0" marL="0" marR="0" rtl="0" algn="l">
              <a:lnSpc>
                <a:spcPct val="115000"/>
              </a:lnSpc>
              <a:spcBef>
                <a:spcPts val="0"/>
              </a:spcBef>
              <a:spcAft>
                <a:spcPts val="0"/>
              </a:spcAft>
              <a:buClr>
                <a:srgbClr val="0F172A"/>
              </a:buClr>
              <a:buSzPts val="1000"/>
              <a:buFont typeface="Plus Jakarta Sans"/>
              <a:buNone/>
            </a:pPr>
            <a:r>
              <a:rPr lang="en" sz="1000">
                <a:solidFill>
                  <a:srgbClr val="0F172A"/>
                </a:solidFill>
                <a:latin typeface="Plus Jakarta Sans"/>
                <a:ea typeface="Plus Jakarta Sans"/>
                <a:cs typeface="Plus Jakarta Sans"/>
                <a:sym typeface="Plus Jakarta Sans"/>
              </a:rPr>
              <a:t>Bajada de la cifra</a:t>
            </a:r>
            <a:endParaRPr i="0" sz="1000" u="none" cap="none" strike="noStrike">
              <a:solidFill>
                <a:schemeClr val="dk1"/>
              </a:solidFill>
              <a:latin typeface="Calibri"/>
              <a:ea typeface="Calibri"/>
              <a:cs typeface="Calibri"/>
              <a:sym typeface="Calibri"/>
            </a:endParaRPr>
          </a:p>
        </p:txBody>
      </p:sp>
      <p:sp>
        <p:nvSpPr>
          <p:cNvPr id="759" name="Google Shape;759;p38"/>
          <p:cNvSpPr/>
          <p:nvPr/>
        </p:nvSpPr>
        <p:spPr>
          <a:xfrm>
            <a:off x="739164" y="3122086"/>
            <a:ext cx="408300" cy="400200"/>
          </a:xfrm>
          <a:prstGeom prst="roundRect">
            <a:avLst>
              <a:gd fmla="val 30952" name="adj"/>
            </a:avLst>
          </a:prstGeom>
          <a:solidFill>
            <a:srgbClr val="E2EA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760" name="Google Shape;760;p38"/>
          <p:cNvSpPr/>
          <p:nvPr/>
        </p:nvSpPr>
        <p:spPr>
          <a:xfrm>
            <a:off x="830556" y="3202430"/>
            <a:ext cx="215646" cy="211386"/>
          </a:xfrm>
          <a:custGeom>
            <a:rect b="b" l="l" r="r" t="t"/>
            <a:pathLst>
              <a:path extrusionOk="0" fill="none" h="2400" w="2400">
                <a:moveTo>
                  <a:pt x="1500" y="2100"/>
                </a:moveTo>
                <a:lnTo>
                  <a:pt x="1500" y="1600"/>
                </a:lnTo>
                <a:lnTo>
                  <a:pt x="1500" y="1590"/>
                </a:lnTo>
                <a:lnTo>
                  <a:pt x="1498" y="1580"/>
                </a:lnTo>
                <a:lnTo>
                  <a:pt x="1496" y="1571"/>
                </a:lnTo>
                <a:lnTo>
                  <a:pt x="1492" y="1562"/>
                </a:lnTo>
                <a:lnTo>
                  <a:pt x="1488" y="1553"/>
                </a:lnTo>
                <a:lnTo>
                  <a:pt x="1483" y="1544"/>
                </a:lnTo>
                <a:lnTo>
                  <a:pt x="1477" y="1537"/>
                </a:lnTo>
                <a:lnTo>
                  <a:pt x="1471" y="1529"/>
                </a:lnTo>
                <a:lnTo>
                  <a:pt x="1463" y="1523"/>
                </a:lnTo>
                <a:lnTo>
                  <a:pt x="1456" y="1517"/>
                </a:lnTo>
                <a:lnTo>
                  <a:pt x="1447" y="1512"/>
                </a:lnTo>
                <a:lnTo>
                  <a:pt x="1438" y="1508"/>
                </a:lnTo>
                <a:lnTo>
                  <a:pt x="1429" y="1504"/>
                </a:lnTo>
                <a:lnTo>
                  <a:pt x="1420" y="1502"/>
                </a:lnTo>
                <a:lnTo>
                  <a:pt x="1410" y="1500"/>
                </a:lnTo>
                <a:lnTo>
                  <a:pt x="1400" y="1500"/>
                </a:lnTo>
                <a:lnTo>
                  <a:pt x="1000" y="1500"/>
                </a:lnTo>
                <a:lnTo>
                  <a:pt x="990" y="1500"/>
                </a:lnTo>
                <a:lnTo>
                  <a:pt x="980" y="1502"/>
                </a:lnTo>
                <a:lnTo>
                  <a:pt x="971" y="1504"/>
                </a:lnTo>
                <a:lnTo>
                  <a:pt x="962" y="1508"/>
                </a:lnTo>
                <a:lnTo>
                  <a:pt x="953" y="1512"/>
                </a:lnTo>
                <a:lnTo>
                  <a:pt x="944" y="1517"/>
                </a:lnTo>
                <a:lnTo>
                  <a:pt x="937" y="1523"/>
                </a:lnTo>
                <a:lnTo>
                  <a:pt x="929" y="1529"/>
                </a:lnTo>
                <a:lnTo>
                  <a:pt x="923" y="1537"/>
                </a:lnTo>
                <a:lnTo>
                  <a:pt x="917" y="1544"/>
                </a:lnTo>
                <a:lnTo>
                  <a:pt x="912" y="1553"/>
                </a:lnTo>
                <a:lnTo>
                  <a:pt x="908" y="1562"/>
                </a:lnTo>
                <a:lnTo>
                  <a:pt x="904" y="1571"/>
                </a:lnTo>
                <a:lnTo>
                  <a:pt x="902" y="1580"/>
                </a:lnTo>
                <a:lnTo>
                  <a:pt x="900" y="1590"/>
                </a:lnTo>
                <a:lnTo>
                  <a:pt x="900" y="1600"/>
                </a:lnTo>
                <a:lnTo>
                  <a:pt x="900" y="2100"/>
                </a:lnTo>
                <a:moveTo>
                  <a:pt x="1777" y="1031"/>
                </a:moveTo>
                <a:lnTo>
                  <a:pt x="1769" y="1024"/>
                </a:lnTo>
                <a:lnTo>
                  <a:pt x="1761" y="1018"/>
                </a:lnTo>
                <a:lnTo>
                  <a:pt x="1751" y="1012"/>
                </a:lnTo>
                <a:lnTo>
                  <a:pt x="1742" y="1008"/>
                </a:lnTo>
                <a:lnTo>
                  <a:pt x="1732" y="1004"/>
                </a:lnTo>
                <a:lnTo>
                  <a:pt x="1721" y="1002"/>
                </a:lnTo>
                <a:lnTo>
                  <a:pt x="1711" y="1000"/>
                </a:lnTo>
                <a:lnTo>
                  <a:pt x="1700" y="1000"/>
                </a:lnTo>
                <a:lnTo>
                  <a:pt x="1689" y="1000"/>
                </a:lnTo>
                <a:lnTo>
                  <a:pt x="1679" y="1002"/>
                </a:lnTo>
                <a:lnTo>
                  <a:pt x="1668" y="1004"/>
                </a:lnTo>
                <a:lnTo>
                  <a:pt x="1658" y="1008"/>
                </a:lnTo>
                <a:lnTo>
                  <a:pt x="1649" y="1012"/>
                </a:lnTo>
                <a:lnTo>
                  <a:pt x="1639" y="1018"/>
                </a:lnTo>
                <a:lnTo>
                  <a:pt x="1631" y="1024"/>
                </a:lnTo>
                <a:lnTo>
                  <a:pt x="1623" y="1031"/>
                </a:lnTo>
                <a:lnTo>
                  <a:pt x="1605" y="1047"/>
                </a:lnTo>
                <a:lnTo>
                  <a:pt x="1585" y="1060"/>
                </a:lnTo>
                <a:lnTo>
                  <a:pt x="1565" y="1072"/>
                </a:lnTo>
                <a:lnTo>
                  <a:pt x="1543" y="1082"/>
                </a:lnTo>
                <a:lnTo>
                  <a:pt x="1520" y="1090"/>
                </a:lnTo>
                <a:lnTo>
                  <a:pt x="1497" y="1096"/>
                </a:lnTo>
                <a:lnTo>
                  <a:pt x="1474" y="1099"/>
                </a:lnTo>
                <a:lnTo>
                  <a:pt x="1450" y="1100"/>
                </a:lnTo>
                <a:lnTo>
                  <a:pt x="1426" y="1099"/>
                </a:lnTo>
                <a:lnTo>
                  <a:pt x="1403" y="1096"/>
                </a:lnTo>
                <a:lnTo>
                  <a:pt x="1380" y="1090"/>
                </a:lnTo>
                <a:lnTo>
                  <a:pt x="1357" y="1082"/>
                </a:lnTo>
                <a:lnTo>
                  <a:pt x="1335" y="1072"/>
                </a:lnTo>
                <a:lnTo>
                  <a:pt x="1315" y="1060"/>
                </a:lnTo>
                <a:lnTo>
                  <a:pt x="1295" y="1047"/>
                </a:lnTo>
                <a:lnTo>
                  <a:pt x="1277" y="1031"/>
                </a:lnTo>
                <a:lnTo>
                  <a:pt x="1269" y="1024"/>
                </a:lnTo>
                <a:lnTo>
                  <a:pt x="1261" y="1018"/>
                </a:lnTo>
                <a:lnTo>
                  <a:pt x="1251" y="1012"/>
                </a:lnTo>
                <a:lnTo>
                  <a:pt x="1242" y="1008"/>
                </a:lnTo>
                <a:lnTo>
                  <a:pt x="1232" y="1005"/>
                </a:lnTo>
                <a:lnTo>
                  <a:pt x="1221" y="1002"/>
                </a:lnTo>
                <a:lnTo>
                  <a:pt x="1211" y="1000"/>
                </a:lnTo>
                <a:lnTo>
                  <a:pt x="1200" y="1000"/>
                </a:lnTo>
                <a:lnTo>
                  <a:pt x="1189" y="1000"/>
                </a:lnTo>
                <a:lnTo>
                  <a:pt x="1179" y="1002"/>
                </a:lnTo>
                <a:lnTo>
                  <a:pt x="1168" y="1005"/>
                </a:lnTo>
                <a:lnTo>
                  <a:pt x="1158" y="1008"/>
                </a:lnTo>
                <a:lnTo>
                  <a:pt x="1149" y="1012"/>
                </a:lnTo>
                <a:lnTo>
                  <a:pt x="1139" y="1018"/>
                </a:lnTo>
                <a:lnTo>
                  <a:pt x="1131" y="1024"/>
                </a:lnTo>
                <a:lnTo>
                  <a:pt x="1123" y="1031"/>
                </a:lnTo>
                <a:lnTo>
                  <a:pt x="1105" y="1047"/>
                </a:lnTo>
                <a:lnTo>
                  <a:pt x="1085" y="1060"/>
                </a:lnTo>
                <a:lnTo>
                  <a:pt x="1065" y="1072"/>
                </a:lnTo>
                <a:lnTo>
                  <a:pt x="1043" y="1082"/>
                </a:lnTo>
                <a:lnTo>
                  <a:pt x="1020" y="1090"/>
                </a:lnTo>
                <a:lnTo>
                  <a:pt x="997" y="1096"/>
                </a:lnTo>
                <a:lnTo>
                  <a:pt x="974" y="1099"/>
                </a:lnTo>
                <a:lnTo>
                  <a:pt x="950" y="1100"/>
                </a:lnTo>
                <a:lnTo>
                  <a:pt x="926" y="1099"/>
                </a:lnTo>
                <a:lnTo>
                  <a:pt x="903" y="1096"/>
                </a:lnTo>
                <a:lnTo>
                  <a:pt x="880" y="1090"/>
                </a:lnTo>
                <a:lnTo>
                  <a:pt x="857" y="1082"/>
                </a:lnTo>
                <a:lnTo>
                  <a:pt x="835" y="1072"/>
                </a:lnTo>
                <a:lnTo>
                  <a:pt x="815" y="1060"/>
                </a:lnTo>
                <a:lnTo>
                  <a:pt x="795" y="1047"/>
                </a:lnTo>
                <a:lnTo>
                  <a:pt x="777" y="1031"/>
                </a:lnTo>
                <a:lnTo>
                  <a:pt x="769" y="1024"/>
                </a:lnTo>
                <a:lnTo>
                  <a:pt x="761" y="1018"/>
                </a:lnTo>
                <a:lnTo>
                  <a:pt x="751" y="1012"/>
                </a:lnTo>
                <a:lnTo>
                  <a:pt x="742" y="1008"/>
                </a:lnTo>
                <a:lnTo>
                  <a:pt x="732" y="1004"/>
                </a:lnTo>
                <a:lnTo>
                  <a:pt x="721" y="1002"/>
                </a:lnTo>
                <a:lnTo>
                  <a:pt x="711" y="1000"/>
                </a:lnTo>
                <a:lnTo>
                  <a:pt x="700" y="1000"/>
                </a:lnTo>
                <a:lnTo>
                  <a:pt x="689" y="1000"/>
                </a:lnTo>
                <a:lnTo>
                  <a:pt x="679" y="1002"/>
                </a:lnTo>
                <a:lnTo>
                  <a:pt x="668" y="1004"/>
                </a:lnTo>
                <a:lnTo>
                  <a:pt x="658" y="1008"/>
                </a:lnTo>
                <a:lnTo>
                  <a:pt x="649" y="1012"/>
                </a:lnTo>
                <a:lnTo>
                  <a:pt x="639" y="1018"/>
                </a:lnTo>
                <a:lnTo>
                  <a:pt x="631" y="1024"/>
                </a:lnTo>
                <a:lnTo>
                  <a:pt x="623" y="1031"/>
                </a:lnTo>
                <a:lnTo>
                  <a:pt x="586" y="1060"/>
                </a:lnTo>
                <a:lnTo>
                  <a:pt x="546" y="1081"/>
                </a:lnTo>
                <a:lnTo>
                  <a:pt x="502" y="1095"/>
                </a:lnTo>
                <a:lnTo>
                  <a:pt x="456" y="1100"/>
                </a:lnTo>
                <a:lnTo>
                  <a:pt x="410" y="1097"/>
                </a:lnTo>
                <a:lnTo>
                  <a:pt x="366" y="1086"/>
                </a:lnTo>
                <a:lnTo>
                  <a:pt x="324" y="1066"/>
                </a:lnTo>
                <a:lnTo>
                  <a:pt x="287" y="1040"/>
                </a:lnTo>
                <a:lnTo>
                  <a:pt x="255" y="1006"/>
                </a:lnTo>
                <a:lnTo>
                  <a:pt x="229" y="968"/>
                </a:lnTo>
                <a:lnTo>
                  <a:pt x="212" y="926"/>
                </a:lnTo>
                <a:lnTo>
                  <a:pt x="202" y="881"/>
                </a:lnTo>
                <a:lnTo>
                  <a:pt x="200" y="835"/>
                </a:lnTo>
                <a:lnTo>
                  <a:pt x="207" y="789"/>
                </a:lnTo>
                <a:lnTo>
                  <a:pt x="223" y="746"/>
                </a:lnTo>
                <a:lnTo>
                  <a:pt x="246" y="706"/>
                </a:lnTo>
                <a:lnTo>
                  <a:pt x="534" y="288"/>
                </a:lnTo>
                <a:lnTo>
                  <a:pt x="542" y="278"/>
                </a:lnTo>
                <a:lnTo>
                  <a:pt x="549" y="268"/>
                </a:lnTo>
                <a:lnTo>
                  <a:pt x="558" y="260"/>
                </a:lnTo>
                <a:lnTo>
                  <a:pt x="566" y="251"/>
                </a:lnTo>
                <a:lnTo>
                  <a:pt x="576" y="243"/>
                </a:lnTo>
                <a:lnTo>
                  <a:pt x="585" y="236"/>
                </a:lnTo>
                <a:lnTo>
                  <a:pt x="596" y="229"/>
                </a:lnTo>
                <a:lnTo>
                  <a:pt x="606" y="223"/>
                </a:lnTo>
                <a:lnTo>
                  <a:pt x="617" y="218"/>
                </a:lnTo>
                <a:lnTo>
                  <a:pt x="628" y="213"/>
                </a:lnTo>
                <a:lnTo>
                  <a:pt x="640" y="209"/>
                </a:lnTo>
                <a:lnTo>
                  <a:pt x="652" y="206"/>
                </a:lnTo>
                <a:lnTo>
                  <a:pt x="664" y="203"/>
                </a:lnTo>
                <a:lnTo>
                  <a:pt x="676" y="201"/>
                </a:lnTo>
                <a:lnTo>
                  <a:pt x="688" y="200"/>
                </a:lnTo>
                <a:lnTo>
                  <a:pt x="700" y="200"/>
                </a:lnTo>
                <a:lnTo>
                  <a:pt x="1700" y="200"/>
                </a:lnTo>
                <a:lnTo>
                  <a:pt x="1712" y="200"/>
                </a:lnTo>
                <a:lnTo>
                  <a:pt x="1724" y="201"/>
                </a:lnTo>
                <a:lnTo>
                  <a:pt x="1736" y="203"/>
                </a:lnTo>
                <a:lnTo>
                  <a:pt x="1748" y="206"/>
                </a:lnTo>
                <a:lnTo>
                  <a:pt x="1760" y="209"/>
                </a:lnTo>
                <a:lnTo>
                  <a:pt x="1771" y="213"/>
                </a:lnTo>
                <a:lnTo>
                  <a:pt x="1783" y="218"/>
                </a:lnTo>
                <a:lnTo>
                  <a:pt x="1793" y="223"/>
                </a:lnTo>
                <a:lnTo>
                  <a:pt x="1804" y="229"/>
                </a:lnTo>
                <a:lnTo>
                  <a:pt x="1814" y="236"/>
                </a:lnTo>
                <a:lnTo>
                  <a:pt x="1824" y="243"/>
                </a:lnTo>
                <a:lnTo>
                  <a:pt x="1833" y="251"/>
                </a:lnTo>
                <a:lnTo>
                  <a:pt x="1842" y="259"/>
                </a:lnTo>
                <a:lnTo>
                  <a:pt x="1850" y="268"/>
                </a:lnTo>
                <a:lnTo>
                  <a:pt x="1858" y="277"/>
                </a:lnTo>
                <a:lnTo>
                  <a:pt x="1865" y="287"/>
                </a:lnTo>
                <a:lnTo>
                  <a:pt x="2155" y="706"/>
                </a:lnTo>
                <a:lnTo>
                  <a:pt x="2178" y="746"/>
                </a:lnTo>
                <a:lnTo>
                  <a:pt x="2193" y="790"/>
                </a:lnTo>
                <a:lnTo>
                  <a:pt x="2200" y="835"/>
                </a:lnTo>
                <a:lnTo>
                  <a:pt x="2198" y="881"/>
                </a:lnTo>
                <a:lnTo>
                  <a:pt x="2189" y="926"/>
                </a:lnTo>
                <a:lnTo>
                  <a:pt x="2171" y="969"/>
                </a:lnTo>
                <a:lnTo>
                  <a:pt x="2145" y="1007"/>
                </a:lnTo>
                <a:lnTo>
                  <a:pt x="2113" y="1040"/>
                </a:lnTo>
                <a:lnTo>
                  <a:pt x="2076" y="1067"/>
                </a:lnTo>
                <a:lnTo>
                  <a:pt x="2034" y="1086"/>
                </a:lnTo>
                <a:lnTo>
                  <a:pt x="1990" y="1097"/>
                </a:lnTo>
                <a:lnTo>
                  <a:pt x="1944" y="1100"/>
                </a:lnTo>
                <a:lnTo>
                  <a:pt x="1898" y="1095"/>
                </a:lnTo>
                <a:lnTo>
                  <a:pt x="1854" y="1081"/>
                </a:lnTo>
                <a:lnTo>
                  <a:pt x="1813" y="1060"/>
                </a:lnTo>
                <a:lnTo>
                  <a:pt x="1777" y="1031"/>
                </a:lnTo>
                <a:moveTo>
                  <a:pt x="400" y="1095"/>
                </a:moveTo>
                <a:lnTo>
                  <a:pt x="400" y="1900"/>
                </a:lnTo>
                <a:lnTo>
                  <a:pt x="401" y="1920"/>
                </a:lnTo>
                <a:lnTo>
                  <a:pt x="404" y="1939"/>
                </a:lnTo>
                <a:lnTo>
                  <a:pt x="409" y="1958"/>
                </a:lnTo>
                <a:lnTo>
                  <a:pt x="415" y="1977"/>
                </a:lnTo>
                <a:lnTo>
                  <a:pt x="424" y="1994"/>
                </a:lnTo>
                <a:lnTo>
                  <a:pt x="434" y="2011"/>
                </a:lnTo>
                <a:lnTo>
                  <a:pt x="445" y="2027"/>
                </a:lnTo>
                <a:lnTo>
                  <a:pt x="459" y="2041"/>
                </a:lnTo>
                <a:lnTo>
                  <a:pt x="473" y="2055"/>
                </a:lnTo>
                <a:lnTo>
                  <a:pt x="489" y="2066"/>
                </a:lnTo>
                <a:lnTo>
                  <a:pt x="506" y="2076"/>
                </a:lnTo>
                <a:lnTo>
                  <a:pt x="523" y="2085"/>
                </a:lnTo>
                <a:lnTo>
                  <a:pt x="542" y="2091"/>
                </a:lnTo>
                <a:lnTo>
                  <a:pt x="561" y="2096"/>
                </a:lnTo>
                <a:lnTo>
                  <a:pt x="580" y="2099"/>
                </a:lnTo>
                <a:lnTo>
                  <a:pt x="600" y="2100"/>
                </a:lnTo>
                <a:lnTo>
                  <a:pt x="1800" y="2100"/>
                </a:lnTo>
                <a:lnTo>
                  <a:pt x="1820" y="2099"/>
                </a:lnTo>
                <a:lnTo>
                  <a:pt x="1839" y="2096"/>
                </a:lnTo>
                <a:lnTo>
                  <a:pt x="1858" y="2091"/>
                </a:lnTo>
                <a:lnTo>
                  <a:pt x="1877" y="2085"/>
                </a:lnTo>
                <a:lnTo>
                  <a:pt x="1894" y="2076"/>
                </a:lnTo>
                <a:lnTo>
                  <a:pt x="1911" y="2066"/>
                </a:lnTo>
                <a:lnTo>
                  <a:pt x="1927" y="2055"/>
                </a:lnTo>
                <a:lnTo>
                  <a:pt x="1941" y="2041"/>
                </a:lnTo>
                <a:lnTo>
                  <a:pt x="1955" y="2027"/>
                </a:lnTo>
                <a:lnTo>
                  <a:pt x="1966" y="2011"/>
                </a:lnTo>
                <a:lnTo>
                  <a:pt x="1976" y="1994"/>
                </a:lnTo>
                <a:lnTo>
                  <a:pt x="1985" y="1977"/>
                </a:lnTo>
                <a:lnTo>
                  <a:pt x="1991" y="1958"/>
                </a:lnTo>
                <a:lnTo>
                  <a:pt x="1996" y="1939"/>
                </a:lnTo>
                <a:lnTo>
                  <a:pt x="1999" y="1920"/>
                </a:lnTo>
                <a:lnTo>
                  <a:pt x="2000" y="1900"/>
                </a:lnTo>
                <a:lnTo>
                  <a:pt x="2000" y="1095"/>
                </a:lnTo>
              </a:path>
            </a:pathLst>
          </a:custGeom>
          <a:noFill/>
          <a:ln cap="rnd" cmpd="sng" w="19050">
            <a:solidFill>
              <a:srgbClr val="006BFE"/>
            </a:solidFill>
            <a:prstDash val="solid"/>
            <a:round/>
            <a:headEnd len="sm" w="sm" type="none"/>
            <a:tailEnd len="sm" w="sm" type="none"/>
          </a:ln>
        </p:spPr>
        <p:txBody>
          <a:bodyPr anchorCtr="0" anchor="t" bIns="28100" lIns="56300" spcFirstLastPara="1" rIns="56300" wrap="square" tIns="28100">
            <a:noAutofit/>
          </a:bodyPr>
          <a:lstStyle/>
          <a:p>
            <a:pPr indent="0" lvl="0" marL="0" marR="0" rtl="0" algn="l">
              <a:spcBef>
                <a:spcPts val="0"/>
              </a:spcBef>
              <a:spcAft>
                <a:spcPts val="0"/>
              </a:spcAft>
              <a:buNone/>
            </a:pPr>
            <a:r>
              <a:t/>
            </a:r>
            <a:endParaRPr b="1" sz="1149">
              <a:solidFill>
                <a:schemeClr val="dk1"/>
              </a:solidFill>
              <a:latin typeface="Calibri"/>
              <a:ea typeface="Calibri"/>
              <a:cs typeface="Calibri"/>
              <a:sym typeface="Calibri"/>
            </a:endParaRPr>
          </a:p>
        </p:txBody>
      </p:sp>
      <p:grpSp>
        <p:nvGrpSpPr>
          <p:cNvPr id="761" name="Google Shape;761;p38"/>
          <p:cNvGrpSpPr/>
          <p:nvPr/>
        </p:nvGrpSpPr>
        <p:grpSpPr>
          <a:xfrm>
            <a:off x="3468909" y="3122095"/>
            <a:ext cx="408244" cy="400200"/>
            <a:chOff x="771525" y="3181053"/>
            <a:chExt cx="400200" cy="400200"/>
          </a:xfrm>
        </p:grpSpPr>
        <p:sp>
          <p:nvSpPr>
            <p:cNvPr id="762" name="Google Shape;762;p38"/>
            <p:cNvSpPr/>
            <p:nvPr/>
          </p:nvSpPr>
          <p:spPr>
            <a:xfrm>
              <a:off x="771525" y="3181053"/>
              <a:ext cx="400200" cy="400200"/>
            </a:xfrm>
            <a:prstGeom prst="roundRect">
              <a:avLst>
                <a:gd fmla="val 30952" name="adj"/>
              </a:avLst>
            </a:prstGeom>
            <a:solidFill>
              <a:srgbClr val="E9E8FE"/>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763" name="Google Shape;763;p38"/>
            <p:cNvSpPr/>
            <p:nvPr/>
          </p:nvSpPr>
          <p:spPr>
            <a:xfrm>
              <a:off x="859437" y="3275396"/>
              <a:ext cx="211374" cy="211356"/>
            </a:xfrm>
            <a:custGeom>
              <a:rect b="b" l="l" r="r" t="t"/>
              <a:pathLst>
                <a:path extrusionOk="0" fill="none" h="2400" w="2400">
                  <a:moveTo>
                    <a:pt x="1100" y="1700"/>
                  </a:moveTo>
                  <a:lnTo>
                    <a:pt x="1300" y="1900"/>
                  </a:lnTo>
                  <a:lnTo>
                    <a:pt x="1332" y="1926"/>
                  </a:lnTo>
                  <a:lnTo>
                    <a:pt x="1369" y="1946"/>
                  </a:lnTo>
                  <a:lnTo>
                    <a:pt x="1409" y="1958"/>
                  </a:lnTo>
                  <a:lnTo>
                    <a:pt x="1450" y="1962"/>
                  </a:lnTo>
                  <a:lnTo>
                    <a:pt x="1491" y="1958"/>
                  </a:lnTo>
                  <a:lnTo>
                    <a:pt x="1531" y="1946"/>
                  </a:lnTo>
                  <a:lnTo>
                    <a:pt x="1568" y="1926"/>
                  </a:lnTo>
                  <a:lnTo>
                    <a:pt x="1600" y="1900"/>
                  </a:lnTo>
                  <a:lnTo>
                    <a:pt x="1626" y="1868"/>
                  </a:lnTo>
                  <a:lnTo>
                    <a:pt x="1646" y="1831"/>
                  </a:lnTo>
                  <a:lnTo>
                    <a:pt x="1658" y="1791"/>
                  </a:lnTo>
                  <a:lnTo>
                    <a:pt x="1662" y="1750"/>
                  </a:lnTo>
                  <a:lnTo>
                    <a:pt x="1658" y="1709"/>
                  </a:lnTo>
                  <a:lnTo>
                    <a:pt x="1646" y="1669"/>
                  </a:lnTo>
                  <a:lnTo>
                    <a:pt x="1626" y="1632"/>
                  </a:lnTo>
                  <a:lnTo>
                    <a:pt x="1600" y="1600"/>
                  </a:lnTo>
                  <a:moveTo>
                    <a:pt x="1400" y="1400"/>
                  </a:moveTo>
                  <a:lnTo>
                    <a:pt x="1650" y="1650"/>
                  </a:lnTo>
                  <a:lnTo>
                    <a:pt x="1682" y="1676"/>
                  </a:lnTo>
                  <a:lnTo>
                    <a:pt x="1719" y="1696"/>
                  </a:lnTo>
                  <a:lnTo>
                    <a:pt x="1759" y="1708"/>
                  </a:lnTo>
                  <a:lnTo>
                    <a:pt x="1800" y="1712"/>
                  </a:lnTo>
                  <a:lnTo>
                    <a:pt x="1841" y="1708"/>
                  </a:lnTo>
                  <a:lnTo>
                    <a:pt x="1881" y="1696"/>
                  </a:lnTo>
                  <a:lnTo>
                    <a:pt x="1918" y="1676"/>
                  </a:lnTo>
                  <a:lnTo>
                    <a:pt x="1950" y="1650"/>
                  </a:lnTo>
                  <a:lnTo>
                    <a:pt x="1976" y="1618"/>
                  </a:lnTo>
                  <a:lnTo>
                    <a:pt x="1996" y="1581"/>
                  </a:lnTo>
                  <a:lnTo>
                    <a:pt x="2008" y="1541"/>
                  </a:lnTo>
                  <a:lnTo>
                    <a:pt x="2012" y="1500"/>
                  </a:lnTo>
                  <a:lnTo>
                    <a:pt x="2008" y="1459"/>
                  </a:lnTo>
                  <a:lnTo>
                    <a:pt x="1996" y="1419"/>
                  </a:lnTo>
                  <a:lnTo>
                    <a:pt x="1976" y="1382"/>
                  </a:lnTo>
                  <a:lnTo>
                    <a:pt x="1950" y="1350"/>
                  </a:lnTo>
                  <a:lnTo>
                    <a:pt x="1562" y="962"/>
                  </a:lnTo>
                  <a:lnTo>
                    <a:pt x="1540" y="942"/>
                  </a:lnTo>
                  <a:lnTo>
                    <a:pt x="1517" y="925"/>
                  </a:lnTo>
                  <a:lnTo>
                    <a:pt x="1491" y="910"/>
                  </a:lnTo>
                  <a:lnTo>
                    <a:pt x="1465" y="897"/>
                  </a:lnTo>
                  <a:lnTo>
                    <a:pt x="1437" y="887"/>
                  </a:lnTo>
                  <a:lnTo>
                    <a:pt x="1408" y="880"/>
                  </a:lnTo>
                  <a:lnTo>
                    <a:pt x="1379" y="876"/>
                  </a:lnTo>
                  <a:lnTo>
                    <a:pt x="1350" y="874"/>
                  </a:lnTo>
                  <a:lnTo>
                    <a:pt x="1321" y="876"/>
                  </a:lnTo>
                  <a:lnTo>
                    <a:pt x="1292" y="880"/>
                  </a:lnTo>
                  <a:lnTo>
                    <a:pt x="1263" y="887"/>
                  </a:lnTo>
                  <a:lnTo>
                    <a:pt x="1235" y="897"/>
                  </a:lnTo>
                  <a:lnTo>
                    <a:pt x="1209" y="910"/>
                  </a:lnTo>
                  <a:lnTo>
                    <a:pt x="1183" y="925"/>
                  </a:lnTo>
                  <a:lnTo>
                    <a:pt x="1160" y="942"/>
                  </a:lnTo>
                  <a:lnTo>
                    <a:pt x="1138" y="962"/>
                  </a:lnTo>
                  <a:lnTo>
                    <a:pt x="1050" y="1050"/>
                  </a:lnTo>
                  <a:lnTo>
                    <a:pt x="1018" y="1076"/>
                  </a:lnTo>
                  <a:lnTo>
                    <a:pt x="981" y="1096"/>
                  </a:lnTo>
                  <a:lnTo>
                    <a:pt x="941" y="1108"/>
                  </a:lnTo>
                  <a:lnTo>
                    <a:pt x="900" y="1112"/>
                  </a:lnTo>
                  <a:lnTo>
                    <a:pt x="859" y="1108"/>
                  </a:lnTo>
                  <a:lnTo>
                    <a:pt x="819" y="1096"/>
                  </a:lnTo>
                  <a:lnTo>
                    <a:pt x="782" y="1076"/>
                  </a:lnTo>
                  <a:lnTo>
                    <a:pt x="750" y="1050"/>
                  </a:lnTo>
                  <a:lnTo>
                    <a:pt x="724" y="1018"/>
                  </a:lnTo>
                  <a:lnTo>
                    <a:pt x="704" y="981"/>
                  </a:lnTo>
                  <a:lnTo>
                    <a:pt x="692" y="941"/>
                  </a:lnTo>
                  <a:lnTo>
                    <a:pt x="688" y="900"/>
                  </a:lnTo>
                  <a:lnTo>
                    <a:pt x="692" y="859"/>
                  </a:lnTo>
                  <a:lnTo>
                    <a:pt x="704" y="819"/>
                  </a:lnTo>
                  <a:lnTo>
                    <a:pt x="724" y="782"/>
                  </a:lnTo>
                  <a:lnTo>
                    <a:pt x="750" y="750"/>
                  </a:lnTo>
                  <a:lnTo>
                    <a:pt x="1031" y="469"/>
                  </a:lnTo>
                  <a:lnTo>
                    <a:pt x="1066" y="437"/>
                  </a:lnTo>
                  <a:lnTo>
                    <a:pt x="1104" y="407"/>
                  </a:lnTo>
                  <a:lnTo>
                    <a:pt x="1144" y="381"/>
                  </a:lnTo>
                  <a:lnTo>
                    <a:pt x="1186" y="358"/>
                  </a:lnTo>
                  <a:lnTo>
                    <a:pt x="1230" y="339"/>
                  </a:lnTo>
                  <a:lnTo>
                    <a:pt x="1275" y="324"/>
                  </a:lnTo>
                  <a:lnTo>
                    <a:pt x="1322" y="312"/>
                  </a:lnTo>
                  <a:lnTo>
                    <a:pt x="1369" y="304"/>
                  </a:lnTo>
                  <a:lnTo>
                    <a:pt x="1417" y="300"/>
                  </a:lnTo>
                  <a:lnTo>
                    <a:pt x="1465" y="300"/>
                  </a:lnTo>
                  <a:lnTo>
                    <a:pt x="1512" y="305"/>
                  </a:lnTo>
                  <a:lnTo>
                    <a:pt x="1560" y="312"/>
                  </a:lnTo>
                  <a:lnTo>
                    <a:pt x="1606" y="324"/>
                  </a:lnTo>
                  <a:lnTo>
                    <a:pt x="1651" y="340"/>
                  </a:lnTo>
                  <a:lnTo>
                    <a:pt x="1695" y="359"/>
                  </a:lnTo>
                  <a:lnTo>
                    <a:pt x="1737" y="382"/>
                  </a:lnTo>
                  <a:lnTo>
                    <a:pt x="1784" y="410"/>
                  </a:lnTo>
                  <a:lnTo>
                    <a:pt x="1792" y="415"/>
                  </a:lnTo>
                  <a:lnTo>
                    <a:pt x="1800" y="419"/>
                  </a:lnTo>
                  <a:lnTo>
                    <a:pt x="1809" y="423"/>
                  </a:lnTo>
                  <a:lnTo>
                    <a:pt x="1817" y="426"/>
                  </a:lnTo>
                  <a:lnTo>
                    <a:pt x="1826" y="429"/>
                  </a:lnTo>
                  <a:lnTo>
                    <a:pt x="1835" y="432"/>
                  </a:lnTo>
                  <a:lnTo>
                    <a:pt x="1844" y="434"/>
                  </a:lnTo>
                  <a:lnTo>
                    <a:pt x="1853" y="436"/>
                  </a:lnTo>
                  <a:lnTo>
                    <a:pt x="1862" y="437"/>
                  </a:lnTo>
                  <a:lnTo>
                    <a:pt x="1871" y="438"/>
                  </a:lnTo>
                  <a:lnTo>
                    <a:pt x="1880" y="439"/>
                  </a:lnTo>
                  <a:lnTo>
                    <a:pt x="1889" y="439"/>
                  </a:lnTo>
                  <a:lnTo>
                    <a:pt x="1899" y="438"/>
                  </a:lnTo>
                  <a:lnTo>
                    <a:pt x="1908" y="438"/>
                  </a:lnTo>
                  <a:lnTo>
                    <a:pt x="1917" y="437"/>
                  </a:lnTo>
                  <a:lnTo>
                    <a:pt x="1926" y="435"/>
                  </a:lnTo>
                  <a:lnTo>
                    <a:pt x="2100" y="400"/>
                  </a:lnTo>
                  <a:moveTo>
                    <a:pt x="2100" y="300"/>
                  </a:moveTo>
                  <a:lnTo>
                    <a:pt x="2200" y="1400"/>
                  </a:lnTo>
                  <a:lnTo>
                    <a:pt x="2000" y="1400"/>
                  </a:lnTo>
                  <a:moveTo>
                    <a:pt x="300" y="300"/>
                  </a:moveTo>
                  <a:lnTo>
                    <a:pt x="200" y="1400"/>
                  </a:lnTo>
                  <a:lnTo>
                    <a:pt x="850" y="2050"/>
                  </a:lnTo>
                  <a:lnTo>
                    <a:pt x="882" y="2076"/>
                  </a:lnTo>
                  <a:lnTo>
                    <a:pt x="919" y="2096"/>
                  </a:lnTo>
                  <a:lnTo>
                    <a:pt x="959" y="2108"/>
                  </a:lnTo>
                  <a:lnTo>
                    <a:pt x="1000" y="2112"/>
                  </a:lnTo>
                  <a:lnTo>
                    <a:pt x="1041" y="2108"/>
                  </a:lnTo>
                  <a:lnTo>
                    <a:pt x="1081" y="2096"/>
                  </a:lnTo>
                  <a:lnTo>
                    <a:pt x="1118" y="2076"/>
                  </a:lnTo>
                  <a:lnTo>
                    <a:pt x="1150" y="2050"/>
                  </a:lnTo>
                  <a:lnTo>
                    <a:pt x="1176" y="2018"/>
                  </a:lnTo>
                  <a:lnTo>
                    <a:pt x="1196" y="1981"/>
                  </a:lnTo>
                  <a:lnTo>
                    <a:pt x="1208" y="1941"/>
                  </a:lnTo>
                  <a:lnTo>
                    <a:pt x="1212" y="1900"/>
                  </a:lnTo>
                  <a:lnTo>
                    <a:pt x="1208" y="1859"/>
                  </a:lnTo>
                  <a:lnTo>
                    <a:pt x="1196" y="1819"/>
                  </a:lnTo>
                  <a:lnTo>
                    <a:pt x="1176" y="1782"/>
                  </a:lnTo>
                  <a:lnTo>
                    <a:pt x="1150" y="1750"/>
                  </a:lnTo>
                  <a:moveTo>
                    <a:pt x="300" y="400"/>
                  </a:moveTo>
                  <a:lnTo>
                    <a:pt x="1100" y="400"/>
                  </a:lnTo>
                </a:path>
              </a:pathLst>
            </a:custGeom>
            <a:noFill/>
            <a:ln cap="rnd" cmpd="sng" w="19050">
              <a:solidFill>
                <a:srgbClr val="9900FF"/>
              </a:solidFill>
              <a:prstDash val="solid"/>
              <a:round/>
              <a:headEnd len="sm" w="sm" type="none"/>
              <a:tailEnd len="sm" w="sm" type="none"/>
            </a:ln>
          </p:spPr>
          <p:txBody>
            <a:bodyPr anchorCtr="0" anchor="t" bIns="28100" lIns="56300" spcFirstLastPara="1" rIns="56300" wrap="square" tIns="28100">
              <a:noAutofit/>
            </a:bodyPr>
            <a:lstStyle/>
            <a:p>
              <a:pPr indent="0" lvl="0" marL="0" marR="0" rtl="0" algn="l">
                <a:spcBef>
                  <a:spcPts val="0"/>
                </a:spcBef>
                <a:spcAft>
                  <a:spcPts val="0"/>
                </a:spcAft>
                <a:buNone/>
              </a:pPr>
              <a:r>
                <a:t/>
              </a:r>
              <a:endParaRPr b="1" sz="1149">
                <a:solidFill>
                  <a:schemeClr val="dk1"/>
                </a:solidFill>
                <a:latin typeface="Calibri"/>
                <a:ea typeface="Calibri"/>
                <a:cs typeface="Calibri"/>
                <a:sym typeface="Calibri"/>
              </a:endParaRPr>
            </a:p>
          </p:txBody>
        </p:sp>
      </p:grpSp>
      <p:sp>
        <p:nvSpPr>
          <p:cNvPr id="764" name="Google Shape;764;p38"/>
          <p:cNvSpPr/>
          <p:nvPr/>
        </p:nvSpPr>
        <p:spPr>
          <a:xfrm>
            <a:off x="6043991" y="2999081"/>
            <a:ext cx="2604000" cy="646200"/>
          </a:xfrm>
          <a:prstGeom prst="roundRect">
            <a:avLst>
              <a:gd fmla="val 29480" name="adj"/>
            </a:avLst>
          </a:prstGeom>
          <a:solidFill>
            <a:srgbClr val="FFFFFF"/>
          </a:solidFill>
          <a:ln>
            <a:noFill/>
          </a:ln>
          <a:effectLst>
            <a:outerShdw blurRad="457200" rotWithShape="0" algn="bl" dir="5400000" dist="171450">
              <a:srgbClr val="0A1C43">
                <a:alpha val="10200"/>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765" name="Google Shape;765;p38"/>
          <p:cNvSpPr/>
          <p:nvPr/>
        </p:nvSpPr>
        <p:spPr>
          <a:xfrm>
            <a:off x="6736717" y="3155425"/>
            <a:ext cx="2241900" cy="366300"/>
          </a:xfrm>
          <a:prstGeom prst="rect">
            <a:avLst/>
          </a:prstGeom>
          <a:noFill/>
          <a:ln>
            <a:noFill/>
          </a:ln>
        </p:spPr>
        <p:txBody>
          <a:bodyPr anchorCtr="0" anchor="t" bIns="12700" lIns="12700" spcFirstLastPara="1" rIns="12700" wrap="square" tIns="12700">
            <a:noAutofit/>
          </a:bodyPr>
          <a:lstStyle/>
          <a:p>
            <a:pPr indent="0" lvl="0" marL="0" marR="0" rtl="0" algn="l">
              <a:lnSpc>
                <a:spcPct val="115000"/>
              </a:lnSpc>
              <a:spcBef>
                <a:spcPts val="0"/>
              </a:spcBef>
              <a:spcAft>
                <a:spcPts val="0"/>
              </a:spcAft>
              <a:buClr>
                <a:srgbClr val="0F172A"/>
              </a:buClr>
              <a:buSzPts val="1000"/>
              <a:buFont typeface="Plus Jakarta Sans"/>
              <a:buNone/>
            </a:pPr>
            <a:r>
              <a:rPr b="1" lang="en" sz="1000">
                <a:solidFill>
                  <a:srgbClr val="0F172A"/>
                </a:solidFill>
                <a:latin typeface="Plus Jakarta Sans"/>
                <a:ea typeface="Plus Jakarta Sans"/>
                <a:cs typeface="Plus Jakarta Sans"/>
                <a:sym typeface="Plus Jakarta Sans"/>
              </a:rPr>
              <a:t>Elemento a destacar</a:t>
            </a:r>
            <a:endParaRPr b="0" i="0" sz="1000" u="none" cap="none" strike="noStrike">
              <a:solidFill>
                <a:schemeClr val="dk1"/>
              </a:solidFill>
              <a:latin typeface="Calibri"/>
              <a:ea typeface="Calibri"/>
              <a:cs typeface="Calibri"/>
              <a:sym typeface="Calibri"/>
            </a:endParaRPr>
          </a:p>
        </p:txBody>
      </p:sp>
      <p:sp>
        <p:nvSpPr>
          <p:cNvPr id="766" name="Google Shape;766;p38"/>
          <p:cNvSpPr/>
          <p:nvPr/>
        </p:nvSpPr>
        <p:spPr>
          <a:xfrm>
            <a:off x="6736717" y="3345963"/>
            <a:ext cx="2241900" cy="1644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94A3B8"/>
              </a:buClr>
              <a:buSzPts val="900"/>
              <a:buFont typeface="Plus Jakarta Sans"/>
              <a:buNone/>
            </a:pPr>
            <a:r>
              <a:rPr lang="en" sz="900">
                <a:solidFill>
                  <a:srgbClr val="94A3B8"/>
                </a:solidFill>
                <a:latin typeface="Plus Jakarta Sans"/>
                <a:ea typeface="Plus Jakarta Sans"/>
                <a:cs typeface="Plus Jakarta Sans"/>
                <a:sym typeface="Plus Jakarta Sans"/>
              </a:rPr>
              <a:t>Bajada. Ej. Dirección</a:t>
            </a:r>
            <a:endParaRPr b="0" i="0" sz="900" u="none" cap="none" strike="noStrike">
              <a:solidFill>
                <a:schemeClr val="dk1"/>
              </a:solidFill>
              <a:latin typeface="Calibri"/>
              <a:ea typeface="Calibri"/>
              <a:cs typeface="Calibri"/>
              <a:sym typeface="Calibri"/>
            </a:endParaRPr>
          </a:p>
        </p:txBody>
      </p:sp>
      <p:grpSp>
        <p:nvGrpSpPr>
          <p:cNvPr id="767" name="Google Shape;767;p38"/>
          <p:cNvGrpSpPr/>
          <p:nvPr/>
        </p:nvGrpSpPr>
        <p:grpSpPr>
          <a:xfrm>
            <a:off x="6198552" y="3122086"/>
            <a:ext cx="408244" cy="400200"/>
            <a:chOff x="4838700" y="2080469"/>
            <a:chExt cx="400200" cy="400200"/>
          </a:xfrm>
        </p:grpSpPr>
        <p:sp>
          <p:nvSpPr>
            <p:cNvPr id="768" name="Google Shape;768;p38"/>
            <p:cNvSpPr/>
            <p:nvPr/>
          </p:nvSpPr>
          <p:spPr>
            <a:xfrm>
              <a:off x="4838700" y="2080469"/>
              <a:ext cx="400200" cy="400200"/>
            </a:xfrm>
            <a:prstGeom prst="roundRect">
              <a:avLst>
                <a:gd fmla="val 30952" name="adj"/>
              </a:avLst>
            </a:prstGeom>
            <a:solidFill>
              <a:srgbClr val="FFECD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769" name="Google Shape;769;p38"/>
            <p:cNvSpPr/>
            <p:nvPr/>
          </p:nvSpPr>
          <p:spPr>
            <a:xfrm>
              <a:off x="4933047" y="2174801"/>
              <a:ext cx="211374" cy="211392"/>
            </a:xfrm>
            <a:custGeom>
              <a:rect b="b" l="l" r="r" t="t"/>
              <a:pathLst>
                <a:path extrusionOk="0" fill="none" h="2400" w="2400">
                  <a:moveTo>
                    <a:pt x="1600" y="1100"/>
                  </a:moveTo>
                  <a:lnTo>
                    <a:pt x="1800" y="1300"/>
                  </a:lnTo>
                  <a:lnTo>
                    <a:pt x="2200" y="900"/>
                  </a:lnTo>
                  <a:moveTo>
                    <a:pt x="1600" y="2100"/>
                  </a:moveTo>
                  <a:lnTo>
                    <a:pt x="1600" y="1900"/>
                  </a:lnTo>
                  <a:lnTo>
                    <a:pt x="1598" y="1861"/>
                  </a:lnTo>
                  <a:lnTo>
                    <a:pt x="1592" y="1822"/>
                  </a:lnTo>
                  <a:lnTo>
                    <a:pt x="1583" y="1784"/>
                  </a:lnTo>
                  <a:lnTo>
                    <a:pt x="1570" y="1747"/>
                  </a:lnTo>
                  <a:lnTo>
                    <a:pt x="1553" y="1711"/>
                  </a:lnTo>
                  <a:lnTo>
                    <a:pt x="1533" y="1678"/>
                  </a:lnTo>
                  <a:lnTo>
                    <a:pt x="1509" y="1646"/>
                  </a:lnTo>
                  <a:lnTo>
                    <a:pt x="1483" y="1617"/>
                  </a:lnTo>
                  <a:lnTo>
                    <a:pt x="1454" y="1591"/>
                  </a:lnTo>
                  <a:lnTo>
                    <a:pt x="1422" y="1567"/>
                  </a:lnTo>
                  <a:lnTo>
                    <a:pt x="1389" y="1547"/>
                  </a:lnTo>
                  <a:lnTo>
                    <a:pt x="1353" y="1530"/>
                  </a:lnTo>
                  <a:lnTo>
                    <a:pt x="1316" y="1517"/>
                  </a:lnTo>
                  <a:lnTo>
                    <a:pt x="1278" y="1508"/>
                  </a:lnTo>
                  <a:lnTo>
                    <a:pt x="1239" y="1502"/>
                  </a:lnTo>
                  <a:lnTo>
                    <a:pt x="1200" y="1500"/>
                  </a:lnTo>
                  <a:lnTo>
                    <a:pt x="600" y="1500"/>
                  </a:lnTo>
                  <a:lnTo>
                    <a:pt x="561" y="1502"/>
                  </a:lnTo>
                  <a:lnTo>
                    <a:pt x="522" y="1508"/>
                  </a:lnTo>
                  <a:lnTo>
                    <a:pt x="484" y="1517"/>
                  </a:lnTo>
                  <a:lnTo>
                    <a:pt x="447" y="1530"/>
                  </a:lnTo>
                  <a:lnTo>
                    <a:pt x="411" y="1547"/>
                  </a:lnTo>
                  <a:lnTo>
                    <a:pt x="378" y="1567"/>
                  </a:lnTo>
                  <a:lnTo>
                    <a:pt x="346" y="1591"/>
                  </a:lnTo>
                  <a:lnTo>
                    <a:pt x="317" y="1617"/>
                  </a:lnTo>
                  <a:lnTo>
                    <a:pt x="291" y="1646"/>
                  </a:lnTo>
                  <a:lnTo>
                    <a:pt x="267" y="1678"/>
                  </a:lnTo>
                  <a:lnTo>
                    <a:pt x="247" y="1711"/>
                  </a:lnTo>
                  <a:lnTo>
                    <a:pt x="230" y="1747"/>
                  </a:lnTo>
                  <a:lnTo>
                    <a:pt x="217" y="1784"/>
                  </a:lnTo>
                  <a:lnTo>
                    <a:pt x="208" y="1822"/>
                  </a:lnTo>
                  <a:lnTo>
                    <a:pt x="202" y="1861"/>
                  </a:lnTo>
                  <a:lnTo>
                    <a:pt x="200" y="1900"/>
                  </a:lnTo>
                  <a:lnTo>
                    <a:pt x="200" y="2100"/>
                  </a:lnTo>
                  <a:moveTo>
                    <a:pt x="1300" y="700"/>
                  </a:moveTo>
                  <a:cubicBezTo>
                    <a:pt x="1300" y="921"/>
                    <a:pt x="1121" y="1100"/>
                    <a:pt x="900" y="1100"/>
                  </a:cubicBezTo>
                  <a:cubicBezTo>
                    <a:pt x="679" y="1100"/>
                    <a:pt x="500" y="921"/>
                    <a:pt x="500" y="700"/>
                  </a:cubicBezTo>
                  <a:cubicBezTo>
                    <a:pt x="500" y="479"/>
                    <a:pt x="679" y="300"/>
                    <a:pt x="900" y="300"/>
                  </a:cubicBezTo>
                  <a:cubicBezTo>
                    <a:pt x="1121" y="300"/>
                    <a:pt x="1300" y="479"/>
                    <a:pt x="1300" y="700"/>
                  </a:cubicBezTo>
                  <a:close/>
                </a:path>
              </a:pathLst>
            </a:custGeom>
            <a:noFill/>
            <a:ln cap="rnd" cmpd="sng" w="19050">
              <a:solidFill>
                <a:srgbClr val="FF6900"/>
              </a:solidFill>
              <a:prstDash val="solid"/>
              <a:round/>
              <a:headEnd len="sm" w="sm" type="none"/>
              <a:tailEnd len="sm" w="sm" type="none"/>
            </a:ln>
          </p:spPr>
          <p:txBody>
            <a:bodyPr anchorCtr="0" anchor="t" bIns="28100" lIns="56300" spcFirstLastPara="1" rIns="56300" wrap="square" tIns="28100">
              <a:noAutofit/>
            </a:bodyPr>
            <a:lstStyle/>
            <a:p>
              <a:pPr indent="0" lvl="0" marL="0" marR="0" rtl="0" algn="l">
                <a:spcBef>
                  <a:spcPts val="0"/>
                </a:spcBef>
                <a:spcAft>
                  <a:spcPts val="0"/>
                </a:spcAft>
                <a:buNone/>
              </a:pPr>
              <a:r>
                <a:t/>
              </a:r>
              <a:endParaRPr b="1" sz="1149">
                <a:solidFill>
                  <a:schemeClr val="dk1"/>
                </a:solidFill>
                <a:latin typeface="Calibri"/>
                <a:ea typeface="Calibri"/>
                <a:cs typeface="Calibri"/>
                <a:sym typeface="Calibri"/>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C0E1E"/>
            </a:gs>
            <a:gs pos="100000">
              <a:srgbClr val="14336F"/>
            </a:gs>
          </a:gsLst>
          <a:lin ang="5400012" scaled="0"/>
        </a:gradFill>
      </p:bgPr>
    </p:bg>
    <p:spTree>
      <p:nvGrpSpPr>
        <p:cNvPr id="774" name="Shape 774"/>
        <p:cNvGrpSpPr/>
        <p:nvPr/>
      </p:nvGrpSpPr>
      <p:grpSpPr>
        <a:xfrm>
          <a:off x="0" y="0"/>
          <a:ext cx="0" cy="0"/>
          <a:chOff x="0" y="0"/>
          <a:chExt cx="0" cy="0"/>
        </a:xfrm>
      </p:grpSpPr>
      <p:sp>
        <p:nvSpPr>
          <p:cNvPr id="775" name="Google Shape;775;p39"/>
          <p:cNvSpPr/>
          <p:nvPr/>
        </p:nvSpPr>
        <p:spPr>
          <a:xfrm>
            <a:off x="571500" y="457200"/>
            <a:ext cx="8241030" cy="201922"/>
          </a:xfrm>
          <a:prstGeom prst="rect">
            <a:avLst/>
          </a:prstGeom>
          <a:noFill/>
          <a:ln>
            <a:noFill/>
          </a:ln>
        </p:spPr>
        <p:txBody>
          <a:bodyPr anchorCtr="0" anchor="t" bIns="12700" lIns="12700" spcFirstLastPara="1" rIns="12700" wrap="square" tIns="12700">
            <a:noAutofit/>
          </a:bodyPr>
          <a:lstStyle/>
          <a:p>
            <a:pPr indent="0" lvl="0" marL="0" marR="0" rtl="0" algn="l">
              <a:lnSpc>
                <a:spcPct val="160000"/>
              </a:lnSpc>
              <a:spcBef>
                <a:spcPts val="0"/>
              </a:spcBef>
              <a:spcAft>
                <a:spcPts val="0"/>
              </a:spcAft>
              <a:buClr>
                <a:srgbClr val="779CEC"/>
              </a:buClr>
              <a:buSzPts val="900"/>
              <a:buFont typeface="Plus Jakarta Sans"/>
              <a:buNone/>
            </a:pPr>
            <a:r>
              <a:rPr b="1" i="0" lang="en" sz="900" u="none" cap="none" strike="noStrike">
                <a:solidFill>
                  <a:srgbClr val="779CEC"/>
                </a:solidFill>
                <a:latin typeface="Plus Jakarta Sans"/>
                <a:ea typeface="Plus Jakarta Sans"/>
                <a:cs typeface="Plus Jakarta Sans"/>
                <a:sym typeface="Plus Jakarta Sans"/>
              </a:rPr>
              <a:t>EL PROBLEMA</a:t>
            </a:r>
            <a:endParaRPr b="0" i="0" sz="900" u="none" cap="none" strike="noStrike">
              <a:solidFill>
                <a:schemeClr val="dk1"/>
              </a:solidFill>
              <a:latin typeface="Calibri"/>
              <a:ea typeface="Calibri"/>
              <a:cs typeface="Calibri"/>
              <a:sym typeface="Calibri"/>
            </a:endParaRPr>
          </a:p>
        </p:txBody>
      </p:sp>
      <p:sp>
        <p:nvSpPr>
          <p:cNvPr id="776" name="Google Shape;776;p39"/>
          <p:cNvSpPr/>
          <p:nvPr/>
        </p:nvSpPr>
        <p:spPr>
          <a:xfrm>
            <a:off x="571500" y="725798"/>
            <a:ext cx="6867525" cy="378507"/>
          </a:xfrm>
          <a:prstGeom prst="rect">
            <a:avLst/>
          </a:prstGeom>
          <a:noFill/>
          <a:ln>
            <a:noFill/>
          </a:ln>
        </p:spPr>
        <p:txBody>
          <a:bodyPr anchorCtr="0" anchor="t" bIns="12700" lIns="12700" spcFirstLastPara="1" rIns="12700" wrap="square" tIns="12700">
            <a:noAutofit/>
          </a:bodyPr>
          <a:lstStyle/>
          <a:p>
            <a:pPr indent="0" lvl="0" marL="0" marR="0" rtl="0" algn="l">
              <a:lnSpc>
                <a:spcPct val="102000"/>
              </a:lnSpc>
              <a:spcBef>
                <a:spcPts val="0"/>
              </a:spcBef>
              <a:spcAft>
                <a:spcPts val="0"/>
              </a:spcAft>
              <a:buClr>
                <a:srgbClr val="FFFFFF"/>
              </a:buClr>
              <a:buSzPts val="2800"/>
              <a:buFont typeface="Plus Jakarta Sans"/>
              <a:buNone/>
            </a:pPr>
            <a:r>
              <a:rPr b="1" i="0" lang="en" sz="2800" u="none" cap="none" strike="noStrike">
                <a:solidFill>
                  <a:srgbClr val="FFFFFF"/>
                </a:solidFill>
                <a:latin typeface="Plus Jakarta Sans"/>
                <a:ea typeface="Plus Jakarta Sans"/>
                <a:cs typeface="Plus Jakarta Sans"/>
                <a:sym typeface="Plus Jakarta Sans"/>
              </a:rPr>
              <a:t>Los dolores que </a:t>
            </a:r>
            <a:r>
              <a:rPr b="1" i="1" lang="en" sz="2800" u="none" cap="none" strike="noStrike">
                <a:solidFill>
                  <a:srgbClr val="779CEC"/>
                </a:solidFill>
                <a:latin typeface="Plus Jakarta Sans"/>
                <a:ea typeface="Plus Jakarta Sans"/>
                <a:cs typeface="Plus Jakarta Sans"/>
                <a:sym typeface="Plus Jakarta Sans"/>
              </a:rPr>
              <a:t>no te dejan escalar</a:t>
            </a:r>
            <a:endParaRPr b="0" i="0" sz="2800" u="none" cap="none" strike="noStrike">
              <a:solidFill>
                <a:schemeClr val="dk1"/>
              </a:solidFill>
              <a:latin typeface="Calibri"/>
              <a:ea typeface="Calibri"/>
              <a:cs typeface="Calibri"/>
              <a:sym typeface="Calibri"/>
            </a:endParaRPr>
          </a:p>
        </p:txBody>
      </p:sp>
      <p:sp>
        <p:nvSpPr>
          <p:cNvPr id="777" name="Google Shape;777;p39"/>
          <p:cNvSpPr/>
          <p:nvPr/>
        </p:nvSpPr>
        <p:spPr>
          <a:xfrm>
            <a:off x="571500" y="2001031"/>
            <a:ext cx="2571750" cy="1845655"/>
          </a:xfrm>
          <a:prstGeom prst="roundRect">
            <a:avLst>
              <a:gd fmla="val 7225" name="adj"/>
            </a:avLst>
          </a:prstGeom>
          <a:solidFill>
            <a:srgbClr val="FFFFFF">
              <a:alpha val="10196"/>
            </a:srgbClr>
          </a:solidFill>
          <a:ln cap="flat" cmpd="sng" w="9525">
            <a:solidFill>
              <a:srgbClr val="FFFFFF">
                <a:alpha val="18039"/>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778" name="Google Shape;778;p39"/>
          <p:cNvSpPr/>
          <p:nvPr/>
        </p:nvSpPr>
        <p:spPr>
          <a:xfrm>
            <a:off x="795338" y="2224869"/>
            <a:ext cx="2187798" cy="276225"/>
          </a:xfrm>
          <a:prstGeom prst="rect">
            <a:avLst/>
          </a:prstGeom>
          <a:noFill/>
          <a:ln>
            <a:noFill/>
          </a:ln>
        </p:spPr>
        <p:txBody>
          <a:bodyPr anchorCtr="0" anchor="t" bIns="12700" lIns="12700" spcFirstLastPara="1" rIns="12700" wrap="square" tIns="12700">
            <a:noAutofit/>
          </a:bodyPr>
          <a:lstStyle/>
          <a:p>
            <a:pPr indent="0" lvl="0" marL="0" marR="0" rtl="0" algn="l">
              <a:lnSpc>
                <a:spcPct val="100000"/>
              </a:lnSpc>
              <a:spcBef>
                <a:spcPts val="0"/>
              </a:spcBef>
              <a:spcAft>
                <a:spcPts val="0"/>
              </a:spcAft>
              <a:buClr>
                <a:srgbClr val="779CEC"/>
              </a:buClr>
              <a:buSzPts val="2000"/>
              <a:buFont typeface="Plus Jakarta Sans"/>
              <a:buNone/>
            </a:pPr>
            <a:r>
              <a:rPr i="0" lang="en" sz="2000" u="none" cap="none" strike="noStrike">
                <a:solidFill>
                  <a:srgbClr val="779CEC"/>
                </a:solidFill>
                <a:latin typeface="Plus Jakarta Sans ExtraBold"/>
                <a:ea typeface="Plus Jakarta Sans ExtraBold"/>
                <a:cs typeface="Plus Jakarta Sans ExtraBold"/>
                <a:sym typeface="Plus Jakarta Sans ExtraBold"/>
              </a:rPr>
              <a:t>01</a:t>
            </a:r>
            <a:endParaRPr i="0" sz="2000" u="none" cap="none" strike="noStrike">
              <a:solidFill>
                <a:schemeClr val="dk1"/>
              </a:solidFill>
              <a:latin typeface="Plus Jakarta Sans ExtraBold"/>
              <a:ea typeface="Plus Jakarta Sans ExtraBold"/>
              <a:cs typeface="Plus Jakarta Sans ExtraBold"/>
              <a:sym typeface="Plus Jakarta Sans ExtraBold"/>
            </a:endParaRPr>
          </a:p>
        </p:txBody>
      </p:sp>
      <p:sp>
        <p:nvSpPr>
          <p:cNvPr id="779" name="Google Shape;779;p39"/>
          <p:cNvSpPr/>
          <p:nvPr/>
        </p:nvSpPr>
        <p:spPr>
          <a:xfrm>
            <a:off x="795338" y="2605869"/>
            <a:ext cx="2187798" cy="204974"/>
          </a:xfrm>
          <a:prstGeom prst="rect">
            <a:avLst/>
          </a:prstGeom>
          <a:noFill/>
          <a:ln>
            <a:noFill/>
          </a:ln>
        </p:spPr>
        <p:txBody>
          <a:bodyPr anchorCtr="0" anchor="t" bIns="12700" lIns="12700" spcFirstLastPara="1" rIns="12700" wrap="square" tIns="12700">
            <a:noAutofit/>
          </a:bodyPr>
          <a:lstStyle/>
          <a:p>
            <a:pPr indent="0" lvl="0" marL="0" marR="0" rtl="0" algn="l">
              <a:lnSpc>
                <a:spcPct val="122000"/>
              </a:lnSpc>
              <a:spcBef>
                <a:spcPts val="0"/>
              </a:spcBef>
              <a:spcAft>
                <a:spcPts val="0"/>
              </a:spcAft>
              <a:buClr>
                <a:srgbClr val="FFFFFF"/>
              </a:buClr>
              <a:buSzPts val="1200"/>
              <a:buFont typeface="Plus Jakarta Sans"/>
              <a:buNone/>
            </a:pPr>
            <a:r>
              <a:rPr b="1" i="0" lang="en" sz="1200" u="none" cap="none" strike="noStrike">
                <a:solidFill>
                  <a:srgbClr val="FFFFFF"/>
                </a:solidFill>
                <a:latin typeface="Plus Jakarta Sans"/>
                <a:ea typeface="Plus Jakarta Sans"/>
                <a:cs typeface="Plus Jakarta Sans"/>
                <a:sym typeface="Plus Jakarta Sans"/>
              </a:rPr>
              <a:t>Primer dolor del cliente</a:t>
            </a:r>
            <a:endParaRPr b="0" i="0" sz="1200" u="none" cap="none" strike="noStrike">
              <a:solidFill>
                <a:schemeClr val="dk1"/>
              </a:solidFill>
              <a:latin typeface="Calibri"/>
              <a:ea typeface="Calibri"/>
              <a:cs typeface="Calibri"/>
              <a:sym typeface="Calibri"/>
            </a:endParaRPr>
          </a:p>
        </p:txBody>
      </p:sp>
      <p:sp>
        <p:nvSpPr>
          <p:cNvPr id="780" name="Google Shape;780;p39"/>
          <p:cNvSpPr/>
          <p:nvPr/>
        </p:nvSpPr>
        <p:spPr>
          <a:xfrm>
            <a:off x="795338" y="2877518"/>
            <a:ext cx="2187798" cy="361950"/>
          </a:xfrm>
          <a:prstGeom prst="rect">
            <a:avLst/>
          </a:prstGeom>
          <a:noFill/>
          <a:ln>
            <a:noFill/>
          </a:ln>
        </p:spPr>
        <p:txBody>
          <a:bodyPr anchorCtr="0" anchor="t" bIns="12700" lIns="12700" spcFirstLastPara="1" rIns="12700" wrap="square" tIns="12700">
            <a:noAutofit/>
          </a:bodyPr>
          <a:lstStyle/>
          <a:p>
            <a:pPr indent="0" lvl="0" marL="0" marR="0" rtl="0" algn="l">
              <a:lnSpc>
                <a:spcPct val="150000"/>
              </a:lnSpc>
              <a:spcBef>
                <a:spcPts val="0"/>
              </a:spcBef>
              <a:spcAft>
                <a:spcPts val="0"/>
              </a:spcAft>
              <a:buClr>
                <a:srgbClr val="FFFFFF"/>
              </a:buClr>
              <a:buSzPts val="900"/>
              <a:buFont typeface="Plus Jakarta Sans"/>
              <a:buNone/>
            </a:pPr>
            <a:r>
              <a:rPr b="0" i="0" lang="en" sz="900" u="none" cap="none" strike="noStrike">
                <a:solidFill>
                  <a:srgbClr val="FFFFFF"/>
                </a:solidFill>
                <a:latin typeface="Plus Jakarta Sans"/>
                <a:ea typeface="Plus Jakarta Sans"/>
                <a:cs typeface="Plus Jakarta Sans"/>
                <a:sym typeface="Plus Jakarta Sans"/>
              </a:rPr>
              <a:t>Describe el problema concreto y por qué frena el crecimiento.</a:t>
            </a:r>
            <a:endParaRPr b="0" i="0" sz="900" u="none" cap="none" strike="noStrike">
              <a:solidFill>
                <a:schemeClr val="dk1"/>
              </a:solidFill>
              <a:latin typeface="Calibri"/>
              <a:ea typeface="Calibri"/>
              <a:cs typeface="Calibri"/>
              <a:sym typeface="Calibri"/>
            </a:endParaRPr>
          </a:p>
        </p:txBody>
      </p:sp>
      <p:sp>
        <p:nvSpPr>
          <p:cNvPr id="781" name="Google Shape;781;p39"/>
          <p:cNvSpPr/>
          <p:nvPr/>
        </p:nvSpPr>
        <p:spPr>
          <a:xfrm>
            <a:off x="795338" y="3353768"/>
            <a:ext cx="1300870" cy="269082"/>
          </a:xfrm>
          <a:prstGeom prst="roundRect">
            <a:avLst>
              <a:gd fmla="val 50000" name="adj"/>
            </a:avLst>
          </a:prstGeom>
          <a:solidFill>
            <a:srgbClr val="FFFFFF">
              <a:alpha val="7843"/>
            </a:srgbClr>
          </a:solidFill>
          <a:ln cap="flat" cmpd="sng" w="9525">
            <a:solidFill>
              <a:srgbClr val="FFFFFF">
                <a:alpha val="16078"/>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782" name="Google Shape;782;p39"/>
          <p:cNvSpPr/>
          <p:nvPr/>
        </p:nvSpPr>
        <p:spPr>
          <a:xfrm>
            <a:off x="904875" y="3415680"/>
            <a:ext cx="1120821" cy="1643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79CEC"/>
              </a:buClr>
              <a:buSzPts val="900"/>
              <a:buFont typeface="Plus Jakarta Sans"/>
              <a:buNone/>
            </a:pPr>
            <a:r>
              <a:rPr b="1" i="0" lang="en" sz="900" u="none" cap="none" strike="noStrike">
                <a:solidFill>
                  <a:srgbClr val="779CEC"/>
                </a:solidFill>
                <a:latin typeface="Plus Jakarta Sans"/>
                <a:ea typeface="Plus Jakarta Sans"/>
                <a:cs typeface="Plus Jakarta Sans"/>
                <a:sym typeface="Plus Jakarta Sans"/>
              </a:rPr>
              <a:t>Métrica de impacto</a:t>
            </a:r>
            <a:endParaRPr b="0" i="0" sz="900" u="none" cap="none" strike="noStrike">
              <a:solidFill>
                <a:schemeClr val="dk1"/>
              </a:solidFill>
              <a:latin typeface="Calibri"/>
              <a:ea typeface="Calibri"/>
              <a:cs typeface="Calibri"/>
              <a:sym typeface="Calibri"/>
            </a:endParaRPr>
          </a:p>
        </p:txBody>
      </p:sp>
      <p:sp>
        <p:nvSpPr>
          <p:cNvPr id="783" name="Google Shape;783;p39"/>
          <p:cNvSpPr/>
          <p:nvPr/>
        </p:nvSpPr>
        <p:spPr>
          <a:xfrm>
            <a:off x="3286125" y="2001031"/>
            <a:ext cx="2571750" cy="1845655"/>
          </a:xfrm>
          <a:prstGeom prst="roundRect">
            <a:avLst>
              <a:gd fmla="val 7225" name="adj"/>
            </a:avLst>
          </a:prstGeom>
          <a:solidFill>
            <a:srgbClr val="FFFFFF">
              <a:alpha val="10196"/>
            </a:srgbClr>
          </a:solidFill>
          <a:ln cap="flat" cmpd="sng" w="9525">
            <a:solidFill>
              <a:srgbClr val="FFFFFF">
                <a:alpha val="18039"/>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784" name="Google Shape;784;p39"/>
          <p:cNvSpPr/>
          <p:nvPr/>
        </p:nvSpPr>
        <p:spPr>
          <a:xfrm>
            <a:off x="3509963" y="2224869"/>
            <a:ext cx="2187798" cy="276225"/>
          </a:xfrm>
          <a:prstGeom prst="rect">
            <a:avLst/>
          </a:prstGeom>
          <a:noFill/>
          <a:ln>
            <a:noFill/>
          </a:ln>
        </p:spPr>
        <p:txBody>
          <a:bodyPr anchorCtr="0" anchor="t" bIns="12700" lIns="12700" spcFirstLastPara="1" rIns="12700" wrap="square" tIns="12700">
            <a:noAutofit/>
          </a:bodyPr>
          <a:lstStyle/>
          <a:p>
            <a:pPr indent="0" lvl="0" marL="0" marR="0" rtl="0" algn="l">
              <a:lnSpc>
                <a:spcPct val="100000"/>
              </a:lnSpc>
              <a:spcBef>
                <a:spcPts val="0"/>
              </a:spcBef>
              <a:spcAft>
                <a:spcPts val="0"/>
              </a:spcAft>
              <a:buClr>
                <a:srgbClr val="779CEC"/>
              </a:buClr>
              <a:buSzPts val="2000"/>
              <a:buFont typeface="Plus Jakarta Sans"/>
              <a:buNone/>
            </a:pPr>
            <a:r>
              <a:rPr i="0" lang="en" sz="2000" u="none" cap="none" strike="noStrike">
                <a:solidFill>
                  <a:srgbClr val="779CEC"/>
                </a:solidFill>
                <a:latin typeface="Plus Jakarta Sans ExtraBold"/>
                <a:ea typeface="Plus Jakarta Sans ExtraBold"/>
                <a:cs typeface="Plus Jakarta Sans ExtraBold"/>
                <a:sym typeface="Plus Jakarta Sans ExtraBold"/>
              </a:rPr>
              <a:t>02</a:t>
            </a:r>
            <a:endParaRPr i="0" sz="2000" u="none" cap="none" strike="noStrike">
              <a:solidFill>
                <a:schemeClr val="dk1"/>
              </a:solidFill>
              <a:latin typeface="Plus Jakarta Sans ExtraBold"/>
              <a:ea typeface="Plus Jakarta Sans ExtraBold"/>
              <a:cs typeface="Plus Jakarta Sans ExtraBold"/>
              <a:sym typeface="Plus Jakarta Sans ExtraBold"/>
            </a:endParaRPr>
          </a:p>
        </p:txBody>
      </p:sp>
      <p:sp>
        <p:nvSpPr>
          <p:cNvPr id="785" name="Google Shape;785;p39"/>
          <p:cNvSpPr/>
          <p:nvPr/>
        </p:nvSpPr>
        <p:spPr>
          <a:xfrm>
            <a:off x="3509963" y="2605869"/>
            <a:ext cx="2187798" cy="204974"/>
          </a:xfrm>
          <a:prstGeom prst="rect">
            <a:avLst/>
          </a:prstGeom>
          <a:noFill/>
          <a:ln>
            <a:noFill/>
          </a:ln>
        </p:spPr>
        <p:txBody>
          <a:bodyPr anchorCtr="0" anchor="t" bIns="12700" lIns="12700" spcFirstLastPara="1" rIns="12700" wrap="square" tIns="12700">
            <a:noAutofit/>
          </a:bodyPr>
          <a:lstStyle/>
          <a:p>
            <a:pPr indent="0" lvl="0" marL="0" marR="0" rtl="0" algn="l">
              <a:lnSpc>
                <a:spcPct val="122000"/>
              </a:lnSpc>
              <a:spcBef>
                <a:spcPts val="0"/>
              </a:spcBef>
              <a:spcAft>
                <a:spcPts val="0"/>
              </a:spcAft>
              <a:buClr>
                <a:srgbClr val="FFFFFF"/>
              </a:buClr>
              <a:buSzPts val="1200"/>
              <a:buFont typeface="Plus Jakarta Sans"/>
              <a:buNone/>
            </a:pPr>
            <a:r>
              <a:rPr b="1" i="0" lang="en" sz="1200" u="none" cap="none" strike="noStrike">
                <a:solidFill>
                  <a:srgbClr val="FFFFFF"/>
                </a:solidFill>
                <a:latin typeface="Plus Jakarta Sans"/>
                <a:ea typeface="Plus Jakarta Sans"/>
                <a:cs typeface="Plus Jakarta Sans"/>
                <a:sym typeface="Plus Jakarta Sans"/>
              </a:rPr>
              <a:t>Segundo dolor del cliente</a:t>
            </a:r>
            <a:endParaRPr b="0" i="0" sz="1200" u="none" cap="none" strike="noStrike">
              <a:solidFill>
                <a:schemeClr val="dk1"/>
              </a:solidFill>
              <a:latin typeface="Calibri"/>
              <a:ea typeface="Calibri"/>
              <a:cs typeface="Calibri"/>
              <a:sym typeface="Calibri"/>
            </a:endParaRPr>
          </a:p>
        </p:txBody>
      </p:sp>
      <p:sp>
        <p:nvSpPr>
          <p:cNvPr id="786" name="Google Shape;786;p39"/>
          <p:cNvSpPr/>
          <p:nvPr/>
        </p:nvSpPr>
        <p:spPr>
          <a:xfrm>
            <a:off x="3509963" y="2877518"/>
            <a:ext cx="2187798" cy="361950"/>
          </a:xfrm>
          <a:prstGeom prst="rect">
            <a:avLst/>
          </a:prstGeom>
          <a:noFill/>
          <a:ln>
            <a:noFill/>
          </a:ln>
        </p:spPr>
        <p:txBody>
          <a:bodyPr anchorCtr="0" anchor="t" bIns="12700" lIns="12700" spcFirstLastPara="1" rIns="12700" wrap="square" tIns="12700">
            <a:noAutofit/>
          </a:bodyPr>
          <a:lstStyle/>
          <a:p>
            <a:pPr indent="0" lvl="0" marL="0" marR="0" rtl="0" algn="l">
              <a:lnSpc>
                <a:spcPct val="150000"/>
              </a:lnSpc>
              <a:spcBef>
                <a:spcPts val="0"/>
              </a:spcBef>
              <a:spcAft>
                <a:spcPts val="0"/>
              </a:spcAft>
              <a:buClr>
                <a:srgbClr val="FFFFFF"/>
              </a:buClr>
              <a:buSzPts val="900"/>
              <a:buFont typeface="Plus Jakarta Sans"/>
              <a:buNone/>
            </a:pPr>
            <a:r>
              <a:rPr b="0" i="0" lang="en" sz="900" u="none" cap="none" strike="noStrike">
                <a:solidFill>
                  <a:srgbClr val="FFFFFF"/>
                </a:solidFill>
                <a:latin typeface="Plus Jakarta Sans"/>
                <a:ea typeface="Plus Jakarta Sans"/>
                <a:cs typeface="Plus Jakarta Sans"/>
                <a:sym typeface="Plus Jakarta Sans"/>
              </a:rPr>
              <a:t>Describe el problema concreto y por qué frena el crecimiento.</a:t>
            </a:r>
            <a:endParaRPr b="0" i="0" sz="900" u="none" cap="none" strike="noStrike">
              <a:solidFill>
                <a:schemeClr val="dk1"/>
              </a:solidFill>
              <a:latin typeface="Calibri"/>
              <a:ea typeface="Calibri"/>
              <a:cs typeface="Calibri"/>
              <a:sym typeface="Calibri"/>
            </a:endParaRPr>
          </a:p>
        </p:txBody>
      </p:sp>
      <p:sp>
        <p:nvSpPr>
          <p:cNvPr id="787" name="Google Shape;787;p39"/>
          <p:cNvSpPr/>
          <p:nvPr/>
        </p:nvSpPr>
        <p:spPr>
          <a:xfrm>
            <a:off x="3509963" y="3353768"/>
            <a:ext cx="1300870" cy="269082"/>
          </a:xfrm>
          <a:prstGeom prst="roundRect">
            <a:avLst>
              <a:gd fmla="val 50000" name="adj"/>
            </a:avLst>
          </a:prstGeom>
          <a:solidFill>
            <a:srgbClr val="FFFFFF">
              <a:alpha val="7843"/>
            </a:srgbClr>
          </a:solidFill>
          <a:ln cap="flat" cmpd="sng" w="9525">
            <a:solidFill>
              <a:srgbClr val="FFFFFF">
                <a:alpha val="16078"/>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788" name="Google Shape;788;p39"/>
          <p:cNvSpPr/>
          <p:nvPr/>
        </p:nvSpPr>
        <p:spPr>
          <a:xfrm>
            <a:off x="3619500" y="3415680"/>
            <a:ext cx="1120821" cy="1643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79CEC"/>
              </a:buClr>
              <a:buSzPts val="900"/>
              <a:buFont typeface="Plus Jakarta Sans"/>
              <a:buNone/>
            </a:pPr>
            <a:r>
              <a:rPr b="1" i="0" lang="en" sz="900" u="none" cap="none" strike="noStrike">
                <a:solidFill>
                  <a:srgbClr val="779CEC"/>
                </a:solidFill>
                <a:latin typeface="Plus Jakarta Sans"/>
                <a:ea typeface="Plus Jakarta Sans"/>
                <a:cs typeface="Plus Jakarta Sans"/>
                <a:sym typeface="Plus Jakarta Sans"/>
              </a:rPr>
              <a:t>Métrica de impacto</a:t>
            </a:r>
            <a:endParaRPr b="0" i="0" sz="900" u="none" cap="none" strike="noStrike">
              <a:solidFill>
                <a:schemeClr val="dk1"/>
              </a:solidFill>
              <a:latin typeface="Calibri"/>
              <a:ea typeface="Calibri"/>
              <a:cs typeface="Calibri"/>
              <a:sym typeface="Calibri"/>
            </a:endParaRPr>
          </a:p>
        </p:txBody>
      </p:sp>
      <p:sp>
        <p:nvSpPr>
          <p:cNvPr id="789" name="Google Shape;789;p39"/>
          <p:cNvSpPr/>
          <p:nvPr/>
        </p:nvSpPr>
        <p:spPr>
          <a:xfrm>
            <a:off x="6000750" y="2001031"/>
            <a:ext cx="2571750" cy="1845655"/>
          </a:xfrm>
          <a:prstGeom prst="roundRect">
            <a:avLst>
              <a:gd fmla="val 7225" name="adj"/>
            </a:avLst>
          </a:prstGeom>
          <a:solidFill>
            <a:srgbClr val="FFFFFF">
              <a:alpha val="10196"/>
            </a:srgbClr>
          </a:solidFill>
          <a:ln cap="flat" cmpd="sng" w="9525">
            <a:solidFill>
              <a:srgbClr val="FFFFFF">
                <a:alpha val="18039"/>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790" name="Google Shape;790;p39"/>
          <p:cNvSpPr/>
          <p:nvPr/>
        </p:nvSpPr>
        <p:spPr>
          <a:xfrm>
            <a:off x="6224588" y="2224869"/>
            <a:ext cx="2187798" cy="276225"/>
          </a:xfrm>
          <a:prstGeom prst="rect">
            <a:avLst/>
          </a:prstGeom>
          <a:noFill/>
          <a:ln>
            <a:noFill/>
          </a:ln>
        </p:spPr>
        <p:txBody>
          <a:bodyPr anchorCtr="0" anchor="t" bIns="12700" lIns="12700" spcFirstLastPara="1" rIns="12700" wrap="square" tIns="12700">
            <a:noAutofit/>
          </a:bodyPr>
          <a:lstStyle/>
          <a:p>
            <a:pPr indent="0" lvl="0" marL="0" marR="0" rtl="0" algn="l">
              <a:lnSpc>
                <a:spcPct val="100000"/>
              </a:lnSpc>
              <a:spcBef>
                <a:spcPts val="0"/>
              </a:spcBef>
              <a:spcAft>
                <a:spcPts val="0"/>
              </a:spcAft>
              <a:buClr>
                <a:srgbClr val="779CEC"/>
              </a:buClr>
              <a:buSzPts val="2000"/>
              <a:buFont typeface="Plus Jakarta Sans"/>
              <a:buNone/>
            </a:pPr>
            <a:r>
              <a:rPr i="0" lang="en" sz="2000" u="none" cap="none" strike="noStrike">
                <a:solidFill>
                  <a:srgbClr val="779CEC"/>
                </a:solidFill>
                <a:latin typeface="Plus Jakarta Sans ExtraBold"/>
                <a:ea typeface="Plus Jakarta Sans ExtraBold"/>
                <a:cs typeface="Plus Jakarta Sans ExtraBold"/>
                <a:sym typeface="Plus Jakarta Sans ExtraBold"/>
              </a:rPr>
              <a:t>03</a:t>
            </a:r>
            <a:endParaRPr i="0" sz="2000" u="none" cap="none" strike="noStrike">
              <a:solidFill>
                <a:schemeClr val="dk1"/>
              </a:solidFill>
              <a:latin typeface="Plus Jakarta Sans ExtraBold"/>
              <a:ea typeface="Plus Jakarta Sans ExtraBold"/>
              <a:cs typeface="Plus Jakarta Sans ExtraBold"/>
              <a:sym typeface="Plus Jakarta Sans ExtraBold"/>
            </a:endParaRPr>
          </a:p>
        </p:txBody>
      </p:sp>
      <p:sp>
        <p:nvSpPr>
          <p:cNvPr id="791" name="Google Shape;791;p39"/>
          <p:cNvSpPr/>
          <p:nvPr/>
        </p:nvSpPr>
        <p:spPr>
          <a:xfrm>
            <a:off x="6224588" y="2605869"/>
            <a:ext cx="2187798" cy="204974"/>
          </a:xfrm>
          <a:prstGeom prst="rect">
            <a:avLst/>
          </a:prstGeom>
          <a:noFill/>
          <a:ln>
            <a:noFill/>
          </a:ln>
        </p:spPr>
        <p:txBody>
          <a:bodyPr anchorCtr="0" anchor="t" bIns="12700" lIns="12700" spcFirstLastPara="1" rIns="12700" wrap="square" tIns="12700">
            <a:noAutofit/>
          </a:bodyPr>
          <a:lstStyle/>
          <a:p>
            <a:pPr indent="0" lvl="0" marL="0" marR="0" rtl="0" algn="l">
              <a:lnSpc>
                <a:spcPct val="122000"/>
              </a:lnSpc>
              <a:spcBef>
                <a:spcPts val="0"/>
              </a:spcBef>
              <a:spcAft>
                <a:spcPts val="0"/>
              </a:spcAft>
              <a:buClr>
                <a:srgbClr val="FFFFFF"/>
              </a:buClr>
              <a:buSzPts val="1200"/>
              <a:buFont typeface="Plus Jakarta Sans"/>
              <a:buNone/>
            </a:pPr>
            <a:r>
              <a:rPr b="1" i="0" lang="en" sz="1200" u="none" cap="none" strike="noStrike">
                <a:solidFill>
                  <a:srgbClr val="FFFFFF"/>
                </a:solidFill>
                <a:latin typeface="Plus Jakarta Sans"/>
                <a:ea typeface="Plus Jakarta Sans"/>
                <a:cs typeface="Plus Jakarta Sans"/>
                <a:sym typeface="Plus Jakarta Sans"/>
              </a:rPr>
              <a:t>Tercer dolor del cliente</a:t>
            </a:r>
            <a:endParaRPr b="0" i="0" sz="1200" u="none" cap="none" strike="noStrike">
              <a:solidFill>
                <a:schemeClr val="dk1"/>
              </a:solidFill>
              <a:latin typeface="Calibri"/>
              <a:ea typeface="Calibri"/>
              <a:cs typeface="Calibri"/>
              <a:sym typeface="Calibri"/>
            </a:endParaRPr>
          </a:p>
        </p:txBody>
      </p:sp>
      <p:sp>
        <p:nvSpPr>
          <p:cNvPr id="792" name="Google Shape;792;p39"/>
          <p:cNvSpPr/>
          <p:nvPr/>
        </p:nvSpPr>
        <p:spPr>
          <a:xfrm>
            <a:off x="6224588" y="2877518"/>
            <a:ext cx="2187798" cy="361950"/>
          </a:xfrm>
          <a:prstGeom prst="rect">
            <a:avLst/>
          </a:prstGeom>
          <a:noFill/>
          <a:ln>
            <a:noFill/>
          </a:ln>
        </p:spPr>
        <p:txBody>
          <a:bodyPr anchorCtr="0" anchor="t" bIns="12700" lIns="12700" spcFirstLastPara="1" rIns="12700" wrap="square" tIns="12700">
            <a:noAutofit/>
          </a:bodyPr>
          <a:lstStyle/>
          <a:p>
            <a:pPr indent="0" lvl="0" marL="0" marR="0" rtl="0" algn="l">
              <a:lnSpc>
                <a:spcPct val="150000"/>
              </a:lnSpc>
              <a:spcBef>
                <a:spcPts val="0"/>
              </a:spcBef>
              <a:spcAft>
                <a:spcPts val="0"/>
              </a:spcAft>
              <a:buClr>
                <a:srgbClr val="FFFFFF"/>
              </a:buClr>
              <a:buSzPts val="900"/>
              <a:buFont typeface="Plus Jakarta Sans"/>
              <a:buNone/>
            </a:pPr>
            <a:r>
              <a:rPr b="0" i="0" lang="en" sz="900" u="none" cap="none" strike="noStrike">
                <a:solidFill>
                  <a:srgbClr val="FFFFFF"/>
                </a:solidFill>
                <a:latin typeface="Plus Jakarta Sans"/>
                <a:ea typeface="Plus Jakarta Sans"/>
                <a:cs typeface="Plus Jakarta Sans"/>
                <a:sym typeface="Plus Jakarta Sans"/>
              </a:rPr>
              <a:t>Describe el problema concreto y por qué frena el crecimiento.</a:t>
            </a:r>
            <a:endParaRPr b="0" i="0" sz="900" u="none" cap="none" strike="noStrike">
              <a:solidFill>
                <a:schemeClr val="dk1"/>
              </a:solidFill>
              <a:latin typeface="Calibri"/>
              <a:ea typeface="Calibri"/>
              <a:cs typeface="Calibri"/>
              <a:sym typeface="Calibri"/>
            </a:endParaRPr>
          </a:p>
        </p:txBody>
      </p:sp>
      <p:sp>
        <p:nvSpPr>
          <p:cNvPr id="793" name="Google Shape;793;p39"/>
          <p:cNvSpPr/>
          <p:nvPr/>
        </p:nvSpPr>
        <p:spPr>
          <a:xfrm>
            <a:off x="6224588" y="3353768"/>
            <a:ext cx="1300870" cy="269082"/>
          </a:xfrm>
          <a:prstGeom prst="roundRect">
            <a:avLst>
              <a:gd fmla="val 50000" name="adj"/>
            </a:avLst>
          </a:prstGeom>
          <a:solidFill>
            <a:srgbClr val="FFFFFF">
              <a:alpha val="7843"/>
            </a:srgbClr>
          </a:solidFill>
          <a:ln cap="flat" cmpd="sng" w="9525">
            <a:solidFill>
              <a:srgbClr val="FFFFFF">
                <a:alpha val="16078"/>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794" name="Google Shape;794;p39"/>
          <p:cNvSpPr/>
          <p:nvPr/>
        </p:nvSpPr>
        <p:spPr>
          <a:xfrm>
            <a:off x="6334125" y="3415680"/>
            <a:ext cx="1120821" cy="1643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79CEC"/>
              </a:buClr>
              <a:buSzPts val="900"/>
              <a:buFont typeface="Plus Jakarta Sans"/>
              <a:buNone/>
            </a:pPr>
            <a:r>
              <a:rPr b="1" i="0" lang="en" sz="900" u="none" cap="none" strike="noStrike">
                <a:solidFill>
                  <a:srgbClr val="779CEC"/>
                </a:solidFill>
                <a:latin typeface="Plus Jakarta Sans"/>
                <a:ea typeface="Plus Jakarta Sans"/>
                <a:cs typeface="Plus Jakarta Sans"/>
                <a:sym typeface="Plus Jakarta Sans"/>
              </a:rPr>
              <a:t>Métrica de impacto</a:t>
            </a:r>
            <a:endParaRPr b="0" i="0" sz="900" u="none" cap="none" strike="noStrike">
              <a:solidFill>
                <a:schemeClr val="dk1"/>
              </a:solidFill>
              <a:latin typeface="Calibri"/>
              <a:ea typeface="Calibri"/>
              <a:cs typeface="Calibri"/>
              <a:sym typeface="Calibri"/>
            </a:endParaRPr>
          </a:p>
        </p:txBody>
      </p:sp>
      <p:pic>
        <p:nvPicPr>
          <p:cNvPr descr="preencoded.png" id="795" name="Google Shape;795;p39"/>
          <p:cNvPicPr preferRelativeResize="0"/>
          <p:nvPr/>
        </p:nvPicPr>
        <p:blipFill rotWithShape="1">
          <a:blip r:embed="rId3">
            <a:alphaModFix/>
          </a:blip>
          <a:srcRect b="0" l="0" r="0" t="0"/>
          <a:stretch/>
        </p:blipFill>
        <p:spPr>
          <a:xfrm>
            <a:off x="571500" y="4767263"/>
            <a:ext cx="664369" cy="128588"/>
          </a:xfrm>
          <a:prstGeom prst="rect">
            <a:avLst/>
          </a:prstGeom>
          <a:noFill/>
          <a:ln>
            <a:noFill/>
          </a:ln>
        </p:spPr>
      </p:pic>
      <p:sp>
        <p:nvSpPr>
          <p:cNvPr id="796" name="Google Shape;796;p39"/>
          <p:cNvSpPr/>
          <p:nvPr/>
        </p:nvSpPr>
        <p:spPr>
          <a:xfrm>
            <a:off x="8466200" y="4777978"/>
            <a:ext cx="144401" cy="1262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700"/>
              <a:buFont typeface="Plus Jakarta Sans"/>
              <a:buNone/>
            </a:pPr>
            <a:r>
              <a:rPr b="1" i="0" lang="en" sz="700" u="none" cap="none" strike="noStrike">
                <a:solidFill>
                  <a:srgbClr val="FFFFFF"/>
                </a:solidFill>
                <a:latin typeface="Plus Jakarta Sans"/>
                <a:ea typeface="Plus Jakarta Sans"/>
                <a:cs typeface="Plus Jakarta Sans"/>
                <a:sym typeface="Plus Jakarta Sans"/>
              </a:rPr>
              <a:t>21</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C0E1E"/>
            </a:gs>
            <a:gs pos="100000">
              <a:srgbClr val="14336F"/>
            </a:gs>
          </a:gsLst>
          <a:lin ang="5400012" scaled="0"/>
        </a:gradFill>
      </p:bgPr>
    </p:bg>
    <p:spTree>
      <p:nvGrpSpPr>
        <p:cNvPr id="801" name="Shape 801"/>
        <p:cNvGrpSpPr/>
        <p:nvPr/>
      </p:nvGrpSpPr>
      <p:grpSpPr>
        <a:xfrm>
          <a:off x="0" y="0"/>
          <a:ext cx="0" cy="0"/>
          <a:chOff x="0" y="0"/>
          <a:chExt cx="0" cy="0"/>
        </a:xfrm>
      </p:grpSpPr>
      <p:pic>
        <p:nvPicPr>
          <p:cNvPr descr="preencoded.png" id="802" name="Google Shape;802;p40"/>
          <p:cNvPicPr preferRelativeResize="0"/>
          <p:nvPr/>
        </p:nvPicPr>
        <p:blipFill rotWithShape="1">
          <a:blip r:embed="rId3">
            <a:alphaModFix amt="5000"/>
          </a:blip>
          <a:srcRect b="0" l="0" r="0" t="0"/>
          <a:stretch/>
        </p:blipFill>
        <p:spPr>
          <a:xfrm>
            <a:off x="6667500" y="2906799"/>
            <a:ext cx="3238500" cy="2903451"/>
          </a:xfrm>
          <a:prstGeom prst="rect">
            <a:avLst/>
          </a:prstGeom>
          <a:noFill/>
          <a:ln>
            <a:noFill/>
          </a:ln>
        </p:spPr>
      </p:pic>
      <p:sp>
        <p:nvSpPr>
          <p:cNvPr id="803" name="Google Shape;803;p40"/>
          <p:cNvSpPr/>
          <p:nvPr/>
        </p:nvSpPr>
        <p:spPr>
          <a:xfrm>
            <a:off x="571500" y="457200"/>
            <a:ext cx="8241030" cy="201922"/>
          </a:xfrm>
          <a:prstGeom prst="rect">
            <a:avLst/>
          </a:prstGeom>
          <a:noFill/>
          <a:ln>
            <a:noFill/>
          </a:ln>
        </p:spPr>
        <p:txBody>
          <a:bodyPr anchorCtr="0" anchor="t" bIns="12700" lIns="12700" spcFirstLastPara="1" rIns="12700" wrap="square" tIns="12700">
            <a:noAutofit/>
          </a:bodyPr>
          <a:lstStyle/>
          <a:p>
            <a:pPr indent="0" lvl="0" marL="0" marR="0" rtl="0" algn="l">
              <a:lnSpc>
                <a:spcPct val="160000"/>
              </a:lnSpc>
              <a:spcBef>
                <a:spcPts val="0"/>
              </a:spcBef>
              <a:spcAft>
                <a:spcPts val="0"/>
              </a:spcAft>
              <a:buClr>
                <a:srgbClr val="779CEC"/>
              </a:buClr>
              <a:buSzPts val="900"/>
              <a:buFont typeface="Plus Jakarta Sans"/>
              <a:buNone/>
            </a:pPr>
            <a:r>
              <a:rPr b="1" i="0" lang="en" sz="1100" u="none" cap="none" strike="noStrike">
                <a:solidFill>
                  <a:srgbClr val="779CEC"/>
                </a:solidFill>
                <a:latin typeface="Plus Jakarta Sans"/>
                <a:ea typeface="Plus Jakarta Sans"/>
                <a:cs typeface="Plus Jakarta Sans"/>
                <a:sym typeface="Plus Jakarta Sans"/>
              </a:rPr>
              <a:t>IMPACTO EN MÉTRICAS</a:t>
            </a:r>
            <a:endParaRPr b="0" i="0" sz="1100" u="none" cap="none" strike="noStrike">
              <a:solidFill>
                <a:schemeClr val="dk1"/>
              </a:solidFill>
              <a:latin typeface="Calibri"/>
              <a:ea typeface="Calibri"/>
              <a:cs typeface="Calibri"/>
              <a:sym typeface="Calibri"/>
            </a:endParaRPr>
          </a:p>
        </p:txBody>
      </p:sp>
      <p:sp>
        <p:nvSpPr>
          <p:cNvPr id="804" name="Google Shape;804;p40"/>
          <p:cNvSpPr/>
          <p:nvPr/>
        </p:nvSpPr>
        <p:spPr>
          <a:xfrm>
            <a:off x="571500" y="725798"/>
            <a:ext cx="6867525" cy="378507"/>
          </a:xfrm>
          <a:prstGeom prst="rect">
            <a:avLst/>
          </a:prstGeom>
          <a:noFill/>
          <a:ln>
            <a:noFill/>
          </a:ln>
        </p:spPr>
        <p:txBody>
          <a:bodyPr anchorCtr="0" anchor="t" bIns="12700" lIns="12700" spcFirstLastPara="1" rIns="12700" wrap="square" tIns="12700">
            <a:noAutofit/>
          </a:bodyPr>
          <a:lstStyle/>
          <a:p>
            <a:pPr indent="0" lvl="0" marL="0" marR="0" rtl="0" algn="l">
              <a:lnSpc>
                <a:spcPct val="102000"/>
              </a:lnSpc>
              <a:spcBef>
                <a:spcPts val="0"/>
              </a:spcBef>
              <a:spcAft>
                <a:spcPts val="0"/>
              </a:spcAft>
              <a:buClr>
                <a:srgbClr val="FFFFFF"/>
              </a:buClr>
              <a:buSzPts val="2800"/>
              <a:buFont typeface="Plus Jakarta Sans"/>
              <a:buNone/>
            </a:pPr>
            <a:r>
              <a:rPr i="0" lang="en" sz="2800" u="none" cap="none" strike="noStrike">
                <a:solidFill>
                  <a:srgbClr val="FFFFFF"/>
                </a:solidFill>
                <a:latin typeface="Plus Jakarta Sans ExtraBold"/>
                <a:ea typeface="Plus Jakarta Sans ExtraBold"/>
                <a:cs typeface="Plus Jakarta Sans ExtraBold"/>
                <a:sym typeface="Plus Jakarta Sans ExtraBold"/>
              </a:rPr>
              <a:t>Los números </a:t>
            </a:r>
            <a:r>
              <a:rPr i="1" lang="en" sz="2800" u="none" cap="none" strike="noStrike">
                <a:solidFill>
                  <a:srgbClr val="779CEC"/>
                </a:solidFill>
                <a:latin typeface="Plus Jakarta Sans ExtraBold"/>
                <a:ea typeface="Plus Jakarta Sans ExtraBold"/>
                <a:cs typeface="Plus Jakarta Sans ExtraBold"/>
                <a:sym typeface="Plus Jakarta Sans ExtraBold"/>
              </a:rPr>
              <a:t>hablan por sí mismos</a:t>
            </a:r>
            <a:endParaRPr i="0" sz="2800" u="none" cap="none" strike="noStrike">
              <a:solidFill>
                <a:schemeClr val="dk1"/>
              </a:solidFill>
              <a:latin typeface="Plus Jakarta Sans ExtraBold"/>
              <a:ea typeface="Plus Jakarta Sans ExtraBold"/>
              <a:cs typeface="Plus Jakarta Sans ExtraBold"/>
              <a:sym typeface="Plus Jakarta Sans ExtraBold"/>
            </a:endParaRPr>
          </a:p>
        </p:txBody>
      </p:sp>
      <p:sp>
        <p:nvSpPr>
          <p:cNvPr id="805" name="Google Shape;805;p40"/>
          <p:cNvSpPr/>
          <p:nvPr/>
        </p:nvSpPr>
        <p:spPr>
          <a:xfrm>
            <a:off x="571500" y="1313855"/>
            <a:ext cx="2584438" cy="1538585"/>
          </a:xfrm>
          <a:prstGeom prst="roundRect">
            <a:avLst>
              <a:gd fmla="val 8667" name="adj"/>
            </a:avLst>
          </a:prstGeom>
          <a:solidFill>
            <a:srgbClr val="FFFFFF">
              <a:alpha val="10196"/>
            </a:srgbClr>
          </a:solidFill>
          <a:ln cap="flat" cmpd="sng" w="9525">
            <a:solidFill>
              <a:srgbClr val="FFFFFF">
                <a:alpha val="18039"/>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806" name="Google Shape;806;p40"/>
          <p:cNvSpPr/>
          <p:nvPr/>
        </p:nvSpPr>
        <p:spPr>
          <a:xfrm>
            <a:off x="757238" y="1796728"/>
            <a:ext cx="2279352" cy="387065"/>
          </a:xfrm>
          <a:prstGeom prst="rect">
            <a:avLst/>
          </a:prstGeom>
          <a:noFill/>
          <a:ln>
            <a:noFill/>
          </a:ln>
        </p:spPr>
        <p:txBody>
          <a:bodyPr anchorCtr="0" anchor="t" bIns="12700" lIns="12700" spcFirstLastPara="1" rIns="12700" wrap="square" tIns="12700">
            <a:noAutofit/>
          </a:bodyPr>
          <a:lstStyle/>
          <a:p>
            <a:pPr indent="0" lvl="0" marL="0" marR="0" rtl="0" algn="l">
              <a:lnSpc>
                <a:spcPct val="92000"/>
              </a:lnSpc>
              <a:spcBef>
                <a:spcPts val="0"/>
              </a:spcBef>
              <a:spcAft>
                <a:spcPts val="0"/>
              </a:spcAft>
              <a:buClr>
                <a:srgbClr val="FFFFFF"/>
              </a:buClr>
              <a:buSzPts val="3200"/>
              <a:buFont typeface="Plus Jakarta Sans"/>
              <a:buNone/>
            </a:pPr>
            <a:r>
              <a:rPr b="1" i="0" lang="en" sz="3200" u="none" cap="none" strike="noStrike">
                <a:solidFill>
                  <a:srgbClr val="FFFFFF"/>
                </a:solidFill>
                <a:latin typeface="Plus Jakarta Sans"/>
                <a:ea typeface="Plus Jakarta Sans"/>
                <a:cs typeface="Plus Jakarta Sans"/>
                <a:sym typeface="Plus Jakarta Sans"/>
              </a:rPr>
              <a:t>+39</a:t>
            </a:r>
            <a:r>
              <a:rPr b="1" i="0" lang="en" sz="1700" u="none" cap="none" strike="noStrike">
                <a:solidFill>
                  <a:srgbClr val="FFFFFF"/>
                </a:solidFill>
                <a:latin typeface="Plus Jakarta Sans"/>
                <a:ea typeface="Plus Jakarta Sans"/>
                <a:cs typeface="Plus Jakarta Sans"/>
                <a:sym typeface="Plus Jakarta Sans"/>
              </a:rPr>
              <a:t>%</a:t>
            </a:r>
            <a:endParaRPr b="0" i="0" sz="3200" u="none" cap="none" strike="noStrike">
              <a:solidFill>
                <a:schemeClr val="dk1"/>
              </a:solidFill>
              <a:latin typeface="Calibri"/>
              <a:ea typeface="Calibri"/>
              <a:cs typeface="Calibri"/>
              <a:sym typeface="Calibri"/>
            </a:endParaRPr>
          </a:p>
        </p:txBody>
      </p:sp>
      <p:sp>
        <p:nvSpPr>
          <p:cNvPr id="807" name="Google Shape;807;p40"/>
          <p:cNvSpPr/>
          <p:nvPr/>
        </p:nvSpPr>
        <p:spPr>
          <a:xfrm>
            <a:off x="785252" y="2240382"/>
            <a:ext cx="2279400" cy="1761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1000"/>
              <a:buFont typeface="Plus Jakarta Sans"/>
              <a:buNone/>
            </a:pPr>
            <a:r>
              <a:rPr b="1" i="0" lang="en" sz="1000" u="none" cap="none" strike="noStrike">
                <a:solidFill>
                  <a:srgbClr val="FFFFFF"/>
                </a:solidFill>
                <a:latin typeface="Plus Jakarta Sans"/>
                <a:ea typeface="Plus Jakarta Sans"/>
                <a:cs typeface="Plus Jakarta Sans"/>
                <a:sym typeface="Plus Jakarta Sans"/>
              </a:rPr>
              <a:t>Conversión</a:t>
            </a:r>
            <a:endParaRPr b="0" i="0" sz="1000" u="none" cap="none" strike="noStrike">
              <a:solidFill>
                <a:schemeClr val="dk1"/>
              </a:solidFill>
              <a:latin typeface="Calibri"/>
              <a:ea typeface="Calibri"/>
              <a:cs typeface="Calibri"/>
              <a:sym typeface="Calibri"/>
            </a:endParaRPr>
          </a:p>
        </p:txBody>
      </p:sp>
      <p:sp>
        <p:nvSpPr>
          <p:cNvPr id="808" name="Google Shape;808;p40"/>
          <p:cNvSpPr/>
          <p:nvPr/>
        </p:nvSpPr>
        <p:spPr>
          <a:xfrm>
            <a:off x="3279763" y="1313855"/>
            <a:ext cx="2584438" cy="1538585"/>
          </a:xfrm>
          <a:prstGeom prst="roundRect">
            <a:avLst>
              <a:gd fmla="val 8667" name="adj"/>
            </a:avLst>
          </a:prstGeom>
          <a:solidFill>
            <a:srgbClr val="FFFFFF">
              <a:alpha val="10196"/>
            </a:srgbClr>
          </a:solidFill>
          <a:ln cap="flat" cmpd="sng" w="9525">
            <a:solidFill>
              <a:srgbClr val="FFFFFF">
                <a:alpha val="18039"/>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809" name="Google Shape;809;p40"/>
          <p:cNvSpPr/>
          <p:nvPr/>
        </p:nvSpPr>
        <p:spPr>
          <a:xfrm>
            <a:off x="3465500" y="1796728"/>
            <a:ext cx="2279352" cy="387065"/>
          </a:xfrm>
          <a:prstGeom prst="rect">
            <a:avLst/>
          </a:prstGeom>
          <a:noFill/>
          <a:ln>
            <a:noFill/>
          </a:ln>
        </p:spPr>
        <p:txBody>
          <a:bodyPr anchorCtr="0" anchor="t" bIns="12700" lIns="12700" spcFirstLastPara="1" rIns="12700" wrap="square" tIns="12700">
            <a:noAutofit/>
          </a:bodyPr>
          <a:lstStyle/>
          <a:p>
            <a:pPr indent="0" lvl="0" marL="0" marR="0" rtl="0" algn="l">
              <a:lnSpc>
                <a:spcPct val="92000"/>
              </a:lnSpc>
              <a:spcBef>
                <a:spcPts val="0"/>
              </a:spcBef>
              <a:spcAft>
                <a:spcPts val="0"/>
              </a:spcAft>
              <a:buClr>
                <a:srgbClr val="FFFFFF"/>
              </a:buClr>
              <a:buSzPts val="3200"/>
              <a:buFont typeface="Plus Jakarta Sans"/>
              <a:buNone/>
            </a:pPr>
            <a:r>
              <a:rPr b="1" i="0" lang="en" sz="3200" u="none" cap="none" strike="noStrike">
                <a:solidFill>
                  <a:srgbClr val="FFFFFF"/>
                </a:solidFill>
                <a:latin typeface="Plus Jakarta Sans"/>
                <a:ea typeface="Plus Jakarta Sans"/>
                <a:cs typeface="Plus Jakarta Sans"/>
                <a:sym typeface="Plus Jakarta Sans"/>
              </a:rPr>
              <a:t>10</a:t>
            </a:r>
            <a:r>
              <a:rPr b="1" i="0" lang="en" sz="1700" u="none" cap="none" strike="noStrike">
                <a:solidFill>
                  <a:srgbClr val="FFFFFF"/>
                </a:solidFill>
                <a:latin typeface="Plus Jakarta Sans"/>
                <a:ea typeface="Plus Jakarta Sans"/>
                <a:cs typeface="Plus Jakarta Sans"/>
                <a:sym typeface="Plus Jakarta Sans"/>
              </a:rPr>
              <a:t>×</a:t>
            </a:r>
            <a:endParaRPr b="0" i="0" sz="3200" u="none" cap="none" strike="noStrike">
              <a:solidFill>
                <a:schemeClr val="dk1"/>
              </a:solidFill>
              <a:latin typeface="Calibri"/>
              <a:ea typeface="Calibri"/>
              <a:cs typeface="Calibri"/>
              <a:sym typeface="Calibri"/>
            </a:endParaRPr>
          </a:p>
        </p:txBody>
      </p:sp>
      <p:sp>
        <p:nvSpPr>
          <p:cNvPr id="810" name="Google Shape;810;p40"/>
          <p:cNvSpPr/>
          <p:nvPr/>
        </p:nvSpPr>
        <p:spPr>
          <a:xfrm>
            <a:off x="3493515" y="2240382"/>
            <a:ext cx="2279400" cy="1761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1000"/>
              <a:buFont typeface="Plus Jakarta Sans"/>
              <a:buNone/>
            </a:pPr>
            <a:r>
              <a:rPr b="1" i="0" lang="en" sz="1000" u="none" cap="none" strike="noStrike">
                <a:solidFill>
                  <a:srgbClr val="FFFFFF"/>
                </a:solidFill>
                <a:latin typeface="Plus Jakarta Sans"/>
                <a:ea typeface="Plus Jakarta Sans"/>
                <a:cs typeface="Plus Jakarta Sans"/>
                <a:sym typeface="Plus Jakarta Sans"/>
              </a:rPr>
              <a:t>la capacidad de un ejecutivo</a:t>
            </a:r>
            <a:endParaRPr b="0" i="0" sz="1000" u="none" cap="none" strike="noStrike">
              <a:solidFill>
                <a:schemeClr val="dk1"/>
              </a:solidFill>
              <a:latin typeface="Calibri"/>
              <a:ea typeface="Calibri"/>
              <a:cs typeface="Calibri"/>
              <a:sym typeface="Calibri"/>
            </a:endParaRPr>
          </a:p>
        </p:txBody>
      </p:sp>
      <p:sp>
        <p:nvSpPr>
          <p:cNvPr id="811" name="Google Shape;811;p40"/>
          <p:cNvSpPr/>
          <p:nvPr/>
        </p:nvSpPr>
        <p:spPr>
          <a:xfrm>
            <a:off x="5988025" y="1313855"/>
            <a:ext cx="2584475" cy="1538585"/>
          </a:xfrm>
          <a:prstGeom prst="roundRect">
            <a:avLst>
              <a:gd fmla="val 8667" name="adj"/>
            </a:avLst>
          </a:prstGeom>
          <a:solidFill>
            <a:srgbClr val="FFFFFF">
              <a:alpha val="10196"/>
            </a:srgbClr>
          </a:solidFill>
          <a:ln cap="flat" cmpd="sng" w="9525">
            <a:solidFill>
              <a:srgbClr val="FFFFFF">
                <a:alpha val="18039"/>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812" name="Google Shape;812;p40"/>
          <p:cNvSpPr/>
          <p:nvPr/>
        </p:nvSpPr>
        <p:spPr>
          <a:xfrm>
            <a:off x="6173763" y="1796728"/>
            <a:ext cx="2279390" cy="387065"/>
          </a:xfrm>
          <a:prstGeom prst="rect">
            <a:avLst/>
          </a:prstGeom>
          <a:noFill/>
          <a:ln>
            <a:noFill/>
          </a:ln>
        </p:spPr>
        <p:txBody>
          <a:bodyPr anchorCtr="0" anchor="t" bIns="12700" lIns="12700" spcFirstLastPara="1" rIns="12700" wrap="square" tIns="12700">
            <a:noAutofit/>
          </a:bodyPr>
          <a:lstStyle/>
          <a:p>
            <a:pPr indent="0" lvl="0" marL="0" marR="0" rtl="0" algn="l">
              <a:lnSpc>
                <a:spcPct val="92000"/>
              </a:lnSpc>
              <a:spcBef>
                <a:spcPts val="0"/>
              </a:spcBef>
              <a:spcAft>
                <a:spcPts val="0"/>
              </a:spcAft>
              <a:buClr>
                <a:srgbClr val="FFFFFF"/>
              </a:buClr>
              <a:buSzPts val="3200"/>
              <a:buFont typeface="Plus Jakarta Sans"/>
              <a:buNone/>
            </a:pPr>
            <a:r>
              <a:rPr b="1" i="0" lang="en" sz="3200" u="none" cap="none" strike="noStrike">
                <a:solidFill>
                  <a:srgbClr val="FFFFFF"/>
                </a:solidFill>
                <a:latin typeface="Plus Jakarta Sans"/>
                <a:ea typeface="Plus Jakarta Sans"/>
                <a:cs typeface="Plus Jakarta Sans"/>
                <a:sym typeface="Plus Jakarta Sans"/>
              </a:rPr>
              <a:t>−70</a:t>
            </a:r>
            <a:r>
              <a:rPr b="1" i="0" lang="en" sz="1700" u="none" cap="none" strike="noStrike">
                <a:solidFill>
                  <a:srgbClr val="FFFFFF"/>
                </a:solidFill>
                <a:latin typeface="Plus Jakarta Sans"/>
                <a:ea typeface="Plus Jakarta Sans"/>
                <a:cs typeface="Plus Jakarta Sans"/>
                <a:sym typeface="Plus Jakarta Sans"/>
              </a:rPr>
              <a:t>%</a:t>
            </a:r>
            <a:endParaRPr b="0" i="0" sz="3200" u="none" cap="none" strike="noStrike">
              <a:solidFill>
                <a:schemeClr val="dk1"/>
              </a:solidFill>
              <a:latin typeface="Calibri"/>
              <a:ea typeface="Calibri"/>
              <a:cs typeface="Calibri"/>
              <a:sym typeface="Calibri"/>
            </a:endParaRPr>
          </a:p>
        </p:txBody>
      </p:sp>
      <p:sp>
        <p:nvSpPr>
          <p:cNvPr id="813" name="Google Shape;813;p40"/>
          <p:cNvSpPr/>
          <p:nvPr/>
        </p:nvSpPr>
        <p:spPr>
          <a:xfrm>
            <a:off x="6201777" y="2240382"/>
            <a:ext cx="2279400" cy="1761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1000"/>
              <a:buFont typeface="Plus Jakarta Sans"/>
              <a:buNone/>
            </a:pPr>
            <a:r>
              <a:rPr b="1" i="0" lang="en" sz="1000" u="none" cap="none" strike="noStrike">
                <a:solidFill>
                  <a:srgbClr val="FFFFFF"/>
                </a:solidFill>
                <a:latin typeface="Plus Jakarta Sans"/>
                <a:ea typeface="Plus Jakarta Sans"/>
                <a:cs typeface="Plus Jakarta Sans"/>
                <a:sym typeface="Plus Jakarta Sans"/>
              </a:rPr>
              <a:t>tiempo administrativo</a:t>
            </a:r>
            <a:endParaRPr b="0" i="0" sz="1000" u="none" cap="none" strike="noStrike">
              <a:solidFill>
                <a:schemeClr val="dk1"/>
              </a:solidFill>
              <a:latin typeface="Calibri"/>
              <a:ea typeface="Calibri"/>
              <a:cs typeface="Calibri"/>
              <a:sym typeface="Calibri"/>
            </a:endParaRPr>
          </a:p>
        </p:txBody>
      </p:sp>
      <p:sp>
        <p:nvSpPr>
          <p:cNvPr id="814" name="Google Shape;814;p40"/>
          <p:cNvSpPr/>
          <p:nvPr/>
        </p:nvSpPr>
        <p:spPr>
          <a:xfrm>
            <a:off x="571500" y="2976265"/>
            <a:ext cx="2584438" cy="1538585"/>
          </a:xfrm>
          <a:prstGeom prst="roundRect">
            <a:avLst>
              <a:gd fmla="val 8667" name="adj"/>
            </a:avLst>
          </a:prstGeom>
          <a:solidFill>
            <a:srgbClr val="FFFFFF">
              <a:alpha val="10196"/>
            </a:srgbClr>
          </a:solidFill>
          <a:ln cap="flat" cmpd="sng" w="9525">
            <a:solidFill>
              <a:srgbClr val="FFFFFF">
                <a:alpha val="18039"/>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815" name="Google Shape;815;p40"/>
          <p:cNvSpPr/>
          <p:nvPr/>
        </p:nvSpPr>
        <p:spPr>
          <a:xfrm>
            <a:off x="757238" y="3459138"/>
            <a:ext cx="2279352" cy="387065"/>
          </a:xfrm>
          <a:prstGeom prst="rect">
            <a:avLst/>
          </a:prstGeom>
          <a:noFill/>
          <a:ln>
            <a:noFill/>
          </a:ln>
        </p:spPr>
        <p:txBody>
          <a:bodyPr anchorCtr="0" anchor="t" bIns="12700" lIns="12700" spcFirstLastPara="1" rIns="12700" wrap="square" tIns="12700">
            <a:noAutofit/>
          </a:bodyPr>
          <a:lstStyle/>
          <a:p>
            <a:pPr indent="0" lvl="0" marL="0" marR="0" rtl="0" algn="l">
              <a:lnSpc>
                <a:spcPct val="92000"/>
              </a:lnSpc>
              <a:spcBef>
                <a:spcPts val="0"/>
              </a:spcBef>
              <a:spcAft>
                <a:spcPts val="0"/>
              </a:spcAft>
              <a:buClr>
                <a:srgbClr val="FFFFFF"/>
              </a:buClr>
              <a:buSzPts val="3200"/>
              <a:buFont typeface="Plus Jakarta Sans"/>
              <a:buNone/>
            </a:pPr>
            <a:r>
              <a:rPr b="1" i="0" lang="en" sz="3200" u="none" cap="none" strike="noStrike">
                <a:solidFill>
                  <a:srgbClr val="FFFFFF"/>
                </a:solidFill>
                <a:latin typeface="Plus Jakarta Sans"/>
                <a:ea typeface="Plus Jakarta Sans"/>
                <a:cs typeface="Plus Jakarta Sans"/>
                <a:sym typeface="Plus Jakarta Sans"/>
              </a:rPr>
              <a:t>99,95</a:t>
            </a:r>
            <a:r>
              <a:rPr b="1" i="0" lang="en" sz="1600" u="none" cap="none" strike="noStrike">
                <a:solidFill>
                  <a:srgbClr val="FFFFFF"/>
                </a:solidFill>
                <a:latin typeface="Plus Jakarta Sans"/>
                <a:ea typeface="Plus Jakarta Sans"/>
                <a:cs typeface="Plus Jakarta Sans"/>
                <a:sym typeface="Plus Jakarta Sans"/>
              </a:rPr>
              <a:t>%</a:t>
            </a:r>
            <a:endParaRPr b="0" i="0" sz="3200" u="none" cap="none" strike="noStrike">
              <a:solidFill>
                <a:schemeClr val="dk1"/>
              </a:solidFill>
              <a:latin typeface="Calibri"/>
              <a:ea typeface="Calibri"/>
              <a:cs typeface="Calibri"/>
              <a:sym typeface="Calibri"/>
            </a:endParaRPr>
          </a:p>
        </p:txBody>
      </p:sp>
      <p:sp>
        <p:nvSpPr>
          <p:cNvPr id="816" name="Google Shape;816;p40"/>
          <p:cNvSpPr/>
          <p:nvPr/>
        </p:nvSpPr>
        <p:spPr>
          <a:xfrm>
            <a:off x="785252" y="3902792"/>
            <a:ext cx="2279400" cy="1761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1000"/>
              <a:buFont typeface="Plus Jakarta Sans"/>
              <a:buNone/>
            </a:pPr>
            <a:r>
              <a:rPr b="1" i="0" lang="en" sz="1000" u="none" cap="none" strike="noStrike">
                <a:solidFill>
                  <a:srgbClr val="FFFFFF"/>
                </a:solidFill>
                <a:latin typeface="Plus Jakarta Sans"/>
                <a:ea typeface="Plus Jakarta Sans"/>
                <a:cs typeface="Plus Jakarta Sans"/>
                <a:sym typeface="Plus Jakarta Sans"/>
              </a:rPr>
              <a:t>uptime garantizado</a:t>
            </a:r>
            <a:endParaRPr b="0" i="0" sz="1000" u="none" cap="none" strike="noStrike">
              <a:solidFill>
                <a:schemeClr val="dk1"/>
              </a:solidFill>
              <a:latin typeface="Calibri"/>
              <a:ea typeface="Calibri"/>
              <a:cs typeface="Calibri"/>
              <a:sym typeface="Calibri"/>
            </a:endParaRPr>
          </a:p>
        </p:txBody>
      </p:sp>
      <p:sp>
        <p:nvSpPr>
          <p:cNvPr id="817" name="Google Shape;817;p40"/>
          <p:cNvSpPr/>
          <p:nvPr/>
        </p:nvSpPr>
        <p:spPr>
          <a:xfrm>
            <a:off x="3279763" y="2976265"/>
            <a:ext cx="2584438" cy="1538585"/>
          </a:xfrm>
          <a:prstGeom prst="roundRect">
            <a:avLst>
              <a:gd fmla="val 8667" name="adj"/>
            </a:avLst>
          </a:prstGeom>
          <a:solidFill>
            <a:srgbClr val="FFFFFF">
              <a:alpha val="10196"/>
            </a:srgbClr>
          </a:solidFill>
          <a:ln cap="flat" cmpd="sng" w="9525">
            <a:solidFill>
              <a:srgbClr val="FFFFFF">
                <a:alpha val="18039"/>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818" name="Google Shape;818;p40"/>
          <p:cNvSpPr/>
          <p:nvPr/>
        </p:nvSpPr>
        <p:spPr>
          <a:xfrm>
            <a:off x="3465500" y="3459138"/>
            <a:ext cx="2279352" cy="387065"/>
          </a:xfrm>
          <a:prstGeom prst="rect">
            <a:avLst/>
          </a:prstGeom>
          <a:noFill/>
          <a:ln>
            <a:noFill/>
          </a:ln>
        </p:spPr>
        <p:txBody>
          <a:bodyPr anchorCtr="0" anchor="t" bIns="12700" lIns="12700" spcFirstLastPara="1" rIns="12700" wrap="square" tIns="12700">
            <a:noAutofit/>
          </a:bodyPr>
          <a:lstStyle/>
          <a:p>
            <a:pPr indent="0" lvl="0" marL="0" marR="0" rtl="0" algn="l">
              <a:lnSpc>
                <a:spcPct val="92000"/>
              </a:lnSpc>
              <a:spcBef>
                <a:spcPts val="0"/>
              </a:spcBef>
              <a:spcAft>
                <a:spcPts val="0"/>
              </a:spcAft>
              <a:buClr>
                <a:srgbClr val="FFFFFF"/>
              </a:buClr>
              <a:buSzPts val="3200"/>
              <a:buFont typeface="Plus Jakarta Sans"/>
              <a:buNone/>
            </a:pPr>
            <a:r>
              <a:rPr b="1" i="0" lang="en" sz="3200" u="none" cap="none" strike="noStrike">
                <a:solidFill>
                  <a:srgbClr val="FFFFFF"/>
                </a:solidFill>
                <a:latin typeface="Plus Jakarta Sans"/>
                <a:ea typeface="Plus Jakarta Sans"/>
                <a:cs typeface="Plus Jakarta Sans"/>
                <a:sym typeface="Plus Jakarta Sans"/>
              </a:rPr>
              <a:t>+2.000</a:t>
            </a:r>
            <a:endParaRPr b="0" i="0" sz="3200" u="none" cap="none" strike="noStrike">
              <a:solidFill>
                <a:schemeClr val="dk1"/>
              </a:solidFill>
              <a:latin typeface="Calibri"/>
              <a:ea typeface="Calibri"/>
              <a:cs typeface="Calibri"/>
              <a:sym typeface="Calibri"/>
            </a:endParaRPr>
          </a:p>
        </p:txBody>
      </p:sp>
      <p:sp>
        <p:nvSpPr>
          <p:cNvPr id="819" name="Google Shape;819;p40"/>
          <p:cNvSpPr/>
          <p:nvPr/>
        </p:nvSpPr>
        <p:spPr>
          <a:xfrm>
            <a:off x="3493515" y="3902792"/>
            <a:ext cx="2279400" cy="1761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1000"/>
              <a:buFont typeface="Plus Jakarta Sans"/>
              <a:buNone/>
            </a:pPr>
            <a:r>
              <a:rPr b="1" i="0" lang="en" sz="1000" u="none" cap="none" strike="noStrike">
                <a:solidFill>
                  <a:srgbClr val="FFFFFF"/>
                </a:solidFill>
                <a:latin typeface="Plus Jakarta Sans"/>
                <a:ea typeface="Plus Jakarta Sans"/>
                <a:cs typeface="Plus Jakarta Sans"/>
                <a:sym typeface="Plus Jakarta Sans"/>
              </a:rPr>
              <a:t>clientes activos</a:t>
            </a:r>
            <a:endParaRPr b="0" i="0" sz="1000" u="none" cap="none" strike="noStrike">
              <a:solidFill>
                <a:schemeClr val="dk1"/>
              </a:solidFill>
              <a:latin typeface="Calibri"/>
              <a:ea typeface="Calibri"/>
              <a:cs typeface="Calibri"/>
              <a:sym typeface="Calibri"/>
            </a:endParaRPr>
          </a:p>
        </p:txBody>
      </p:sp>
      <p:sp>
        <p:nvSpPr>
          <p:cNvPr id="820" name="Google Shape;820;p40"/>
          <p:cNvSpPr/>
          <p:nvPr/>
        </p:nvSpPr>
        <p:spPr>
          <a:xfrm>
            <a:off x="5988025" y="2976265"/>
            <a:ext cx="2584475" cy="1538585"/>
          </a:xfrm>
          <a:prstGeom prst="roundRect">
            <a:avLst>
              <a:gd fmla="val 8667" name="adj"/>
            </a:avLst>
          </a:prstGeom>
          <a:solidFill>
            <a:srgbClr val="FFFFFF">
              <a:alpha val="10196"/>
            </a:srgbClr>
          </a:solidFill>
          <a:ln cap="flat" cmpd="sng" w="9525">
            <a:solidFill>
              <a:srgbClr val="FFFFFF">
                <a:alpha val="18039"/>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821" name="Google Shape;821;p40"/>
          <p:cNvSpPr/>
          <p:nvPr/>
        </p:nvSpPr>
        <p:spPr>
          <a:xfrm>
            <a:off x="6173763" y="3459138"/>
            <a:ext cx="2279390" cy="387065"/>
          </a:xfrm>
          <a:prstGeom prst="rect">
            <a:avLst/>
          </a:prstGeom>
          <a:noFill/>
          <a:ln>
            <a:noFill/>
          </a:ln>
        </p:spPr>
        <p:txBody>
          <a:bodyPr anchorCtr="0" anchor="t" bIns="12700" lIns="12700" spcFirstLastPara="1" rIns="12700" wrap="square" tIns="12700">
            <a:noAutofit/>
          </a:bodyPr>
          <a:lstStyle/>
          <a:p>
            <a:pPr indent="0" lvl="0" marL="0" marR="0" rtl="0" algn="l">
              <a:lnSpc>
                <a:spcPct val="92000"/>
              </a:lnSpc>
              <a:spcBef>
                <a:spcPts val="0"/>
              </a:spcBef>
              <a:spcAft>
                <a:spcPts val="0"/>
              </a:spcAft>
              <a:buClr>
                <a:srgbClr val="FFFFFF"/>
              </a:buClr>
              <a:buSzPts val="3200"/>
              <a:buFont typeface="Plus Jakarta Sans"/>
              <a:buNone/>
            </a:pPr>
            <a:r>
              <a:rPr b="1" i="0" lang="en" sz="3200" u="none" cap="none" strike="noStrike">
                <a:solidFill>
                  <a:srgbClr val="FFFFFF"/>
                </a:solidFill>
                <a:latin typeface="Plus Jakarta Sans"/>
                <a:ea typeface="Plus Jakarta Sans"/>
                <a:cs typeface="Plus Jakarta Sans"/>
                <a:sym typeface="Plus Jakarta Sans"/>
              </a:rPr>
              <a:t>&lt;10</a:t>
            </a:r>
            <a:r>
              <a:rPr b="1" i="0" lang="en" sz="1600" u="none" cap="none" strike="noStrike">
                <a:solidFill>
                  <a:srgbClr val="FFFFFF"/>
                </a:solidFill>
                <a:latin typeface="Plus Jakarta Sans"/>
                <a:ea typeface="Plus Jakarta Sans"/>
                <a:cs typeface="Plus Jakarta Sans"/>
                <a:sym typeface="Plus Jakarta Sans"/>
              </a:rPr>
              <a:t>s</a:t>
            </a:r>
            <a:endParaRPr b="0" i="0" sz="3200" u="none" cap="none" strike="noStrike">
              <a:solidFill>
                <a:schemeClr val="dk1"/>
              </a:solidFill>
              <a:latin typeface="Calibri"/>
              <a:ea typeface="Calibri"/>
              <a:cs typeface="Calibri"/>
              <a:sym typeface="Calibri"/>
            </a:endParaRPr>
          </a:p>
        </p:txBody>
      </p:sp>
      <p:sp>
        <p:nvSpPr>
          <p:cNvPr id="822" name="Google Shape;822;p40"/>
          <p:cNvSpPr/>
          <p:nvPr/>
        </p:nvSpPr>
        <p:spPr>
          <a:xfrm>
            <a:off x="6201777" y="3902792"/>
            <a:ext cx="2279400" cy="1761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1000"/>
              <a:buFont typeface="Plus Jakarta Sans"/>
              <a:buNone/>
            </a:pPr>
            <a:r>
              <a:rPr b="1" i="0" lang="en" sz="1000" u="none" cap="none" strike="noStrike">
                <a:solidFill>
                  <a:srgbClr val="FFFFFF"/>
                </a:solidFill>
                <a:latin typeface="Plus Jakarta Sans"/>
                <a:ea typeface="Plus Jakarta Sans"/>
                <a:cs typeface="Plus Jakarta Sans"/>
                <a:sym typeface="Plus Jakarta Sans"/>
              </a:rPr>
              <a:t>primera respuesta</a:t>
            </a:r>
            <a:endParaRPr b="0" i="0" sz="1000" u="none" cap="none" strike="noStrike">
              <a:solidFill>
                <a:schemeClr val="dk1"/>
              </a:solidFill>
              <a:latin typeface="Calibri"/>
              <a:ea typeface="Calibri"/>
              <a:cs typeface="Calibri"/>
              <a:sym typeface="Calibri"/>
            </a:endParaRPr>
          </a:p>
        </p:txBody>
      </p:sp>
      <p:pic>
        <p:nvPicPr>
          <p:cNvPr descr="preencoded.png" id="823" name="Google Shape;823;p40"/>
          <p:cNvPicPr preferRelativeResize="0"/>
          <p:nvPr/>
        </p:nvPicPr>
        <p:blipFill rotWithShape="1">
          <a:blip r:embed="rId4">
            <a:alphaModFix/>
          </a:blip>
          <a:srcRect b="0" l="0" r="0" t="0"/>
          <a:stretch/>
        </p:blipFill>
        <p:spPr>
          <a:xfrm>
            <a:off x="571500" y="4767263"/>
            <a:ext cx="664369" cy="128588"/>
          </a:xfrm>
          <a:prstGeom prst="rect">
            <a:avLst/>
          </a:prstGeom>
          <a:noFill/>
          <a:ln>
            <a:noFill/>
          </a:ln>
        </p:spPr>
      </p:pic>
      <p:sp>
        <p:nvSpPr>
          <p:cNvPr id="824" name="Google Shape;824;p40"/>
          <p:cNvSpPr/>
          <p:nvPr/>
        </p:nvSpPr>
        <p:spPr>
          <a:xfrm>
            <a:off x="8466200" y="4777978"/>
            <a:ext cx="144401" cy="1262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700"/>
              <a:buFont typeface="Plus Jakarta Sans"/>
              <a:buNone/>
            </a:pPr>
            <a:r>
              <a:rPr b="1" i="0" lang="en" sz="700" u="none" cap="none" strike="noStrike">
                <a:solidFill>
                  <a:srgbClr val="FFFFFF"/>
                </a:solidFill>
                <a:latin typeface="Plus Jakarta Sans"/>
                <a:ea typeface="Plus Jakarta Sans"/>
                <a:cs typeface="Plus Jakarta Sans"/>
                <a:sym typeface="Plus Jakarta Sans"/>
              </a:rPr>
              <a:t>22</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C0E1E"/>
            </a:gs>
            <a:gs pos="100000">
              <a:srgbClr val="14336F"/>
            </a:gs>
          </a:gsLst>
          <a:lin ang="5400012" scaled="0"/>
        </a:gradFill>
      </p:bgPr>
    </p:bg>
    <p:spTree>
      <p:nvGrpSpPr>
        <p:cNvPr id="829" name="Shape 829"/>
        <p:cNvGrpSpPr/>
        <p:nvPr/>
      </p:nvGrpSpPr>
      <p:grpSpPr>
        <a:xfrm>
          <a:off x="0" y="0"/>
          <a:ext cx="0" cy="0"/>
          <a:chOff x="0" y="0"/>
          <a:chExt cx="0" cy="0"/>
        </a:xfrm>
      </p:grpSpPr>
      <p:sp>
        <p:nvSpPr>
          <p:cNvPr id="830" name="Google Shape;830;p41"/>
          <p:cNvSpPr/>
          <p:nvPr/>
        </p:nvSpPr>
        <p:spPr>
          <a:xfrm>
            <a:off x="571500" y="457200"/>
            <a:ext cx="8241030" cy="201922"/>
          </a:xfrm>
          <a:prstGeom prst="rect">
            <a:avLst/>
          </a:prstGeom>
          <a:noFill/>
          <a:ln>
            <a:noFill/>
          </a:ln>
        </p:spPr>
        <p:txBody>
          <a:bodyPr anchorCtr="0" anchor="t" bIns="12700" lIns="12700" spcFirstLastPara="1" rIns="12700" wrap="square" tIns="12700">
            <a:noAutofit/>
          </a:bodyPr>
          <a:lstStyle/>
          <a:p>
            <a:pPr indent="0" lvl="0" marL="0" marR="0" rtl="0" algn="l">
              <a:lnSpc>
                <a:spcPct val="160000"/>
              </a:lnSpc>
              <a:spcBef>
                <a:spcPts val="0"/>
              </a:spcBef>
              <a:spcAft>
                <a:spcPts val="0"/>
              </a:spcAft>
              <a:buClr>
                <a:srgbClr val="779CEC"/>
              </a:buClr>
              <a:buSzPts val="900"/>
              <a:buFont typeface="Plus Jakarta Sans"/>
              <a:buNone/>
            </a:pPr>
            <a:r>
              <a:rPr b="1" i="0" lang="en" sz="1100" u="none" cap="none" strike="noStrike">
                <a:solidFill>
                  <a:srgbClr val="779CEC"/>
                </a:solidFill>
                <a:latin typeface="Plus Jakarta Sans"/>
                <a:ea typeface="Plus Jakarta Sans"/>
                <a:cs typeface="Plus Jakarta Sans"/>
                <a:sym typeface="Plus Jakarta Sans"/>
              </a:rPr>
              <a:t>QUIÉNES CONFÍAN EN VAMBE</a:t>
            </a:r>
            <a:endParaRPr b="0" i="0" sz="1100" u="none" cap="none" strike="noStrike">
              <a:solidFill>
                <a:schemeClr val="dk1"/>
              </a:solidFill>
              <a:latin typeface="Calibri"/>
              <a:ea typeface="Calibri"/>
              <a:cs typeface="Calibri"/>
              <a:sym typeface="Calibri"/>
            </a:endParaRPr>
          </a:p>
        </p:txBody>
      </p:sp>
      <p:sp>
        <p:nvSpPr>
          <p:cNvPr id="831" name="Google Shape;831;p41"/>
          <p:cNvSpPr/>
          <p:nvPr/>
        </p:nvSpPr>
        <p:spPr>
          <a:xfrm>
            <a:off x="571500" y="725798"/>
            <a:ext cx="7358063" cy="378507"/>
          </a:xfrm>
          <a:prstGeom prst="rect">
            <a:avLst/>
          </a:prstGeom>
          <a:noFill/>
          <a:ln>
            <a:noFill/>
          </a:ln>
        </p:spPr>
        <p:txBody>
          <a:bodyPr anchorCtr="0" anchor="t" bIns="12700" lIns="12700" spcFirstLastPara="1" rIns="12700" wrap="square" tIns="12700">
            <a:noAutofit/>
          </a:bodyPr>
          <a:lstStyle/>
          <a:p>
            <a:pPr indent="0" lvl="0" marL="0" marR="0" rtl="0" algn="l">
              <a:lnSpc>
                <a:spcPct val="102000"/>
              </a:lnSpc>
              <a:spcBef>
                <a:spcPts val="0"/>
              </a:spcBef>
              <a:spcAft>
                <a:spcPts val="0"/>
              </a:spcAft>
              <a:buClr>
                <a:srgbClr val="FFFFFF"/>
              </a:buClr>
              <a:buSzPts val="2800"/>
              <a:buFont typeface="Plus Jakarta Sans"/>
              <a:buNone/>
            </a:pPr>
            <a:r>
              <a:rPr i="0" lang="en" sz="2800" u="none" cap="none" strike="noStrike">
                <a:solidFill>
                  <a:srgbClr val="FFFFFF"/>
                </a:solidFill>
                <a:latin typeface="Plus Jakarta Sans ExtraBold"/>
                <a:ea typeface="Plus Jakarta Sans ExtraBold"/>
                <a:cs typeface="Plus Jakarta Sans ExtraBold"/>
                <a:sym typeface="Plus Jakarta Sans ExtraBold"/>
              </a:rPr>
              <a:t>Presentes en </a:t>
            </a:r>
            <a:r>
              <a:rPr i="1" lang="en" sz="2800" u="none" cap="none" strike="noStrike">
                <a:solidFill>
                  <a:srgbClr val="779CEC"/>
                </a:solidFill>
                <a:latin typeface="Plus Jakarta Sans ExtraBold"/>
                <a:ea typeface="Plus Jakarta Sans ExtraBold"/>
                <a:cs typeface="Plus Jakarta Sans ExtraBold"/>
                <a:sym typeface="Plus Jakarta Sans ExtraBold"/>
              </a:rPr>
              <a:t>industrias clave</a:t>
            </a:r>
            <a:endParaRPr i="0" sz="2800" u="none" cap="none" strike="noStrike">
              <a:solidFill>
                <a:schemeClr val="dk1"/>
              </a:solidFill>
              <a:latin typeface="Plus Jakarta Sans ExtraBold"/>
              <a:ea typeface="Plus Jakarta Sans ExtraBold"/>
              <a:cs typeface="Plus Jakarta Sans ExtraBold"/>
              <a:sym typeface="Plus Jakarta Sans ExtraBold"/>
            </a:endParaRPr>
          </a:p>
        </p:txBody>
      </p:sp>
      <p:sp>
        <p:nvSpPr>
          <p:cNvPr id="832" name="Google Shape;832;p41"/>
          <p:cNvSpPr/>
          <p:nvPr/>
        </p:nvSpPr>
        <p:spPr>
          <a:xfrm>
            <a:off x="571500" y="1866603"/>
            <a:ext cx="1907382" cy="2105025"/>
          </a:xfrm>
          <a:prstGeom prst="roundRect">
            <a:avLst>
              <a:gd fmla="val 6991" name="adj"/>
            </a:avLst>
          </a:prstGeom>
          <a:solidFill>
            <a:srgbClr val="FFFFFF">
              <a:alpha val="10196"/>
            </a:srgbClr>
          </a:solidFill>
          <a:ln cap="flat" cmpd="sng" w="9525">
            <a:solidFill>
              <a:srgbClr val="FFFFFF">
                <a:alpha val="18039"/>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833" name="Google Shape;833;p41"/>
          <p:cNvSpPr/>
          <p:nvPr/>
        </p:nvSpPr>
        <p:spPr>
          <a:xfrm>
            <a:off x="766763" y="2061865"/>
            <a:ext cx="400050" cy="400050"/>
          </a:xfrm>
          <a:prstGeom prst="roundRect">
            <a:avLst>
              <a:gd fmla="val 30952" name="adj"/>
            </a:avLst>
          </a:prstGeom>
          <a:solidFill>
            <a:srgbClr val="E2EA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834" name="Google Shape;834;p41"/>
          <p:cNvSpPr/>
          <p:nvPr/>
        </p:nvSpPr>
        <p:spPr>
          <a:xfrm>
            <a:off x="766763" y="2604790"/>
            <a:ext cx="1562362" cy="197644"/>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1100"/>
              <a:buFont typeface="Plus Jakarta Sans"/>
              <a:buNone/>
            </a:pPr>
            <a:r>
              <a:rPr b="1" i="0" lang="en" sz="1100" u="none" cap="none" strike="noStrike">
                <a:solidFill>
                  <a:srgbClr val="FFFFFF"/>
                </a:solidFill>
                <a:latin typeface="Plus Jakarta Sans"/>
                <a:ea typeface="Plus Jakarta Sans"/>
                <a:cs typeface="Plus Jakarta Sans"/>
                <a:sym typeface="Plus Jakarta Sans"/>
              </a:rPr>
              <a:t>Automotriz</a:t>
            </a:r>
            <a:endParaRPr b="0" i="0" sz="1100" u="none" cap="none" strike="noStrike">
              <a:solidFill>
                <a:schemeClr val="dk1"/>
              </a:solidFill>
              <a:latin typeface="Calibri"/>
              <a:ea typeface="Calibri"/>
              <a:cs typeface="Calibri"/>
              <a:sym typeface="Calibri"/>
            </a:endParaRPr>
          </a:p>
        </p:txBody>
      </p:sp>
      <p:sp>
        <p:nvSpPr>
          <p:cNvPr id="835" name="Google Shape;835;p41"/>
          <p:cNvSpPr/>
          <p:nvPr/>
        </p:nvSpPr>
        <p:spPr>
          <a:xfrm>
            <a:off x="766763" y="2821484"/>
            <a:ext cx="1562362" cy="309563"/>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79CEC"/>
              </a:buClr>
              <a:buSzPts val="900"/>
              <a:buFont typeface="Plus Jakarta Sans"/>
              <a:buNone/>
            </a:pPr>
            <a:r>
              <a:rPr b="1" i="0" lang="en" sz="900" u="none" cap="none" strike="noStrike">
                <a:solidFill>
                  <a:srgbClr val="779CEC"/>
                </a:solidFill>
                <a:latin typeface="Plus Jakarta Sans"/>
                <a:ea typeface="Plus Jakarta Sans"/>
                <a:cs typeface="Plus Jakarta Sans"/>
                <a:sym typeface="Plus Jakarta Sans"/>
              </a:rPr>
              <a:t>Lead a test-drive automatizado</a:t>
            </a:r>
            <a:endParaRPr b="0" i="0" sz="900" u="none" cap="none" strike="noStrike">
              <a:solidFill>
                <a:schemeClr val="dk1"/>
              </a:solidFill>
              <a:latin typeface="Calibri"/>
              <a:ea typeface="Calibri"/>
              <a:cs typeface="Calibri"/>
              <a:sym typeface="Calibri"/>
            </a:endParaRPr>
          </a:p>
        </p:txBody>
      </p:sp>
      <p:sp>
        <p:nvSpPr>
          <p:cNvPr id="836" name="Google Shape;836;p41"/>
          <p:cNvSpPr/>
          <p:nvPr/>
        </p:nvSpPr>
        <p:spPr>
          <a:xfrm>
            <a:off x="766763" y="3226296"/>
            <a:ext cx="1562362" cy="1643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900"/>
              <a:buFont typeface="Plus Jakarta Sans"/>
              <a:buNone/>
            </a:pPr>
            <a:r>
              <a:rPr b="0" i="0" lang="en" sz="900" u="none" cap="none" strike="noStrike">
                <a:solidFill>
                  <a:srgbClr val="FFFFFF"/>
                </a:solidFill>
                <a:latin typeface="Plus Jakarta Sans"/>
                <a:ea typeface="Plus Jakarta Sans"/>
                <a:cs typeface="Plus Jakarta Sans"/>
                <a:sym typeface="Plus Jakarta Sans"/>
              </a:rPr>
              <a:t>Cliente uno</a:t>
            </a:r>
            <a:endParaRPr b="0" i="0" sz="900" u="none" cap="none" strike="noStrike">
              <a:solidFill>
                <a:schemeClr val="dk1"/>
              </a:solidFill>
              <a:latin typeface="Calibri"/>
              <a:ea typeface="Calibri"/>
              <a:cs typeface="Calibri"/>
              <a:sym typeface="Calibri"/>
            </a:endParaRPr>
          </a:p>
        </p:txBody>
      </p:sp>
      <p:sp>
        <p:nvSpPr>
          <p:cNvPr id="837" name="Google Shape;837;p41"/>
          <p:cNvSpPr/>
          <p:nvPr/>
        </p:nvSpPr>
        <p:spPr>
          <a:xfrm>
            <a:off x="766763" y="3428703"/>
            <a:ext cx="1562362" cy="1643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900"/>
              <a:buFont typeface="Plus Jakarta Sans"/>
              <a:buNone/>
            </a:pPr>
            <a:r>
              <a:rPr b="0" i="0" lang="en" sz="900" u="none" cap="none" strike="noStrike">
                <a:solidFill>
                  <a:srgbClr val="FFFFFF"/>
                </a:solidFill>
                <a:latin typeface="Plus Jakarta Sans"/>
                <a:ea typeface="Plus Jakarta Sans"/>
                <a:cs typeface="Plus Jakarta Sans"/>
                <a:sym typeface="Plus Jakarta Sans"/>
              </a:rPr>
              <a:t>Cliente dos</a:t>
            </a:r>
            <a:endParaRPr b="0" i="0" sz="900" u="none" cap="none" strike="noStrike">
              <a:solidFill>
                <a:schemeClr val="dk1"/>
              </a:solidFill>
              <a:latin typeface="Calibri"/>
              <a:ea typeface="Calibri"/>
              <a:cs typeface="Calibri"/>
              <a:sym typeface="Calibri"/>
            </a:endParaRPr>
          </a:p>
        </p:txBody>
      </p:sp>
      <p:sp>
        <p:nvSpPr>
          <p:cNvPr id="838" name="Google Shape;838;p41"/>
          <p:cNvSpPr/>
          <p:nvPr/>
        </p:nvSpPr>
        <p:spPr>
          <a:xfrm>
            <a:off x="766763" y="3631109"/>
            <a:ext cx="1562362" cy="1643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900"/>
              <a:buFont typeface="Plus Jakarta Sans"/>
              <a:buNone/>
            </a:pPr>
            <a:r>
              <a:rPr b="0" i="0" lang="en" sz="900" u="none" cap="none" strike="noStrike">
                <a:solidFill>
                  <a:srgbClr val="FFFFFF"/>
                </a:solidFill>
                <a:latin typeface="Plus Jakarta Sans"/>
                <a:ea typeface="Plus Jakarta Sans"/>
                <a:cs typeface="Plus Jakarta Sans"/>
                <a:sym typeface="Plus Jakarta Sans"/>
              </a:rPr>
              <a:t>Cliente tres</a:t>
            </a:r>
            <a:endParaRPr b="0" i="0" sz="900" u="none" cap="none" strike="noStrike">
              <a:solidFill>
                <a:schemeClr val="dk1"/>
              </a:solidFill>
              <a:latin typeface="Calibri"/>
              <a:ea typeface="Calibri"/>
              <a:cs typeface="Calibri"/>
              <a:sym typeface="Calibri"/>
            </a:endParaRPr>
          </a:p>
        </p:txBody>
      </p:sp>
      <p:sp>
        <p:nvSpPr>
          <p:cNvPr id="839" name="Google Shape;839;p41"/>
          <p:cNvSpPr/>
          <p:nvPr/>
        </p:nvSpPr>
        <p:spPr>
          <a:xfrm>
            <a:off x="2602706" y="1866603"/>
            <a:ext cx="1907382" cy="2105025"/>
          </a:xfrm>
          <a:prstGeom prst="roundRect">
            <a:avLst>
              <a:gd fmla="val 6991" name="adj"/>
            </a:avLst>
          </a:prstGeom>
          <a:solidFill>
            <a:srgbClr val="FFFFFF">
              <a:alpha val="10196"/>
            </a:srgbClr>
          </a:solidFill>
          <a:ln cap="flat" cmpd="sng" w="9525">
            <a:solidFill>
              <a:srgbClr val="FFFFFF">
                <a:alpha val="18039"/>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840" name="Google Shape;840;p41"/>
          <p:cNvSpPr/>
          <p:nvPr/>
        </p:nvSpPr>
        <p:spPr>
          <a:xfrm>
            <a:off x="2797969" y="2061865"/>
            <a:ext cx="400050" cy="400050"/>
          </a:xfrm>
          <a:prstGeom prst="roundRect">
            <a:avLst>
              <a:gd fmla="val 30952" name="adj"/>
            </a:avLst>
          </a:prstGeom>
          <a:solidFill>
            <a:srgbClr val="E2EA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841" name="Google Shape;841;p41"/>
          <p:cNvSpPr/>
          <p:nvPr/>
        </p:nvSpPr>
        <p:spPr>
          <a:xfrm>
            <a:off x="2797969" y="2604790"/>
            <a:ext cx="1562362" cy="197644"/>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1100"/>
              <a:buFont typeface="Plus Jakarta Sans"/>
              <a:buNone/>
            </a:pPr>
            <a:r>
              <a:rPr b="1" i="0" lang="en" sz="1100" u="none" cap="none" strike="noStrike">
                <a:solidFill>
                  <a:srgbClr val="FFFFFF"/>
                </a:solidFill>
                <a:latin typeface="Plus Jakarta Sans"/>
                <a:ea typeface="Plus Jakarta Sans"/>
                <a:cs typeface="Plus Jakarta Sans"/>
                <a:sym typeface="Plus Jakarta Sans"/>
              </a:rPr>
              <a:t>Salud</a:t>
            </a:r>
            <a:endParaRPr b="0" i="0" sz="1100" u="none" cap="none" strike="noStrike">
              <a:solidFill>
                <a:schemeClr val="dk1"/>
              </a:solidFill>
              <a:latin typeface="Calibri"/>
              <a:ea typeface="Calibri"/>
              <a:cs typeface="Calibri"/>
              <a:sym typeface="Calibri"/>
            </a:endParaRPr>
          </a:p>
        </p:txBody>
      </p:sp>
      <p:sp>
        <p:nvSpPr>
          <p:cNvPr id="842" name="Google Shape;842;p41"/>
          <p:cNvSpPr/>
          <p:nvPr/>
        </p:nvSpPr>
        <p:spPr>
          <a:xfrm>
            <a:off x="2797969" y="2821484"/>
            <a:ext cx="1562362" cy="309563"/>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79CEC"/>
              </a:buClr>
              <a:buSzPts val="900"/>
              <a:buFont typeface="Plus Jakarta Sans"/>
              <a:buNone/>
            </a:pPr>
            <a:r>
              <a:rPr b="1" i="0" lang="en" sz="900" u="none" cap="none" strike="noStrike">
                <a:solidFill>
                  <a:srgbClr val="779CEC"/>
                </a:solidFill>
                <a:latin typeface="Plus Jakarta Sans"/>
                <a:ea typeface="Plus Jakarta Sans"/>
                <a:cs typeface="Plus Jakarta Sans"/>
                <a:sym typeface="Plus Jakarta Sans"/>
              </a:rPr>
              <a:t>Agendamiento 24/7 sin no-shows</a:t>
            </a:r>
            <a:endParaRPr b="0" i="0" sz="900" u="none" cap="none" strike="noStrike">
              <a:solidFill>
                <a:schemeClr val="dk1"/>
              </a:solidFill>
              <a:latin typeface="Calibri"/>
              <a:ea typeface="Calibri"/>
              <a:cs typeface="Calibri"/>
              <a:sym typeface="Calibri"/>
            </a:endParaRPr>
          </a:p>
        </p:txBody>
      </p:sp>
      <p:sp>
        <p:nvSpPr>
          <p:cNvPr id="843" name="Google Shape;843;p41"/>
          <p:cNvSpPr/>
          <p:nvPr/>
        </p:nvSpPr>
        <p:spPr>
          <a:xfrm>
            <a:off x="2797969" y="3226296"/>
            <a:ext cx="1562362" cy="1643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900"/>
              <a:buFont typeface="Plus Jakarta Sans"/>
              <a:buNone/>
            </a:pPr>
            <a:r>
              <a:rPr b="0" i="0" lang="en" sz="900" u="none" cap="none" strike="noStrike">
                <a:solidFill>
                  <a:srgbClr val="FFFFFF"/>
                </a:solidFill>
                <a:latin typeface="Plus Jakarta Sans"/>
                <a:ea typeface="Plus Jakarta Sans"/>
                <a:cs typeface="Plus Jakarta Sans"/>
                <a:sym typeface="Plus Jakarta Sans"/>
              </a:rPr>
              <a:t>Cliente uno</a:t>
            </a:r>
            <a:endParaRPr b="0" i="0" sz="900" u="none" cap="none" strike="noStrike">
              <a:solidFill>
                <a:schemeClr val="dk1"/>
              </a:solidFill>
              <a:latin typeface="Calibri"/>
              <a:ea typeface="Calibri"/>
              <a:cs typeface="Calibri"/>
              <a:sym typeface="Calibri"/>
            </a:endParaRPr>
          </a:p>
        </p:txBody>
      </p:sp>
      <p:sp>
        <p:nvSpPr>
          <p:cNvPr id="844" name="Google Shape;844;p41"/>
          <p:cNvSpPr/>
          <p:nvPr/>
        </p:nvSpPr>
        <p:spPr>
          <a:xfrm>
            <a:off x="2797969" y="3428703"/>
            <a:ext cx="1562362" cy="1643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900"/>
              <a:buFont typeface="Plus Jakarta Sans"/>
              <a:buNone/>
            </a:pPr>
            <a:r>
              <a:rPr b="0" i="0" lang="en" sz="900" u="none" cap="none" strike="noStrike">
                <a:solidFill>
                  <a:srgbClr val="FFFFFF"/>
                </a:solidFill>
                <a:latin typeface="Plus Jakarta Sans"/>
                <a:ea typeface="Plus Jakarta Sans"/>
                <a:cs typeface="Plus Jakarta Sans"/>
                <a:sym typeface="Plus Jakarta Sans"/>
              </a:rPr>
              <a:t>Cliente dos</a:t>
            </a:r>
            <a:endParaRPr b="0" i="0" sz="900" u="none" cap="none" strike="noStrike">
              <a:solidFill>
                <a:schemeClr val="dk1"/>
              </a:solidFill>
              <a:latin typeface="Calibri"/>
              <a:ea typeface="Calibri"/>
              <a:cs typeface="Calibri"/>
              <a:sym typeface="Calibri"/>
            </a:endParaRPr>
          </a:p>
        </p:txBody>
      </p:sp>
      <p:sp>
        <p:nvSpPr>
          <p:cNvPr id="845" name="Google Shape;845;p41"/>
          <p:cNvSpPr/>
          <p:nvPr/>
        </p:nvSpPr>
        <p:spPr>
          <a:xfrm>
            <a:off x="2797969" y="3631109"/>
            <a:ext cx="1562362" cy="1643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900"/>
              <a:buFont typeface="Plus Jakarta Sans"/>
              <a:buNone/>
            </a:pPr>
            <a:r>
              <a:rPr b="0" i="0" lang="en" sz="900" u="none" cap="none" strike="noStrike">
                <a:solidFill>
                  <a:srgbClr val="FFFFFF"/>
                </a:solidFill>
                <a:latin typeface="Plus Jakarta Sans"/>
                <a:ea typeface="Plus Jakarta Sans"/>
                <a:cs typeface="Plus Jakarta Sans"/>
                <a:sym typeface="Plus Jakarta Sans"/>
              </a:rPr>
              <a:t>Cliente tres</a:t>
            </a:r>
            <a:endParaRPr b="0" i="0" sz="900" u="none" cap="none" strike="noStrike">
              <a:solidFill>
                <a:schemeClr val="dk1"/>
              </a:solidFill>
              <a:latin typeface="Calibri"/>
              <a:ea typeface="Calibri"/>
              <a:cs typeface="Calibri"/>
              <a:sym typeface="Calibri"/>
            </a:endParaRPr>
          </a:p>
        </p:txBody>
      </p:sp>
      <p:sp>
        <p:nvSpPr>
          <p:cNvPr id="846" name="Google Shape;846;p41"/>
          <p:cNvSpPr/>
          <p:nvPr/>
        </p:nvSpPr>
        <p:spPr>
          <a:xfrm>
            <a:off x="4633913" y="1866603"/>
            <a:ext cx="1907382" cy="2105025"/>
          </a:xfrm>
          <a:prstGeom prst="roundRect">
            <a:avLst>
              <a:gd fmla="val 6991" name="adj"/>
            </a:avLst>
          </a:prstGeom>
          <a:solidFill>
            <a:srgbClr val="FFFFFF">
              <a:alpha val="10196"/>
            </a:srgbClr>
          </a:solidFill>
          <a:ln cap="flat" cmpd="sng" w="9525">
            <a:solidFill>
              <a:srgbClr val="FFFFFF">
                <a:alpha val="18039"/>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847" name="Google Shape;847;p41"/>
          <p:cNvSpPr/>
          <p:nvPr/>
        </p:nvSpPr>
        <p:spPr>
          <a:xfrm>
            <a:off x="4829175" y="2061865"/>
            <a:ext cx="400050" cy="400050"/>
          </a:xfrm>
          <a:prstGeom prst="roundRect">
            <a:avLst>
              <a:gd fmla="val 30952" name="adj"/>
            </a:avLst>
          </a:prstGeom>
          <a:solidFill>
            <a:srgbClr val="E2EA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848" name="Google Shape;848;p41"/>
          <p:cNvSpPr/>
          <p:nvPr/>
        </p:nvSpPr>
        <p:spPr>
          <a:xfrm>
            <a:off x="4829175" y="2604790"/>
            <a:ext cx="1562362" cy="197644"/>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1100"/>
              <a:buFont typeface="Plus Jakarta Sans"/>
              <a:buNone/>
            </a:pPr>
            <a:r>
              <a:rPr b="1" i="0" lang="en" sz="1100" u="none" cap="none" strike="noStrike">
                <a:solidFill>
                  <a:srgbClr val="FFFFFF"/>
                </a:solidFill>
                <a:latin typeface="Plus Jakarta Sans"/>
                <a:ea typeface="Plus Jakarta Sans"/>
                <a:cs typeface="Plus Jakarta Sans"/>
                <a:sym typeface="Plus Jakarta Sans"/>
              </a:rPr>
              <a:t>Educación</a:t>
            </a:r>
            <a:endParaRPr b="0" i="0" sz="1100" u="none" cap="none" strike="noStrike">
              <a:solidFill>
                <a:schemeClr val="dk1"/>
              </a:solidFill>
              <a:latin typeface="Calibri"/>
              <a:ea typeface="Calibri"/>
              <a:cs typeface="Calibri"/>
              <a:sym typeface="Calibri"/>
            </a:endParaRPr>
          </a:p>
        </p:txBody>
      </p:sp>
      <p:sp>
        <p:nvSpPr>
          <p:cNvPr id="849" name="Google Shape;849;p41"/>
          <p:cNvSpPr/>
          <p:nvPr/>
        </p:nvSpPr>
        <p:spPr>
          <a:xfrm>
            <a:off x="4829175" y="2821484"/>
            <a:ext cx="1562362" cy="309563"/>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79CEC"/>
              </a:buClr>
              <a:buSzPts val="900"/>
              <a:buFont typeface="Plus Jakarta Sans"/>
              <a:buNone/>
            </a:pPr>
            <a:r>
              <a:rPr b="1" i="0" lang="en" sz="900" u="none" cap="none" strike="noStrike">
                <a:solidFill>
                  <a:srgbClr val="779CEC"/>
                </a:solidFill>
                <a:latin typeface="Plus Jakarta Sans"/>
                <a:ea typeface="Plus Jakarta Sans"/>
                <a:cs typeface="Plus Jakarta Sans"/>
                <a:sym typeface="Plus Jakarta Sans"/>
              </a:rPr>
              <a:t>Matrículas y leads calificados</a:t>
            </a:r>
            <a:endParaRPr b="0" i="0" sz="900" u="none" cap="none" strike="noStrike">
              <a:solidFill>
                <a:schemeClr val="dk1"/>
              </a:solidFill>
              <a:latin typeface="Calibri"/>
              <a:ea typeface="Calibri"/>
              <a:cs typeface="Calibri"/>
              <a:sym typeface="Calibri"/>
            </a:endParaRPr>
          </a:p>
        </p:txBody>
      </p:sp>
      <p:sp>
        <p:nvSpPr>
          <p:cNvPr id="850" name="Google Shape;850;p41"/>
          <p:cNvSpPr/>
          <p:nvPr/>
        </p:nvSpPr>
        <p:spPr>
          <a:xfrm>
            <a:off x="4829175" y="3226296"/>
            <a:ext cx="1562362" cy="1643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900"/>
              <a:buFont typeface="Plus Jakarta Sans"/>
              <a:buNone/>
            </a:pPr>
            <a:r>
              <a:rPr b="0" i="0" lang="en" sz="900" u="none" cap="none" strike="noStrike">
                <a:solidFill>
                  <a:srgbClr val="FFFFFF"/>
                </a:solidFill>
                <a:latin typeface="Plus Jakarta Sans"/>
                <a:ea typeface="Plus Jakarta Sans"/>
                <a:cs typeface="Plus Jakarta Sans"/>
                <a:sym typeface="Plus Jakarta Sans"/>
              </a:rPr>
              <a:t>Cliente uno</a:t>
            </a:r>
            <a:endParaRPr b="0" i="0" sz="900" u="none" cap="none" strike="noStrike">
              <a:solidFill>
                <a:schemeClr val="dk1"/>
              </a:solidFill>
              <a:latin typeface="Calibri"/>
              <a:ea typeface="Calibri"/>
              <a:cs typeface="Calibri"/>
              <a:sym typeface="Calibri"/>
            </a:endParaRPr>
          </a:p>
        </p:txBody>
      </p:sp>
      <p:sp>
        <p:nvSpPr>
          <p:cNvPr id="851" name="Google Shape;851;p41"/>
          <p:cNvSpPr/>
          <p:nvPr/>
        </p:nvSpPr>
        <p:spPr>
          <a:xfrm>
            <a:off x="4829175" y="3428703"/>
            <a:ext cx="1562362" cy="1643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900"/>
              <a:buFont typeface="Plus Jakarta Sans"/>
              <a:buNone/>
            </a:pPr>
            <a:r>
              <a:rPr b="0" i="0" lang="en" sz="900" u="none" cap="none" strike="noStrike">
                <a:solidFill>
                  <a:srgbClr val="FFFFFF"/>
                </a:solidFill>
                <a:latin typeface="Plus Jakarta Sans"/>
                <a:ea typeface="Plus Jakarta Sans"/>
                <a:cs typeface="Plus Jakarta Sans"/>
                <a:sym typeface="Plus Jakarta Sans"/>
              </a:rPr>
              <a:t>Cliente dos</a:t>
            </a:r>
            <a:endParaRPr b="0" i="0" sz="900" u="none" cap="none" strike="noStrike">
              <a:solidFill>
                <a:schemeClr val="dk1"/>
              </a:solidFill>
              <a:latin typeface="Calibri"/>
              <a:ea typeface="Calibri"/>
              <a:cs typeface="Calibri"/>
              <a:sym typeface="Calibri"/>
            </a:endParaRPr>
          </a:p>
        </p:txBody>
      </p:sp>
      <p:sp>
        <p:nvSpPr>
          <p:cNvPr id="852" name="Google Shape;852;p41"/>
          <p:cNvSpPr/>
          <p:nvPr/>
        </p:nvSpPr>
        <p:spPr>
          <a:xfrm>
            <a:off x="4829175" y="3631109"/>
            <a:ext cx="1562362" cy="1643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900"/>
              <a:buFont typeface="Plus Jakarta Sans"/>
              <a:buNone/>
            </a:pPr>
            <a:r>
              <a:rPr b="0" i="0" lang="en" sz="900" u="none" cap="none" strike="noStrike">
                <a:solidFill>
                  <a:srgbClr val="FFFFFF"/>
                </a:solidFill>
                <a:latin typeface="Plus Jakarta Sans"/>
                <a:ea typeface="Plus Jakarta Sans"/>
                <a:cs typeface="Plus Jakarta Sans"/>
                <a:sym typeface="Plus Jakarta Sans"/>
              </a:rPr>
              <a:t>Cliente tres</a:t>
            </a:r>
            <a:endParaRPr b="0" i="0" sz="900" u="none" cap="none" strike="noStrike">
              <a:solidFill>
                <a:schemeClr val="dk1"/>
              </a:solidFill>
              <a:latin typeface="Calibri"/>
              <a:ea typeface="Calibri"/>
              <a:cs typeface="Calibri"/>
              <a:sym typeface="Calibri"/>
            </a:endParaRPr>
          </a:p>
        </p:txBody>
      </p:sp>
      <p:sp>
        <p:nvSpPr>
          <p:cNvPr id="853" name="Google Shape;853;p41"/>
          <p:cNvSpPr/>
          <p:nvPr/>
        </p:nvSpPr>
        <p:spPr>
          <a:xfrm>
            <a:off x="6665119" y="1866603"/>
            <a:ext cx="1907382" cy="2105025"/>
          </a:xfrm>
          <a:prstGeom prst="roundRect">
            <a:avLst>
              <a:gd fmla="val 6991" name="adj"/>
            </a:avLst>
          </a:prstGeom>
          <a:solidFill>
            <a:srgbClr val="FFFFFF">
              <a:alpha val="10196"/>
            </a:srgbClr>
          </a:solidFill>
          <a:ln cap="flat" cmpd="sng" w="9525">
            <a:solidFill>
              <a:srgbClr val="FFFFFF">
                <a:alpha val="18039"/>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854" name="Google Shape;854;p41"/>
          <p:cNvSpPr/>
          <p:nvPr/>
        </p:nvSpPr>
        <p:spPr>
          <a:xfrm>
            <a:off x="6860382" y="2061865"/>
            <a:ext cx="400050" cy="400050"/>
          </a:xfrm>
          <a:prstGeom prst="roundRect">
            <a:avLst>
              <a:gd fmla="val 30952" name="adj"/>
            </a:avLst>
          </a:prstGeom>
          <a:solidFill>
            <a:srgbClr val="E9E8FE"/>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855" name="Google Shape;855;p41"/>
          <p:cNvSpPr/>
          <p:nvPr/>
        </p:nvSpPr>
        <p:spPr>
          <a:xfrm>
            <a:off x="6860382" y="2604790"/>
            <a:ext cx="1562362" cy="197644"/>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1100"/>
              <a:buFont typeface="Plus Jakarta Sans"/>
              <a:buNone/>
            </a:pPr>
            <a:r>
              <a:rPr b="1" i="0" lang="en" sz="1100" u="none" cap="none" strike="noStrike">
                <a:solidFill>
                  <a:srgbClr val="FFFFFF"/>
                </a:solidFill>
                <a:latin typeface="Plus Jakarta Sans"/>
                <a:ea typeface="Plus Jakarta Sans"/>
                <a:cs typeface="Plus Jakarta Sans"/>
                <a:sym typeface="Plus Jakarta Sans"/>
              </a:rPr>
              <a:t>Fintech</a:t>
            </a:r>
            <a:endParaRPr b="0" i="0" sz="1100" u="none" cap="none" strike="noStrike">
              <a:solidFill>
                <a:schemeClr val="dk1"/>
              </a:solidFill>
              <a:latin typeface="Calibri"/>
              <a:ea typeface="Calibri"/>
              <a:cs typeface="Calibri"/>
              <a:sym typeface="Calibri"/>
            </a:endParaRPr>
          </a:p>
        </p:txBody>
      </p:sp>
      <p:sp>
        <p:nvSpPr>
          <p:cNvPr id="856" name="Google Shape;856;p41"/>
          <p:cNvSpPr/>
          <p:nvPr/>
        </p:nvSpPr>
        <p:spPr>
          <a:xfrm>
            <a:off x="6860382" y="2821484"/>
            <a:ext cx="1562362" cy="309563"/>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79CEC"/>
              </a:buClr>
              <a:buSzPts val="900"/>
              <a:buFont typeface="Plus Jakarta Sans"/>
              <a:buNone/>
            </a:pPr>
            <a:r>
              <a:rPr b="1" i="0" lang="en" sz="900" u="none" cap="none" strike="noStrike">
                <a:solidFill>
                  <a:srgbClr val="779CEC"/>
                </a:solidFill>
                <a:latin typeface="Plus Jakarta Sans"/>
                <a:ea typeface="Plus Jakarta Sans"/>
                <a:cs typeface="Plus Jakarta Sans"/>
                <a:sym typeface="Plus Jakarta Sans"/>
              </a:rPr>
              <a:t>Onboarding y soporte regulado</a:t>
            </a:r>
            <a:endParaRPr b="0" i="0" sz="900" u="none" cap="none" strike="noStrike">
              <a:solidFill>
                <a:schemeClr val="dk1"/>
              </a:solidFill>
              <a:latin typeface="Calibri"/>
              <a:ea typeface="Calibri"/>
              <a:cs typeface="Calibri"/>
              <a:sym typeface="Calibri"/>
            </a:endParaRPr>
          </a:p>
        </p:txBody>
      </p:sp>
      <p:sp>
        <p:nvSpPr>
          <p:cNvPr id="857" name="Google Shape;857;p41"/>
          <p:cNvSpPr/>
          <p:nvPr/>
        </p:nvSpPr>
        <p:spPr>
          <a:xfrm>
            <a:off x="6860382" y="3226296"/>
            <a:ext cx="1562362" cy="1643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900"/>
              <a:buFont typeface="Plus Jakarta Sans"/>
              <a:buNone/>
            </a:pPr>
            <a:r>
              <a:rPr b="0" i="0" lang="en" sz="900" u="none" cap="none" strike="noStrike">
                <a:solidFill>
                  <a:srgbClr val="FFFFFF"/>
                </a:solidFill>
                <a:latin typeface="Plus Jakarta Sans"/>
                <a:ea typeface="Plus Jakarta Sans"/>
                <a:cs typeface="Plus Jakarta Sans"/>
                <a:sym typeface="Plus Jakarta Sans"/>
              </a:rPr>
              <a:t>Cliente uno</a:t>
            </a:r>
            <a:endParaRPr b="0" i="0" sz="900" u="none" cap="none" strike="noStrike">
              <a:solidFill>
                <a:schemeClr val="dk1"/>
              </a:solidFill>
              <a:latin typeface="Calibri"/>
              <a:ea typeface="Calibri"/>
              <a:cs typeface="Calibri"/>
              <a:sym typeface="Calibri"/>
            </a:endParaRPr>
          </a:p>
        </p:txBody>
      </p:sp>
      <p:sp>
        <p:nvSpPr>
          <p:cNvPr id="858" name="Google Shape;858;p41"/>
          <p:cNvSpPr/>
          <p:nvPr/>
        </p:nvSpPr>
        <p:spPr>
          <a:xfrm>
            <a:off x="6860382" y="3428703"/>
            <a:ext cx="1562362" cy="1643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900"/>
              <a:buFont typeface="Plus Jakarta Sans"/>
              <a:buNone/>
            </a:pPr>
            <a:r>
              <a:rPr b="0" i="0" lang="en" sz="900" u="none" cap="none" strike="noStrike">
                <a:solidFill>
                  <a:srgbClr val="FFFFFF"/>
                </a:solidFill>
                <a:latin typeface="Plus Jakarta Sans"/>
                <a:ea typeface="Plus Jakarta Sans"/>
                <a:cs typeface="Plus Jakarta Sans"/>
                <a:sym typeface="Plus Jakarta Sans"/>
              </a:rPr>
              <a:t>Cliente dos</a:t>
            </a:r>
            <a:endParaRPr b="0" i="0" sz="900" u="none" cap="none" strike="noStrike">
              <a:solidFill>
                <a:schemeClr val="dk1"/>
              </a:solidFill>
              <a:latin typeface="Calibri"/>
              <a:ea typeface="Calibri"/>
              <a:cs typeface="Calibri"/>
              <a:sym typeface="Calibri"/>
            </a:endParaRPr>
          </a:p>
        </p:txBody>
      </p:sp>
      <p:sp>
        <p:nvSpPr>
          <p:cNvPr id="859" name="Google Shape;859;p41"/>
          <p:cNvSpPr/>
          <p:nvPr/>
        </p:nvSpPr>
        <p:spPr>
          <a:xfrm>
            <a:off x="6860382" y="3631109"/>
            <a:ext cx="1562362" cy="1643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900"/>
              <a:buFont typeface="Plus Jakarta Sans"/>
              <a:buNone/>
            </a:pPr>
            <a:r>
              <a:rPr b="0" i="0" lang="en" sz="900" u="none" cap="none" strike="noStrike">
                <a:solidFill>
                  <a:srgbClr val="FFFFFF"/>
                </a:solidFill>
                <a:latin typeface="Plus Jakarta Sans"/>
                <a:ea typeface="Plus Jakarta Sans"/>
                <a:cs typeface="Plus Jakarta Sans"/>
                <a:sym typeface="Plus Jakarta Sans"/>
              </a:rPr>
              <a:t>Cliente tres</a:t>
            </a:r>
            <a:endParaRPr b="0" i="0" sz="900" u="none" cap="none" strike="noStrike">
              <a:solidFill>
                <a:schemeClr val="dk1"/>
              </a:solidFill>
              <a:latin typeface="Calibri"/>
              <a:ea typeface="Calibri"/>
              <a:cs typeface="Calibri"/>
              <a:sym typeface="Calibri"/>
            </a:endParaRPr>
          </a:p>
        </p:txBody>
      </p:sp>
      <p:pic>
        <p:nvPicPr>
          <p:cNvPr descr="preencoded.png" id="860" name="Google Shape;860;p41"/>
          <p:cNvPicPr preferRelativeResize="0"/>
          <p:nvPr/>
        </p:nvPicPr>
        <p:blipFill rotWithShape="1">
          <a:blip r:embed="rId3">
            <a:alphaModFix/>
          </a:blip>
          <a:srcRect b="0" l="0" r="0" t="0"/>
          <a:stretch/>
        </p:blipFill>
        <p:spPr>
          <a:xfrm>
            <a:off x="571500" y="4767263"/>
            <a:ext cx="664369" cy="128588"/>
          </a:xfrm>
          <a:prstGeom prst="rect">
            <a:avLst/>
          </a:prstGeom>
          <a:noFill/>
          <a:ln>
            <a:noFill/>
          </a:ln>
        </p:spPr>
      </p:pic>
      <p:sp>
        <p:nvSpPr>
          <p:cNvPr id="861" name="Google Shape;861;p41"/>
          <p:cNvSpPr/>
          <p:nvPr/>
        </p:nvSpPr>
        <p:spPr>
          <a:xfrm>
            <a:off x="8466200" y="4777978"/>
            <a:ext cx="144401" cy="1262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700"/>
              <a:buFont typeface="Plus Jakarta Sans"/>
              <a:buNone/>
            </a:pPr>
            <a:r>
              <a:rPr b="1" i="0" lang="en" sz="700" u="none" cap="none" strike="noStrike">
                <a:solidFill>
                  <a:srgbClr val="FFFFFF"/>
                </a:solidFill>
                <a:latin typeface="Plus Jakarta Sans"/>
                <a:ea typeface="Plus Jakarta Sans"/>
                <a:cs typeface="Plus Jakarta Sans"/>
                <a:sym typeface="Plus Jakarta Sans"/>
              </a:rPr>
              <a:t>23</a:t>
            </a:r>
            <a:endParaRPr b="0" i="0" sz="700" u="none" cap="none" strike="noStrike">
              <a:solidFill>
                <a:schemeClr val="dk1"/>
              </a:solidFill>
              <a:latin typeface="Calibri"/>
              <a:ea typeface="Calibri"/>
              <a:cs typeface="Calibri"/>
              <a:sym typeface="Calibri"/>
            </a:endParaRPr>
          </a:p>
        </p:txBody>
      </p:sp>
      <p:sp>
        <p:nvSpPr>
          <p:cNvPr id="862" name="Google Shape;862;p41"/>
          <p:cNvSpPr/>
          <p:nvPr/>
        </p:nvSpPr>
        <p:spPr>
          <a:xfrm>
            <a:off x="4923510" y="2160801"/>
            <a:ext cx="211374" cy="211392"/>
          </a:xfrm>
          <a:custGeom>
            <a:rect b="b" l="l" r="r" t="t"/>
            <a:pathLst>
              <a:path extrusionOk="0" fill="none" h="2400" w="2400">
                <a:moveTo>
                  <a:pt x="1600" y="1100"/>
                </a:moveTo>
                <a:lnTo>
                  <a:pt x="1800" y="1300"/>
                </a:lnTo>
                <a:lnTo>
                  <a:pt x="2200" y="900"/>
                </a:lnTo>
                <a:moveTo>
                  <a:pt x="1600" y="2100"/>
                </a:moveTo>
                <a:lnTo>
                  <a:pt x="1600" y="1900"/>
                </a:lnTo>
                <a:lnTo>
                  <a:pt x="1598" y="1861"/>
                </a:lnTo>
                <a:lnTo>
                  <a:pt x="1592" y="1822"/>
                </a:lnTo>
                <a:lnTo>
                  <a:pt x="1583" y="1784"/>
                </a:lnTo>
                <a:lnTo>
                  <a:pt x="1570" y="1747"/>
                </a:lnTo>
                <a:lnTo>
                  <a:pt x="1553" y="1711"/>
                </a:lnTo>
                <a:lnTo>
                  <a:pt x="1533" y="1678"/>
                </a:lnTo>
                <a:lnTo>
                  <a:pt x="1509" y="1646"/>
                </a:lnTo>
                <a:lnTo>
                  <a:pt x="1483" y="1617"/>
                </a:lnTo>
                <a:lnTo>
                  <a:pt x="1454" y="1591"/>
                </a:lnTo>
                <a:lnTo>
                  <a:pt x="1422" y="1567"/>
                </a:lnTo>
                <a:lnTo>
                  <a:pt x="1389" y="1547"/>
                </a:lnTo>
                <a:lnTo>
                  <a:pt x="1353" y="1530"/>
                </a:lnTo>
                <a:lnTo>
                  <a:pt x="1316" y="1517"/>
                </a:lnTo>
                <a:lnTo>
                  <a:pt x="1278" y="1508"/>
                </a:lnTo>
                <a:lnTo>
                  <a:pt x="1239" y="1502"/>
                </a:lnTo>
                <a:lnTo>
                  <a:pt x="1200" y="1500"/>
                </a:lnTo>
                <a:lnTo>
                  <a:pt x="600" y="1500"/>
                </a:lnTo>
                <a:lnTo>
                  <a:pt x="561" y="1502"/>
                </a:lnTo>
                <a:lnTo>
                  <a:pt x="522" y="1508"/>
                </a:lnTo>
                <a:lnTo>
                  <a:pt x="484" y="1517"/>
                </a:lnTo>
                <a:lnTo>
                  <a:pt x="447" y="1530"/>
                </a:lnTo>
                <a:lnTo>
                  <a:pt x="411" y="1547"/>
                </a:lnTo>
                <a:lnTo>
                  <a:pt x="378" y="1567"/>
                </a:lnTo>
                <a:lnTo>
                  <a:pt x="346" y="1591"/>
                </a:lnTo>
                <a:lnTo>
                  <a:pt x="317" y="1617"/>
                </a:lnTo>
                <a:lnTo>
                  <a:pt x="291" y="1646"/>
                </a:lnTo>
                <a:lnTo>
                  <a:pt x="267" y="1678"/>
                </a:lnTo>
                <a:lnTo>
                  <a:pt x="247" y="1711"/>
                </a:lnTo>
                <a:lnTo>
                  <a:pt x="230" y="1747"/>
                </a:lnTo>
                <a:lnTo>
                  <a:pt x="217" y="1784"/>
                </a:lnTo>
                <a:lnTo>
                  <a:pt x="208" y="1822"/>
                </a:lnTo>
                <a:lnTo>
                  <a:pt x="202" y="1861"/>
                </a:lnTo>
                <a:lnTo>
                  <a:pt x="200" y="1900"/>
                </a:lnTo>
                <a:lnTo>
                  <a:pt x="200" y="2100"/>
                </a:lnTo>
                <a:moveTo>
                  <a:pt x="1300" y="700"/>
                </a:moveTo>
                <a:cubicBezTo>
                  <a:pt x="1300" y="921"/>
                  <a:pt x="1121" y="1100"/>
                  <a:pt x="900" y="1100"/>
                </a:cubicBezTo>
                <a:cubicBezTo>
                  <a:pt x="679" y="1100"/>
                  <a:pt x="500" y="921"/>
                  <a:pt x="500" y="700"/>
                </a:cubicBezTo>
                <a:cubicBezTo>
                  <a:pt x="500" y="479"/>
                  <a:pt x="679" y="300"/>
                  <a:pt x="900" y="300"/>
                </a:cubicBezTo>
                <a:cubicBezTo>
                  <a:pt x="1121" y="300"/>
                  <a:pt x="1300" y="479"/>
                  <a:pt x="1300" y="700"/>
                </a:cubicBezTo>
                <a:close/>
              </a:path>
            </a:pathLst>
          </a:custGeom>
          <a:noFill/>
          <a:ln cap="rnd" cmpd="sng" w="19050">
            <a:solidFill>
              <a:srgbClr val="006BFE"/>
            </a:solidFill>
            <a:prstDash val="solid"/>
            <a:round/>
            <a:headEnd len="sm" w="sm" type="none"/>
            <a:tailEnd len="sm" w="sm" type="none"/>
          </a:ln>
        </p:spPr>
        <p:txBody>
          <a:bodyPr anchorCtr="0" anchor="t" bIns="28100" lIns="56300" spcFirstLastPara="1" rIns="56300" wrap="square" tIns="28100">
            <a:noAutofit/>
          </a:bodyPr>
          <a:lstStyle/>
          <a:p>
            <a:pPr indent="0" lvl="0" marL="0" marR="0" rtl="0" algn="l">
              <a:spcBef>
                <a:spcPts val="0"/>
              </a:spcBef>
              <a:spcAft>
                <a:spcPts val="0"/>
              </a:spcAft>
              <a:buNone/>
            </a:pPr>
            <a:r>
              <a:t/>
            </a:r>
            <a:endParaRPr sz="1149">
              <a:solidFill>
                <a:schemeClr val="dk1"/>
              </a:solidFill>
              <a:latin typeface="Calibri"/>
              <a:ea typeface="Calibri"/>
              <a:cs typeface="Calibri"/>
              <a:sym typeface="Calibri"/>
            </a:endParaRPr>
          </a:p>
        </p:txBody>
      </p:sp>
      <p:sp>
        <p:nvSpPr>
          <p:cNvPr id="863" name="Google Shape;863;p41"/>
          <p:cNvSpPr/>
          <p:nvPr/>
        </p:nvSpPr>
        <p:spPr>
          <a:xfrm>
            <a:off x="861113" y="2160813"/>
            <a:ext cx="211386" cy="211386"/>
          </a:xfrm>
          <a:custGeom>
            <a:rect b="b" l="l" r="r" t="t"/>
            <a:pathLst>
              <a:path extrusionOk="0" fill="none" h="2400" w="2400">
                <a:moveTo>
                  <a:pt x="1500" y="2100"/>
                </a:moveTo>
                <a:lnTo>
                  <a:pt x="1500" y="1600"/>
                </a:lnTo>
                <a:lnTo>
                  <a:pt x="1500" y="1590"/>
                </a:lnTo>
                <a:lnTo>
                  <a:pt x="1498" y="1580"/>
                </a:lnTo>
                <a:lnTo>
                  <a:pt x="1496" y="1571"/>
                </a:lnTo>
                <a:lnTo>
                  <a:pt x="1492" y="1562"/>
                </a:lnTo>
                <a:lnTo>
                  <a:pt x="1488" y="1553"/>
                </a:lnTo>
                <a:lnTo>
                  <a:pt x="1483" y="1544"/>
                </a:lnTo>
                <a:lnTo>
                  <a:pt x="1477" y="1537"/>
                </a:lnTo>
                <a:lnTo>
                  <a:pt x="1471" y="1529"/>
                </a:lnTo>
                <a:lnTo>
                  <a:pt x="1463" y="1523"/>
                </a:lnTo>
                <a:lnTo>
                  <a:pt x="1456" y="1517"/>
                </a:lnTo>
                <a:lnTo>
                  <a:pt x="1447" y="1512"/>
                </a:lnTo>
                <a:lnTo>
                  <a:pt x="1438" y="1508"/>
                </a:lnTo>
                <a:lnTo>
                  <a:pt x="1429" y="1504"/>
                </a:lnTo>
                <a:lnTo>
                  <a:pt x="1420" y="1502"/>
                </a:lnTo>
                <a:lnTo>
                  <a:pt x="1410" y="1500"/>
                </a:lnTo>
                <a:lnTo>
                  <a:pt x="1400" y="1500"/>
                </a:lnTo>
                <a:lnTo>
                  <a:pt x="1000" y="1500"/>
                </a:lnTo>
                <a:lnTo>
                  <a:pt x="990" y="1500"/>
                </a:lnTo>
                <a:lnTo>
                  <a:pt x="980" y="1502"/>
                </a:lnTo>
                <a:lnTo>
                  <a:pt x="971" y="1504"/>
                </a:lnTo>
                <a:lnTo>
                  <a:pt x="962" y="1508"/>
                </a:lnTo>
                <a:lnTo>
                  <a:pt x="953" y="1512"/>
                </a:lnTo>
                <a:lnTo>
                  <a:pt x="944" y="1517"/>
                </a:lnTo>
                <a:lnTo>
                  <a:pt x="937" y="1523"/>
                </a:lnTo>
                <a:lnTo>
                  <a:pt x="929" y="1529"/>
                </a:lnTo>
                <a:lnTo>
                  <a:pt x="923" y="1537"/>
                </a:lnTo>
                <a:lnTo>
                  <a:pt x="917" y="1544"/>
                </a:lnTo>
                <a:lnTo>
                  <a:pt x="912" y="1553"/>
                </a:lnTo>
                <a:lnTo>
                  <a:pt x="908" y="1562"/>
                </a:lnTo>
                <a:lnTo>
                  <a:pt x="904" y="1571"/>
                </a:lnTo>
                <a:lnTo>
                  <a:pt x="902" y="1580"/>
                </a:lnTo>
                <a:lnTo>
                  <a:pt x="900" y="1590"/>
                </a:lnTo>
                <a:lnTo>
                  <a:pt x="900" y="1600"/>
                </a:lnTo>
                <a:lnTo>
                  <a:pt x="900" y="2100"/>
                </a:lnTo>
                <a:moveTo>
                  <a:pt x="1777" y="1031"/>
                </a:moveTo>
                <a:lnTo>
                  <a:pt x="1769" y="1024"/>
                </a:lnTo>
                <a:lnTo>
                  <a:pt x="1761" y="1018"/>
                </a:lnTo>
                <a:lnTo>
                  <a:pt x="1751" y="1012"/>
                </a:lnTo>
                <a:lnTo>
                  <a:pt x="1742" y="1008"/>
                </a:lnTo>
                <a:lnTo>
                  <a:pt x="1732" y="1004"/>
                </a:lnTo>
                <a:lnTo>
                  <a:pt x="1721" y="1002"/>
                </a:lnTo>
                <a:lnTo>
                  <a:pt x="1711" y="1000"/>
                </a:lnTo>
                <a:lnTo>
                  <a:pt x="1700" y="1000"/>
                </a:lnTo>
                <a:lnTo>
                  <a:pt x="1689" y="1000"/>
                </a:lnTo>
                <a:lnTo>
                  <a:pt x="1679" y="1002"/>
                </a:lnTo>
                <a:lnTo>
                  <a:pt x="1668" y="1004"/>
                </a:lnTo>
                <a:lnTo>
                  <a:pt x="1658" y="1008"/>
                </a:lnTo>
                <a:lnTo>
                  <a:pt x="1649" y="1012"/>
                </a:lnTo>
                <a:lnTo>
                  <a:pt x="1639" y="1018"/>
                </a:lnTo>
                <a:lnTo>
                  <a:pt x="1631" y="1024"/>
                </a:lnTo>
                <a:lnTo>
                  <a:pt x="1623" y="1031"/>
                </a:lnTo>
                <a:lnTo>
                  <a:pt x="1605" y="1047"/>
                </a:lnTo>
                <a:lnTo>
                  <a:pt x="1585" y="1060"/>
                </a:lnTo>
                <a:lnTo>
                  <a:pt x="1565" y="1072"/>
                </a:lnTo>
                <a:lnTo>
                  <a:pt x="1543" y="1082"/>
                </a:lnTo>
                <a:lnTo>
                  <a:pt x="1520" y="1090"/>
                </a:lnTo>
                <a:lnTo>
                  <a:pt x="1497" y="1096"/>
                </a:lnTo>
                <a:lnTo>
                  <a:pt x="1474" y="1099"/>
                </a:lnTo>
                <a:lnTo>
                  <a:pt x="1450" y="1100"/>
                </a:lnTo>
                <a:lnTo>
                  <a:pt x="1426" y="1099"/>
                </a:lnTo>
                <a:lnTo>
                  <a:pt x="1403" y="1096"/>
                </a:lnTo>
                <a:lnTo>
                  <a:pt x="1380" y="1090"/>
                </a:lnTo>
                <a:lnTo>
                  <a:pt x="1357" y="1082"/>
                </a:lnTo>
                <a:lnTo>
                  <a:pt x="1335" y="1072"/>
                </a:lnTo>
                <a:lnTo>
                  <a:pt x="1315" y="1060"/>
                </a:lnTo>
                <a:lnTo>
                  <a:pt x="1295" y="1047"/>
                </a:lnTo>
                <a:lnTo>
                  <a:pt x="1277" y="1031"/>
                </a:lnTo>
                <a:lnTo>
                  <a:pt x="1269" y="1024"/>
                </a:lnTo>
                <a:lnTo>
                  <a:pt x="1261" y="1018"/>
                </a:lnTo>
                <a:lnTo>
                  <a:pt x="1251" y="1012"/>
                </a:lnTo>
                <a:lnTo>
                  <a:pt x="1242" y="1008"/>
                </a:lnTo>
                <a:lnTo>
                  <a:pt x="1232" y="1005"/>
                </a:lnTo>
                <a:lnTo>
                  <a:pt x="1221" y="1002"/>
                </a:lnTo>
                <a:lnTo>
                  <a:pt x="1211" y="1000"/>
                </a:lnTo>
                <a:lnTo>
                  <a:pt x="1200" y="1000"/>
                </a:lnTo>
                <a:lnTo>
                  <a:pt x="1189" y="1000"/>
                </a:lnTo>
                <a:lnTo>
                  <a:pt x="1179" y="1002"/>
                </a:lnTo>
                <a:lnTo>
                  <a:pt x="1168" y="1005"/>
                </a:lnTo>
                <a:lnTo>
                  <a:pt x="1158" y="1008"/>
                </a:lnTo>
                <a:lnTo>
                  <a:pt x="1149" y="1012"/>
                </a:lnTo>
                <a:lnTo>
                  <a:pt x="1139" y="1018"/>
                </a:lnTo>
                <a:lnTo>
                  <a:pt x="1131" y="1024"/>
                </a:lnTo>
                <a:lnTo>
                  <a:pt x="1123" y="1031"/>
                </a:lnTo>
                <a:lnTo>
                  <a:pt x="1105" y="1047"/>
                </a:lnTo>
                <a:lnTo>
                  <a:pt x="1085" y="1060"/>
                </a:lnTo>
                <a:lnTo>
                  <a:pt x="1065" y="1072"/>
                </a:lnTo>
                <a:lnTo>
                  <a:pt x="1043" y="1082"/>
                </a:lnTo>
                <a:lnTo>
                  <a:pt x="1020" y="1090"/>
                </a:lnTo>
                <a:lnTo>
                  <a:pt x="997" y="1096"/>
                </a:lnTo>
                <a:lnTo>
                  <a:pt x="974" y="1099"/>
                </a:lnTo>
                <a:lnTo>
                  <a:pt x="950" y="1100"/>
                </a:lnTo>
                <a:lnTo>
                  <a:pt x="926" y="1099"/>
                </a:lnTo>
                <a:lnTo>
                  <a:pt x="903" y="1096"/>
                </a:lnTo>
                <a:lnTo>
                  <a:pt x="880" y="1090"/>
                </a:lnTo>
                <a:lnTo>
                  <a:pt x="857" y="1082"/>
                </a:lnTo>
                <a:lnTo>
                  <a:pt x="835" y="1072"/>
                </a:lnTo>
                <a:lnTo>
                  <a:pt x="815" y="1060"/>
                </a:lnTo>
                <a:lnTo>
                  <a:pt x="795" y="1047"/>
                </a:lnTo>
                <a:lnTo>
                  <a:pt x="777" y="1031"/>
                </a:lnTo>
                <a:lnTo>
                  <a:pt x="769" y="1024"/>
                </a:lnTo>
                <a:lnTo>
                  <a:pt x="761" y="1018"/>
                </a:lnTo>
                <a:lnTo>
                  <a:pt x="751" y="1012"/>
                </a:lnTo>
                <a:lnTo>
                  <a:pt x="742" y="1008"/>
                </a:lnTo>
                <a:lnTo>
                  <a:pt x="732" y="1004"/>
                </a:lnTo>
                <a:lnTo>
                  <a:pt x="721" y="1002"/>
                </a:lnTo>
                <a:lnTo>
                  <a:pt x="711" y="1000"/>
                </a:lnTo>
                <a:lnTo>
                  <a:pt x="700" y="1000"/>
                </a:lnTo>
                <a:lnTo>
                  <a:pt x="689" y="1000"/>
                </a:lnTo>
                <a:lnTo>
                  <a:pt x="679" y="1002"/>
                </a:lnTo>
                <a:lnTo>
                  <a:pt x="668" y="1004"/>
                </a:lnTo>
                <a:lnTo>
                  <a:pt x="658" y="1008"/>
                </a:lnTo>
                <a:lnTo>
                  <a:pt x="649" y="1012"/>
                </a:lnTo>
                <a:lnTo>
                  <a:pt x="639" y="1018"/>
                </a:lnTo>
                <a:lnTo>
                  <a:pt x="631" y="1024"/>
                </a:lnTo>
                <a:lnTo>
                  <a:pt x="623" y="1031"/>
                </a:lnTo>
                <a:lnTo>
                  <a:pt x="586" y="1060"/>
                </a:lnTo>
                <a:lnTo>
                  <a:pt x="546" y="1081"/>
                </a:lnTo>
                <a:lnTo>
                  <a:pt x="502" y="1095"/>
                </a:lnTo>
                <a:lnTo>
                  <a:pt x="456" y="1100"/>
                </a:lnTo>
                <a:lnTo>
                  <a:pt x="410" y="1097"/>
                </a:lnTo>
                <a:lnTo>
                  <a:pt x="366" y="1086"/>
                </a:lnTo>
                <a:lnTo>
                  <a:pt x="324" y="1066"/>
                </a:lnTo>
                <a:lnTo>
                  <a:pt x="287" y="1040"/>
                </a:lnTo>
                <a:lnTo>
                  <a:pt x="255" y="1006"/>
                </a:lnTo>
                <a:lnTo>
                  <a:pt x="229" y="968"/>
                </a:lnTo>
                <a:lnTo>
                  <a:pt x="212" y="926"/>
                </a:lnTo>
                <a:lnTo>
                  <a:pt x="202" y="881"/>
                </a:lnTo>
                <a:lnTo>
                  <a:pt x="200" y="835"/>
                </a:lnTo>
                <a:lnTo>
                  <a:pt x="207" y="789"/>
                </a:lnTo>
                <a:lnTo>
                  <a:pt x="223" y="746"/>
                </a:lnTo>
                <a:lnTo>
                  <a:pt x="246" y="706"/>
                </a:lnTo>
                <a:lnTo>
                  <a:pt x="534" y="288"/>
                </a:lnTo>
                <a:lnTo>
                  <a:pt x="542" y="278"/>
                </a:lnTo>
                <a:lnTo>
                  <a:pt x="549" y="268"/>
                </a:lnTo>
                <a:lnTo>
                  <a:pt x="558" y="260"/>
                </a:lnTo>
                <a:lnTo>
                  <a:pt x="566" y="251"/>
                </a:lnTo>
                <a:lnTo>
                  <a:pt x="576" y="243"/>
                </a:lnTo>
                <a:lnTo>
                  <a:pt x="585" y="236"/>
                </a:lnTo>
                <a:lnTo>
                  <a:pt x="596" y="229"/>
                </a:lnTo>
                <a:lnTo>
                  <a:pt x="606" y="223"/>
                </a:lnTo>
                <a:lnTo>
                  <a:pt x="617" y="218"/>
                </a:lnTo>
                <a:lnTo>
                  <a:pt x="628" y="213"/>
                </a:lnTo>
                <a:lnTo>
                  <a:pt x="640" y="209"/>
                </a:lnTo>
                <a:lnTo>
                  <a:pt x="652" y="206"/>
                </a:lnTo>
                <a:lnTo>
                  <a:pt x="664" y="203"/>
                </a:lnTo>
                <a:lnTo>
                  <a:pt x="676" y="201"/>
                </a:lnTo>
                <a:lnTo>
                  <a:pt x="688" y="200"/>
                </a:lnTo>
                <a:lnTo>
                  <a:pt x="700" y="200"/>
                </a:lnTo>
                <a:lnTo>
                  <a:pt x="1700" y="200"/>
                </a:lnTo>
                <a:lnTo>
                  <a:pt x="1712" y="200"/>
                </a:lnTo>
                <a:lnTo>
                  <a:pt x="1724" y="201"/>
                </a:lnTo>
                <a:lnTo>
                  <a:pt x="1736" y="203"/>
                </a:lnTo>
                <a:lnTo>
                  <a:pt x="1748" y="206"/>
                </a:lnTo>
                <a:lnTo>
                  <a:pt x="1760" y="209"/>
                </a:lnTo>
                <a:lnTo>
                  <a:pt x="1771" y="213"/>
                </a:lnTo>
                <a:lnTo>
                  <a:pt x="1783" y="218"/>
                </a:lnTo>
                <a:lnTo>
                  <a:pt x="1793" y="223"/>
                </a:lnTo>
                <a:lnTo>
                  <a:pt x="1804" y="229"/>
                </a:lnTo>
                <a:lnTo>
                  <a:pt x="1814" y="236"/>
                </a:lnTo>
                <a:lnTo>
                  <a:pt x="1824" y="243"/>
                </a:lnTo>
                <a:lnTo>
                  <a:pt x="1833" y="251"/>
                </a:lnTo>
                <a:lnTo>
                  <a:pt x="1842" y="259"/>
                </a:lnTo>
                <a:lnTo>
                  <a:pt x="1850" y="268"/>
                </a:lnTo>
                <a:lnTo>
                  <a:pt x="1858" y="277"/>
                </a:lnTo>
                <a:lnTo>
                  <a:pt x="1865" y="287"/>
                </a:lnTo>
                <a:lnTo>
                  <a:pt x="2155" y="706"/>
                </a:lnTo>
                <a:lnTo>
                  <a:pt x="2178" y="746"/>
                </a:lnTo>
                <a:lnTo>
                  <a:pt x="2193" y="790"/>
                </a:lnTo>
                <a:lnTo>
                  <a:pt x="2200" y="835"/>
                </a:lnTo>
                <a:lnTo>
                  <a:pt x="2198" y="881"/>
                </a:lnTo>
                <a:lnTo>
                  <a:pt x="2189" y="926"/>
                </a:lnTo>
                <a:lnTo>
                  <a:pt x="2171" y="969"/>
                </a:lnTo>
                <a:lnTo>
                  <a:pt x="2145" y="1007"/>
                </a:lnTo>
                <a:lnTo>
                  <a:pt x="2113" y="1040"/>
                </a:lnTo>
                <a:lnTo>
                  <a:pt x="2076" y="1067"/>
                </a:lnTo>
                <a:lnTo>
                  <a:pt x="2034" y="1086"/>
                </a:lnTo>
                <a:lnTo>
                  <a:pt x="1990" y="1097"/>
                </a:lnTo>
                <a:lnTo>
                  <a:pt x="1944" y="1100"/>
                </a:lnTo>
                <a:lnTo>
                  <a:pt x="1898" y="1095"/>
                </a:lnTo>
                <a:lnTo>
                  <a:pt x="1854" y="1081"/>
                </a:lnTo>
                <a:lnTo>
                  <a:pt x="1813" y="1060"/>
                </a:lnTo>
                <a:lnTo>
                  <a:pt x="1777" y="1031"/>
                </a:lnTo>
                <a:moveTo>
                  <a:pt x="400" y="1095"/>
                </a:moveTo>
                <a:lnTo>
                  <a:pt x="400" y="1900"/>
                </a:lnTo>
                <a:lnTo>
                  <a:pt x="401" y="1920"/>
                </a:lnTo>
                <a:lnTo>
                  <a:pt x="404" y="1939"/>
                </a:lnTo>
                <a:lnTo>
                  <a:pt x="409" y="1958"/>
                </a:lnTo>
                <a:lnTo>
                  <a:pt x="415" y="1977"/>
                </a:lnTo>
                <a:lnTo>
                  <a:pt x="424" y="1994"/>
                </a:lnTo>
                <a:lnTo>
                  <a:pt x="434" y="2011"/>
                </a:lnTo>
                <a:lnTo>
                  <a:pt x="445" y="2027"/>
                </a:lnTo>
                <a:lnTo>
                  <a:pt x="459" y="2041"/>
                </a:lnTo>
                <a:lnTo>
                  <a:pt x="473" y="2055"/>
                </a:lnTo>
                <a:lnTo>
                  <a:pt x="489" y="2066"/>
                </a:lnTo>
                <a:lnTo>
                  <a:pt x="506" y="2076"/>
                </a:lnTo>
                <a:lnTo>
                  <a:pt x="523" y="2085"/>
                </a:lnTo>
                <a:lnTo>
                  <a:pt x="542" y="2091"/>
                </a:lnTo>
                <a:lnTo>
                  <a:pt x="561" y="2096"/>
                </a:lnTo>
                <a:lnTo>
                  <a:pt x="580" y="2099"/>
                </a:lnTo>
                <a:lnTo>
                  <a:pt x="600" y="2100"/>
                </a:lnTo>
                <a:lnTo>
                  <a:pt x="1800" y="2100"/>
                </a:lnTo>
                <a:lnTo>
                  <a:pt x="1820" y="2099"/>
                </a:lnTo>
                <a:lnTo>
                  <a:pt x="1839" y="2096"/>
                </a:lnTo>
                <a:lnTo>
                  <a:pt x="1858" y="2091"/>
                </a:lnTo>
                <a:lnTo>
                  <a:pt x="1877" y="2085"/>
                </a:lnTo>
                <a:lnTo>
                  <a:pt x="1894" y="2076"/>
                </a:lnTo>
                <a:lnTo>
                  <a:pt x="1911" y="2066"/>
                </a:lnTo>
                <a:lnTo>
                  <a:pt x="1927" y="2055"/>
                </a:lnTo>
                <a:lnTo>
                  <a:pt x="1941" y="2041"/>
                </a:lnTo>
                <a:lnTo>
                  <a:pt x="1955" y="2027"/>
                </a:lnTo>
                <a:lnTo>
                  <a:pt x="1966" y="2011"/>
                </a:lnTo>
                <a:lnTo>
                  <a:pt x="1976" y="1994"/>
                </a:lnTo>
                <a:lnTo>
                  <a:pt x="1985" y="1977"/>
                </a:lnTo>
                <a:lnTo>
                  <a:pt x="1991" y="1958"/>
                </a:lnTo>
                <a:lnTo>
                  <a:pt x="1996" y="1939"/>
                </a:lnTo>
                <a:lnTo>
                  <a:pt x="1999" y="1920"/>
                </a:lnTo>
                <a:lnTo>
                  <a:pt x="2000" y="1900"/>
                </a:lnTo>
                <a:lnTo>
                  <a:pt x="2000" y="1095"/>
                </a:lnTo>
              </a:path>
            </a:pathLst>
          </a:custGeom>
          <a:noFill/>
          <a:ln cap="rnd" cmpd="sng" w="19050">
            <a:solidFill>
              <a:srgbClr val="006BFE"/>
            </a:solidFill>
            <a:prstDash val="solid"/>
            <a:round/>
            <a:headEnd len="sm" w="sm" type="none"/>
            <a:tailEnd len="sm" w="sm" type="none"/>
          </a:ln>
        </p:spPr>
        <p:txBody>
          <a:bodyPr anchorCtr="0" anchor="t" bIns="28100" lIns="56300" spcFirstLastPara="1" rIns="56300" wrap="square" tIns="28100">
            <a:noAutofit/>
          </a:bodyPr>
          <a:lstStyle/>
          <a:p>
            <a:pPr indent="0" lvl="0" marL="0" marR="0" rtl="0" algn="l">
              <a:spcBef>
                <a:spcPts val="0"/>
              </a:spcBef>
              <a:spcAft>
                <a:spcPts val="0"/>
              </a:spcAft>
              <a:buNone/>
            </a:pPr>
            <a:r>
              <a:t/>
            </a:r>
            <a:endParaRPr sz="1149">
              <a:solidFill>
                <a:schemeClr val="dk1"/>
              </a:solidFill>
              <a:latin typeface="Calibri"/>
              <a:ea typeface="Calibri"/>
              <a:cs typeface="Calibri"/>
              <a:sym typeface="Calibri"/>
            </a:endParaRPr>
          </a:p>
        </p:txBody>
      </p:sp>
      <p:sp>
        <p:nvSpPr>
          <p:cNvPr id="864" name="Google Shape;864;p41"/>
          <p:cNvSpPr/>
          <p:nvPr/>
        </p:nvSpPr>
        <p:spPr>
          <a:xfrm>
            <a:off x="2892312" y="2160821"/>
            <a:ext cx="211374" cy="211356"/>
          </a:xfrm>
          <a:custGeom>
            <a:rect b="b" l="l" r="r" t="t"/>
            <a:pathLst>
              <a:path extrusionOk="0" fill="none" h="2400" w="2400">
                <a:moveTo>
                  <a:pt x="1100" y="1700"/>
                </a:moveTo>
                <a:lnTo>
                  <a:pt x="1300" y="1900"/>
                </a:lnTo>
                <a:lnTo>
                  <a:pt x="1332" y="1926"/>
                </a:lnTo>
                <a:lnTo>
                  <a:pt x="1369" y="1946"/>
                </a:lnTo>
                <a:lnTo>
                  <a:pt x="1409" y="1958"/>
                </a:lnTo>
                <a:lnTo>
                  <a:pt x="1450" y="1962"/>
                </a:lnTo>
                <a:lnTo>
                  <a:pt x="1491" y="1958"/>
                </a:lnTo>
                <a:lnTo>
                  <a:pt x="1531" y="1946"/>
                </a:lnTo>
                <a:lnTo>
                  <a:pt x="1568" y="1926"/>
                </a:lnTo>
                <a:lnTo>
                  <a:pt x="1600" y="1900"/>
                </a:lnTo>
                <a:lnTo>
                  <a:pt x="1626" y="1868"/>
                </a:lnTo>
                <a:lnTo>
                  <a:pt x="1646" y="1831"/>
                </a:lnTo>
                <a:lnTo>
                  <a:pt x="1658" y="1791"/>
                </a:lnTo>
                <a:lnTo>
                  <a:pt x="1662" y="1750"/>
                </a:lnTo>
                <a:lnTo>
                  <a:pt x="1658" y="1709"/>
                </a:lnTo>
                <a:lnTo>
                  <a:pt x="1646" y="1669"/>
                </a:lnTo>
                <a:lnTo>
                  <a:pt x="1626" y="1632"/>
                </a:lnTo>
                <a:lnTo>
                  <a:pt x="1600" y="1600"/>
                </a:lnTo>
                <a:moveTo>
                  <a:pt x="1400" y="1400"/>
                </a:moveTo>
                <a:lnTo>
                  <a:pt x="1650" y="1650"/>
                </a:lnTo>
                <a:lnTo>
                  <a:pt x="1682" y="1676"/>
                </a:lnTo>
                <a:lnTo>
                  <a:pt x="1719" y="1696"/>
                </a:lnTo>
                <a:lnTo>
                  <a:pt x="1759" y="1708"/>
                </a:lnTo>
                <a:lnTo>
                  <a:pt x="1800" y="1712"/>
                </a:lnTo>
                <a:lnTo>
                  <a:pt x="1841" y="1708"/>
                </a:lnTo>
                <a:lnTo>
                  <a:pt x="1881" y="1696"/>
                </a:lnTo>
                <a:lnTo>
                  <a:pt x="1918" y="1676"/>
                </a:lnTo>
                <a:lnTo>
                  <a:pt x="1950" y="1650"/>
                </a:lnTo>
                <a:lnTo>
                  <a:pt x="1976" y="1618"/>
                </a:lnTo>
                <a:lnTo>
                  <a:pt x="1996" y="1581"/>
                </a:lnTo>
                <a:lnTo>
                  <a:pt x="2008" y="1541"/>
                </a:lnTo>
                <a:lnTo>
                  <a:pt x="2012" y="1500"/>
                </a:lnTo>
                <a:lnTo>
                  <a:pt x="2008" y="1459"/>
                </a:lnTo>
                <a:lnTo>
                  <a:pt x="1996" y="1419"/>
                </a:lnTo>
                <a:lnTo>
                  <a:pt x="1976" y="1382"/>
                </a:lnTo>
                <a:lnTo>
                  <a:pt x="1950" y="1350"/>
                </a:lnTo>
                <a:lnTo>
                  <a:pt x="1562" y="962"/>
                </a:lnTo>
                <a:lnTo>
                  <a:pt x="1540" y="942"/>
                </a:lnTo>
                <a:lnTo>
                  <a:pt x="1517" y="925"/>
                </a:lnTo>
                <a:lnTo>
                  <a:pt x="1491" y="910"/>
                </a:lnTo>
                <a:lnTo>
                  <a:pt x="1465" y="897"/>
                </a:lnTo>
                <a:lnTo>
                  <a:pt x="1437" y="887"/>
                </a:lnTo>
                <a:lnTo>
                  <a:pt x="1408" y="880"/>
                </a:lnTo>
                <a:lnTo>
                  <a:pt x="1379" y="876"/>
                </a:lnTo>
                <a:lnTo>
                  <a:pt x="1350" y="874"/>
                </a:lnTo>
                <a:lnTo>
                  <a:pt x="1321" y="876"/>
                </a:lnTo>
                <a:lnTo>
                  <a:pt x="1292" y="880"/>
                </a:lnTo>
                <a:lnTo>
                  <a:pt x="1263" y="887"/>
                </a:lnTo>
                <a:lnTo>
                  <a:pt x="1235" y="897"/>
                </a:lnTo>
                <a:lnTo>
                  <a:pt x="1209" y="910"/>
                </a:lnTo>
                <a:lnTo>
                  <a:pt x="1183" y="925"/>
                </a:lnTo>
                <a:lnTo>
                  <a:pt x="1160" y="942"/>
                </a:lnTo>
                <a:lnTo>
                  <a:pt x="1138" y="962"/>
                </a:lnTo>
                <a:lnTo>
                  <a:pt x="1050" y="1050"/>
                </a:lnTo>
                <a:lnTo>
                  <a:pt x="1018" y="1076"/>
                </a:lnTo>
                <a:lnTo>
                  <a:pt x="981" y="1096"/>
                </a:lnTo>
                <a:lnTo>
                  <a:pt x="941" y="1108"/>
                </a:lnTo>
                <a:lnTo>
                  <a:pt x="900" y="1112"/>
                </a:lnTo>
                <a:lnTo>
                  <a:pt x="859" y="1108"/>
                </a:lnTo>
                <a:lnTo>
                  <a:pt x="819" y="1096"/>
                </a:lnTo>
                <a:lnTo>
                  <a:pt x="782" y="1076"/>
                </a:lnTo>
                <a:lnTo>
                  <a:pt x="750" y="1050"/>
                </a:lnTo>
                <a:lnTo>
                  <a:pt x="724" y="1018"/>
                </a:lnTo>
                <a:lnTo>
                  <a:pt x="704" y="981"/>
                </a:lnTo>
                <a:lnTo>
                  <a:pt x="692" y="941"/>
                </a:lnTo>
                <a:lnTo>
                  <a:pt x="688" y="900"/>
                </a:lnTo>
                <a:lnTo>
                  <a:pt x="692" y="859"/>
                </a:lnTo>
                <a:lnTo>
                  <a:pt x="704" y="819"/>
                </a:lnTo>
                <a:lnTo>
                  <a:pt x="724" y="782"/>
                </a:lnTo>
                <a:lnTo>
                  <a:pt x="750" y="750"/>
                </a:lnTo>
                <a:lnTo>
                  <a:pt x="1031" y="469"/>
                </a:lnTo>
                <a:lnTo>
                  <a:pt x="1066" y="437"/>
                </a:lnTo>
                <a:lnTo>
                  <a:pt x="1104" y="407"/>
                </a:lnTo>
                <a:lnTo>
                  <a:pt x="1144" y="381"/>
                </a:lnTo>
                <a:lnTo>
                  <a:pt x="1186" y="358"/>
                </a:lnTo>
                <a:lnTo>
                  <a:pt x="1230" y="339"/>
                </a:lnTo>
                <a:lnTo>
                  <a:pt x="1275" y="324"/>
                </a:lnTo>
                <a:lnTo>
                  <a:pt x="1322" y="312"/>
                </a:lnTo>
                <a:lnTo>
                  <a:pt x="1369" y="304"/>
                </a:lnTo>
                <a:lnTo>
                  <a:pt x="1417" y="300"/>
                </a:lnTo>
                <a:lnTo>
                  <a:pt x="1465" y="300"/>
                </a:lnTo>
                <a:lnTo>
                  <a:pt x="1512" y="305"/>
                </a:lnTo>
                <a:lnTo>
                  <a:pt x="1560" y="312"/>
                </a:lnTo>
                <a:lnTo>
                  <a:pt x="1606" y="324"/>
                </a:lnTo>
                <a:lnTo>
                  <a:pt x="1651" y="340"/>
                </a:lnTo>
                <a:lnTo>
                  <a:pt x="1695" y="359"/>
                </a:lnTo>
                <a:lnTo>
                  <a:pt x="1737" y="382"/>
                </a:lnTo>
                <a:lnTo>
                  <a:pt x="1784" y="410"/>
                </a:lnTo>
                <a:lnTo>
                  <a:pt x="1792" y="415"/>
                </a:lnTo>
                <a:lnTo>
                  <a:pt x="1800" y="419"/>
                </a:lnTo>
                <a:lnTo>
                  <a:pt x="1809" y="423"/>
                </a:lnTo>
                <a:lnTo>
                  <a:pt x="1817" y="426"/>
                </a:lnTo>
                <a:lnTo>
                  <a:pt x="1826" y="429"/>
                </a:lnTo>
                <a:lnTo>
                  <a:pt x="1835" y="432"/>
                </a:lnTo>
                <a:lnTo>
                  <a:pt x="1844" y="434"/>
                </a:lnTo>
                <a:lnTo>
                  <a:pt x="1853" y="436"/>
                </a:lnTo>
                <a:lnTo>
                  <a:pt x="1862" y="437"/>
                </a:lnTo>
                <a:lnTo>
                  <a:pt x="1871" y="438"/>
                </a:lnTo>
                <a:lnTo>
                  <a:pt x="1880" y="439"/>
                </a:lnTo>
                <a:lnTo>
                  <a:pt x="1889" y="439"/>
                </a:lnTo>
                <a:lnTo>
                  <a:pt x="1899" y="438"/>
                </a:lnTo>
                <a:lnTo>
                  <a:pt x="1908" y="438"/>
                </a:lnTo>
                <a:lnTo>
                  <a:pt x="1917" y="437"/>
                </a:lnTo>
                <a:lnTo>
                  <a:pt x="1926" y="435"/>
                </a:lnTo>
                <a:lnTo>
                  <a:pt x="2100" y="400"/>
                </a:lnTo>
                <a:moveTo>
                  <a:pt x="2100" y="300"/>
                </a:moveTo>
                <a:lnTo>
                  <a:pt x="2200" y="1400"/>
                </a:lnTo>
                <a:lnTo>
                  <a:pt x="2000" y="1400"/>
                </a:lnTo>
                <a:moveTo>
                  <a:pt x="300" y="300"/>
                </a:moveTo>
                <a:lnTo>
                  <a:pt x="200" y="1400"/>
                </a:lnTo>
                <a:lnTo>
                  <a:pt x="850" y="2050"/>
                </a:lnTo>
                <a:lnTo>
                  <a:pt x="882" y="2076"/>
                </a:lnTo>
                <a:lnTo>
                  <a:pt x="919" y="2096"/>
                </a:lnTo>
                <a:lnTo>
                  <a:pt x="959" y="2108"/>
                </a:lnTo>
                <a:lnTo>
                  <a:pt x="1000" y="2112"/>
                </a:lnTo>
                <a:lnTo>
                  <a:pt x="1041" y="2108"/>
                </a:lnTo>
                <a:lnTo>
                  <a:pt x="1081" y="2096"/>
                </a:lnTo>
                <a:lnTo>
                  <a:pt x="1118" y="2076"/>
                </a:lnTo>
                <a:lnTo>
                  <a:pt x="1150" y="2050"/>
                </a:lnTo>
                <a:lnTo>
                  <a:pt x="1176" y="2018"/>
                </a:lnTo>
                <a:lnTo>
                  <a:pt x="1196" y="1981"/>
                </a:lnTo>
                <a:lnTo>
                  <a:pt x="1208" y="1941"/>
                </a:lnTo>
                <a:lnTo>
                  <a:pt x="1212" y="1900"/>
                </a:lnTo>
                <a:lnTo>
                  <a:pt x="1208" y="1859"/>
                </a:lnTo>
                <a:lnTo>
                  <a:pt x="1196" y="1819"/>
                </a:lnTo>
                <a:lnTo>
                  <a:pt x="1176" y="1782"/>
                </a:lnTo>
                <a:lnTo>
                  <a:pt x="1150" y="1750"/>
                </a:lnTo>
                <a:moveTo>
                  <a:pt x="300" y="400"/>
                </a:moveTo>
                <a:lnTo>
                  <a:pt x="1100" y="400"/>
                </a:lnTo>
              </a:path>
            </a:pathLst>
          </a:custGeom>
          <a:noFill/>
          <a:ln cap="rnd" cmpd="sng" w="19050">
            <a:solidFill>
              <a:srgbClr val="006BFE"/>
            </a:solidFill>
            <a:prstDash val="solid"/>
            <a:round/>
            <a:headEnd len="sm" w="sm" type="none"/>
            <a:tailEnd len="sm" w="sm" type="none"/>
          </a:ln>
        </p:spPr>
        <p:txBody>
          <a:bodyPr anchorCtr="0" anchor="t" bIns="28100" lIns="56300" spcFirstLastPara="1" rIns="56300" wrap="square" tIns="28100">
            <a:noAutofit/>
          </a:bodyPr>
          <a:lstStyle/>
          <a:p>
            <a:pPr indent="0" lvl="0" marL="0" marR="0" rtl="0" algn="l">
              <a:spcBef>
                <a:spcPts val="0"/>
              </a:spcBef>
              <a:spcAft>
                <a:spcPts val="0"/>
              </a:spcAft>
              <a:buNone/>
            </a:pPr>
            <a:r>
              <a:t/>
            </a:r>
            <a:endParaRPr sz="1149">
              <a:solidFill>
                <a:schemeClr val="dk1"/>
              </a:solidFill>
              <a:latin typeface="Calibri"/>
              <a:ea typeface="Calibri"/>
              <a:cs typeface="Calibri"/>
              <a:sym typeface="Calibri"/>
            </a:endParaRPr>
          </a:p>
        </p:txBody>
      </p:sp>
      <p:sp>
        <p:nvSpPr>
          <p:cNvPr id="865" name="Google Shape;865;p41"/>
          <p:cNvSpPr/>
          <p:nvPr/>
        </p:nvSpPr>
        <p:spPr>
          <a:xfrm>
            <a:off x="6954729" y="2160821"/>
            <a:ext cx="211374" cy="211356"/>
          </a:xfrm>
          <a:custGeom>
            <a:rect b="b" l="l" r="r" t="t"/>
            <a:pathLst>
              <a:path extrusionOk="0" fill="none" h="2400" w="2400">
                <a:moveTo>
                  <a:pt x="2000" y="1300"/>
                </a:moveTo>
                <a:cubicBezTo>
                  <a:pt x="2000" y="1800"/>
                  <a:pt x="1650" y="2050"/>
                  <a:pt x="1234" y="2195"/>
                </a:cubicBezTo>
                <a:lnTo>
                  <a:pt x="1230" y="2196"/>
                </a:lnTo>
                <a:lnTo>
                  <a:pt x="1226" y="2197"/>
                </a:lnTo>
                <a:lnTo>
                  <a:pt x="1222" y="2198"/>
                </a:lnTo>
                <a:lnTo>
                  <a:pt x="1217" y="2199"/>
                </a:lnTo>
                <a:lnTo>
                  <a:pt x="1213" y="2200"/>
                </a:lnTo>
                <a:lnTo>
                  <a:pt x="1209" y="2200"/>
                </a:lnTo>
                <a:lnTo>
                  <a:pt x="1205" y="2200"/>
                </a:lnTo>
                <a:lnTo>
                  <a:pt x="1200" y="2200"/>
                </a:lnTo>
                <a:lnTo>
                  <a:pt x="1196" y="2200"/>
                </a:lnTo>
                <a:lnTo>
                  <a:pt x="1192" y="2200"/>
                </a:lnTo>
                <a:lnTo>
                  <a:pt x="1188" y="2199"/>
                </a:lnTo>
                <a:lnTo>
                  <a:pt x="1183" y="2199"/>
                </a:lnTo>
                <a:lnTo>
                  <a:pt x="1179" y="2198"/>
                </a:lnTo>
                <a:lnTo>
                  <a:pt x="1175" y="2197"/>
                </a:lnTo>
                <a:lnTo>
                  <a:pt x="1171" y="2195"/>
                </a:lnTo>
                <a:lnTo>
                  <a:pt x="1167" y="2194"/>
                </a:lnTo>
                <a:cubicBezTo>
                  <a:pt x="750" y="2050"/>
                  <a:pt x="400" y="1800"/>
                  <a:pt x="400" y="1300"/>
                </a:cubicBezTo>
                <a:lnTo>
                  <a:pt x="400" y="600"/>
                </a:lnTo>
                <a:lnTo>
                  <a:pt x="400" y="590"/>
                </a:lnTo>
                <a:lnTo>
                  <a:pt x="402" y="580"/>
                </a:lnTo>
                <a:lnTo>
                  <a:pt x="404" y="571"/>
                </a:lnTo>
                <a:lnTo>
                  <a:pt x="408" y="562"/>
                </a:lnTo>
                <a:lnTo>
                  <a:pt x="412" y="553"/>
                </a:lnTo>
                <a:lnTo>
                  <a:pt x="417" y="544"/>
                </a:lnTo>
                <a:lnTo>
                  <a:pt x="423" y="537"/>
                </a:lnTo>
                <a:lnTo>
                  <a:pt x="429" y="529"/>
                </a:lnTo>
                <a:lnTo>
                  <a:pt x="437" y="523"/>
                </a:lnTo>
                <a:lnTo>
                  <a:pt x="444" y="517"/>
                </a:lnTo>
                <a:lnTo>
                  <a:pt x="453" y="512"/>
                </a:lnTo>
                <a:lnTo>
                  <a:pt x="462" y="508"/>
                </a:lnTo>
                <a:lnTo>
                  <a:pt x="471" y="504"/>
                </a:lnTo>
                <a:lnTo>
                  <a:pt x="480" y="502"/>
                </a:lnTo>
                <a:lnTo>
                  <a:pt x="490" y="500"/>
                </a:lnTo>
                <a:lnTo>
                  <a:pt x="500" y="500"/>
                </a:lnTo>
                <a:cubicBezTo>
                  <a:pt x="700" y="500"/>
                  <a:pt x="950" y="380"/>
                  <a:pt x="1124" y="228"/>
                </a:cubicBezTo>
                <a:lnTo>
                  <a:pt x="1132" y="222"/>
                </a:lnTo>
                <a:lnTo>
                  <a:pt x="1141" y="216"/>
                </a:lnTo>
                <a:lnTo>
                  <a:pt x="1150" y="211"/>
                </a:lnTo>
                <a:lnTo>
                  <a:pt x="1159" y="207"/>
                </a:lnTo>
                <a:lnTo>
                  <a:pt x="1169" y="204"/>
                </a:lnTo>
                <a:lnTo>
                  <a:pt x="1179" y="202"/>
                </a:lnTo>
                <a:lnTo>
                  <a:pt x="1190" y="200"/>
                </a:lnTo>
                <a:lnTo>
                  <a:pt x="1200" y="200"/>
                </a:lnTo>
                <a:lnTo>
                  <a:pt x="1210" y="200"/>
                </a:lnTo>
                <a:lnTo>
                  <a:pt x="1221" y="202"/>
                </a:lnTo>
                <a:lnTo>
                  <a:pt x="1231" y="204"/>
                </a:lnTo>
                <a:lnTo>
                  <a:pt x="1241" y="207"/>
                </a:lnTo>
                <a:lnTo>
                  <a:pt x="1250" y="211"/>
                </a:lnTo>
                <a:lnTo>
                  <a:pt x="1259" y="216"/>
                </a:lnTo>
                <a:lnTo>
                  <a:pt x="1268" y="222"/>
                </a:lnTo>
                <a:lnTo>
                  <a:pt x="1276" y="228"/>
                </a:lnTo>
                <a:cubicBezTo>
                  <a:pt x="1451" y="381"/>
                  <a:pt x="1700" y="500"/>
                  <a:pt x="1900" y="500"/>
                </a:cubicBezTo>
                <a:lnTo>
                  <a:pt x="1910" y="500"/>
                </a:lnTo>
                <a:lnTo>
                  <a:pt x="1920" y="502"/>
                </a:lnTo>
                <a:lnTo>
                  <a:pt x="1929" y="504"/>
                </a:lnTo>
                <a:lnTo>
                  <a:pt x="1938" y="508"/>
                </a:lnTo>
                <a:lnTo>
                  <a:pt x="1947" y="512"/>
                </a:lnTo>
                <a:lnTo>
                  <a:pt x="1956" y="517"/>
                </a:lnTo>
                <a:lnTo>
                  <a:pt x="1963" y="523"/>
                </a:lnTo>
                <a:lnTo>
                  <a:pt x="1971" y="529"/>
                </a:lnTo>
                <a:lnTo>
                  <a:pt x="1977" y="537"/>
                </a:lnTo>
                <a:lnTo>
                  <a:pt x="1983" y="544"/>
                </a:lnTo>
                <a:lnTo>
                  <a:pt x="1988" y="553"/>
                </a:lnTo>
                <a:lnTo>
                  <a:pt x="1992" y="562"/>
                </a:lnTo>
                <a:lnTo>
                  <a:pt x="1996" y="571"/>
                </a:lnTo>
                <a:lnTo>
                  <a:pt x="1998" y="580"/>
                </a:lnTo>
                <a:lnTo>
                  <a:pt x="2000" y="590"/>
                </a:lnTo>
                <a:lnTo>
                  <a:pt x="2000" y="600"/>
                </a:lnTo>
                <a:lnTo>
                  <a:pt x="2000" y="1300"/>
                </a:lnTo>
                <a:moveTo>
                  <a:pt x="900" y="1200"/>
                </a:moveTo>
                <a:lnTo>
                  <a:pt x="1100" y="1400"/>
                </a:lnTo>
                <a:lnTo>
                  <a:pt x="1500" y="1000"/>
                </a:lnTo>
              </a:path>
            </a:pathLst>
          </a:custGeom>
          <a:noFill/>
          <a:ln cap="rnd" cmpd="sng" w="19050">
            <a:solidFill>
              <a:srgbClr val="006BFE"/>
            </a:solidFill>
            <a:prstDash val="solid"/>
            <a:round/>
            <a:headEnd len="sm" w="sm" type="none"/>
            <a:tailEnd len="sm" w="sm" type="none"/>
          </a:ln>
        </p:spPr>
        <p:txBody>
          <a:bodyPr anchorCtr="0" anchor="t" bIns="28100" lIns="56300" spcFirstLastPara="1" rIns="56300" wrap="square" tIns="28100">
            <a:noAutofit/>
          </a:bodyPr>
          <a:lstStyle/>
          <a:p>
            <a:pPr indent="0" lvl="0" marL="0" marR="0" rtl="0" algn="l">
              <a:spcBef>
                <a:spcPts val="0"/>
              </a:spcBef>
              <a:spcAft>
                <a:spcPts val="0"/>
              </a:spcAft>
              <a:buNone/>
            </a:pPr>
            <a:r>
              <a:t/>
            </a:r>
            <a:endParaRPr sz="1149">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C0E1E"/>
            </a:gs>
            <a:gs pos="100000">
              <a:srgbClr val="14336F"/>
            </a:gs>
          </a:gsLst>
          <a:lin ang="5400012" scaled="0"/>
        </a:gradFill>
      </p:bgPr>
    </p:bg>
    <p:spTree>
      <p:nvGrpSpPr>
        <p:cNvPr id="870" name="Shape 870"/>
        <p:cNvGrpSpPr/>
        <p:nvPr/>
      </p:nvGrpSpPr>
      <p:grpSpPr>
        <a:xfrm>
          <a:off x="0" y="0"/>
          <a:ext cx="0" cy="0"/>
          <a:chOff x="0" y="0"/>
          <a:chExt cx="0" cy="0"/>
        </a:xfrm>
      </p:grpSpPr>
      <p:sp>
        <p:nvSpPr>
          <p:cNvPr id="871" name="Google Shape;871;p42"/>
          <p:cNvSpPr/>
          <p:nvPr/>
        </p:nvSpPr>
        <p:spPr>
          <a:xfrm>
            <a:off x="571500" y="457200"/>
            <a:ext cx="8241030" cy="201922"/>
          </a:xfrm>
          <a:prstGeom prst="rect">
            <a:avLst/>
          </a:prstGeom>
          <a:noFill/>
          <a:ln>
            <a:noFill/>
          </a:ln>
        </p:spPr>
        <p:txBody>
          <a:bodyPr anchorCtr="0" anchor="t" bIns="12700" lIns="12700" spcFirstLastPara="1" rIns="12700" wrap="square" tIns="12700">
            <a:noAutofit/>
          </a:bodyPr>
          <a:lstStyle/>
          <a:p>
            <a:pPr indent="0" lvl="0" marL="0" marR="0" rtl="0" algn="l">
              <a:lnSpc>
                <a:spcPct val="160000"/>
              </a:lnSpc>
              <a:spcBef>
                <a:spcPts val="0"/>
              </a:spcBef>
              <a:spcAft>
                <a:spcPts val="0"/>
              </a:spcAft>
              <a:buClr>
                <a:srgbClr val="779CEC"/>
              </a:buClr>
              <a:buSzPts val="900"/>
              <a:buFont typeface="Plus Jakarta Sans"/>
              <a:buNone/>
            </a:pPr>
            <a:r>
              <a:rPr b="1" i="0" lang="en" sz="1100" u="none" cap="none" strike="noStrike">
                <a:solidFill>
                  <a:srgbClr val="779CEC"/>
                </a:solidFill>
                <a:latin typeface="Plus Jakarta Sans"/>
                <a:ea typeface="Plus Jakarta Sans"/>
                <a:cs typeface="Plus Jakarta Sans"/>
                <a:sym typeface="Plus Jakarta Sans"/>
              </a:rPr>
              <a:t>CASO DE USO · INDUSTRIA</a:t>
            </a:r>
            <a:endParaRPr b="0" i="0" sz="1100" u="none" cap="none" strike="noStrike">
              <a:solidFill>
                <a:schemeClr val="dk1"/>
              </a:solidFill>
              <a:latin typeface="Calibri"/>
              <a:ea typeface="Calibri"/>
              <a:cs typeface="Calibri"/>
              <a:sym typeface="Calibri"/>
            </a:endParaRPr>
          </a:p>
        </p:txBody>
      </p:sp>
      <p:sp>
        <p:nvSpPr>
          <p:cNvPr id="872" name="Google Shape;872;p42"/>
          <p:cNvSpPr/>
          <p:nvPr/>
        </p:nvSpPr>
        <p:spPr>
          <a:xfrm>
            <a:off x="571500" y="725798"/>
            <a:ext cx="6867525" cy="378507"/>
          </a:xfrm>
          <a:prstGeom prst="rect">
            <a:avLst/>
          </a:prstGeom>
          <a:noFill/>
          <a:ln>
            <a:noFill/>
          </a:ln>
        </p:spPr>
        <p:txBody>
          <a:bodyPr anchorCtr="0" anchor="t" bIns="12700" lIns="12700" spcFirstLastPara="1" rIns="12700" wrap="square" tIns="12700">
            <a:noAutofit/>
          </a:bodyPr>
          <a:lstStyle/>
          <a:p>
            <a:pPr indent="0" lvl="0" marL="0" marR="0" rtl="0" algn="l">
              <a:lnSpc>
                <a:spcPct val="102000"/>
              </a:lnSpc>
              <a:spcBef>
                <a:spcPts val="0"/>
              </a:spcBef>
              <a:spcAft>
                <a:spcPts val="0"/>
              </a:spcAft>
              <a:buClr>
                <a:srgbClr val="FFFFFF"/>
              </a:buClr>
              <a:buSzPts val="2800"/>
              <a:buFont typeface="Plus Jakarta Sans"/>
              <a:buNone/>
            </a:pPr>
            <a:r>
              <a:rPr i="0" lang="en" sz="2800" u="none" cap="none" strike="noStrike">
                <a:solidFill>
                  <a:srgbClr val="FFFFFF"/>
                </a:solidFill>
                <a:latin typeface="Plus Jakarta Sans ExtraBold"/>
                <a:ea typeface="Plus Jakarta Sans ExtraBold"/>
                <a:cs typeface="Plus Jakarta Sans ExtraBold"/>
                <a:sym typeface="Plus Jakarta Sans ExtraBold"/>
              </a:rPr>
              <a:t>Del interés al </a:t>
            </a:r>
            <a:r>
              <a:rPr i="1" lang="en" sz="2800" u="none" cap="none" strike="noStrike">
                <a:solidFill>
                  <a:srgbClr val="779CEC"/>
                </a:solidFill>
                <a:latin typeface="Plus Jakarta Sans ExtraBold"/>
                <a:ea typeface="Plus Jakarta Sans ExtraBold"/>
                <a:cs typeface="Plus Jakarta Sans ExtraBold"/>
                <a:sym typeface="Plus Jakarta Sans ExtraBold"/>
              </a:rPr>
              <a:t>resultado</a:t>
            </a:r>
            <a:r>
              <a:rPr i="0" lang="en" sz="2800" u="none" cap="none" strike="noStrike">
                <a:solidFill>
                  <a:srgbClr val="FFFFFF"/>
                </a:solidFill>
                <a:latin typeface="Plus Jakarta Sans ExtraBold"/>
                <a:ea typeface="Plus Jakarta Sans ExtraBold"/>
                <a:cs typeface="Plus Jakarta Sans ExtraBold"/>
                <a:sym typeface="Plus Jakarta Sans ExtraBold"/>
              </a:rPr>
              <a:t>, automatizado</a:t>
            </a:r>
            <a:endParaRPr i="0" sz="2800" u="none" cap="none" strike="noStrike">
              <a:solidFill>
                <a:schemeClr val="dk1"/>
              </a:solidFill>
              <a:latin typeface="Plus Jakarta Sans ExtraBold"/>
              <a:ea typeface="Plus Jakarta Sans ExtraBold"/>
              <a:cs typeface="Plus Jakarta Sans ExtraBold"/>
              <a:sym typeface="Plus Jakarta Sans ExtraBold"/>
            </a:endParaRPr>
          </a:p>
        </p:txBody>
      </p:sp>
      <p:sp>
        <p:nvSpPr>
          <p:cNvPr id="873" name="Google Shape;873;p42"/>
          <p:cNvSpPr/>
          <p:nvPr/>
        </p:nvSpPr>
        <p:spPr>
          <a:xfrm>
            <a:off x="571500" y="1450516"/>
            <a:ext cx="4355009" cy="2908622"/>
          </a:xfrm>
          <a:prstGeom prst="roundRect">
            <a:avLst>
              <a:gd fmla="val 4585" name="adj"/>
            </a:avLst>
          </a:prstGeom>
          <a:solidFill>
            <a:srgbClr val="FFFFFF">
              <a:alpha val="10196"/>
            </a:srgbClr>
          </a:solidFill>
          <a:ln cap="flat" cmpd="sng" w="9525">
            <a:solidFill>
              <a:srgbClr val="FFFFFF">
                <a:alpha val="18039"/>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874" name="Google Shape;874;p42"/>
          <p:cNvSpPr/>
          <p:nvPr/>
        </p:nvSpPr>
        <p:spPr>
          <a:xfrm>
            <a:off x="804863" y="2099965"/>
            <a:ext cx="304800" cy="304800"/>
          </a:xfrm>
          <a:prstGeom prst="roundRect">
            <a:avLst>
              <a:gd fmla="val 31250" name="adj"/>
            </a:avLst>
          </a:prstGeom>
          <a:solidFill>
            <a:srgbClr val="E2EA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875" name="Google Shape;875;p42"/>
          <p:cNvSpPr/>
          <p:nvPr/>
        </p:nvSpPr>
        <p:spPr>
          <a:xfrm>
            <a:off x="1195388" y="2163068"/>
            <a:ext cx="1632034" cy="197644"/>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1100"/>
              <a:buFont typeface="Plus Jakarta Sans"/>
              <a:buNone/>
            </a:pPr>
            <a:r>
              <a:rPr b="1" i="0" lang="en" sz="1100" u="none" cap="none" strike="noStrike">
                <a:solidFill>
                  <a:srgbClr val="FFFFFF"/>
                </a:solidFill>
                <a:latin typeface="Plus Jakarta Sans"/>
                <a:ea typeface="Plus Jakarta Sans"/>
                <a:cs typeface="Plus Jakarta Sans"/>
                <a:sym typeface="Plus Jakarta Sans"/>
              </a:rPr>
              <a:t>Proceso automatizado</a:t>
            </a:r>
            <a:endParaRPr b="0" i="0" sz="1100" u="none" cap="none" strike="noStrike">
              <a:solidFill>
                <a:schemeClr val="dk1"/>
              </a:solidFill>
              <a:latin typeface="Calibri"/>
              <a:ea typeface="Calibri"/>
              <a:cs typeface="Calibri"/>
              <a:sym typeface="Calibri"/>
            </a:endParaRPr>
          </a:p>
        </p:txBody>
      </p:sp>
      <p:sp>
        <p:nvSpPr>
          <p:cNvPr id="876" name="Google Shape;876;p42"/>
          <p:cNvSpPr/>
          <p:nvPr/>
        </p:nvSpPr>
        <p:spPr>
          <a:xfrm>
            <a:off x="804863" y="2576215"/>
            <a:ext cx="238125" cy="20955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79CEC"/>
              </a:buClr>
              <a:buSzPts val="1200"/>
              <a:buFont typeface="Plus Jakarta Sans"/>
              <a:buNone/>
            </a:pPr>
            <a:r>
              <a:rPr b="1" i="0" lang="en" sz="1200" u="none" cap="none" strike="noStrike">
                <a:solidFill>
                  <a:srgbClr val="779CEC"/>
                </a:solidFill>
                <a:latin typeface="Plus Jakarta Sans"/>
                <a:ea typeface="Plus Jakarta Sans"/>
                <a:cs typeface="Plus Jakarta Sans"/>
                <a:sym typeface="Plus Jakarta Sans"/>
              </a:rPr>
              <a:t>1</a:t>
            </a:r>
            <a:endParaRPr b="0" i="0" sz="1200" u="none" cap="none" strike="noStrike">
              <a:solidFill>
                <a:schemeClr val="dk1"/>
              </a:solidFill>
              <a:latin typeface="Calibri"/>
              <a:ea typeface="Calibri"/>
              <a:cs typeface="Calibri"/>
              <a:sym typeface="Calibri"/>
            </a:endParaRPr>
          </a:p>
        </p:txBody>
      </p:sp>
      <p:sp>
        <p:nvSpPr>
          <p:cNvPr id="877" name="Google Shape;877;p42"/>
          <p:cNvSpPr/>
          <p:nvPr/>
        </p:nvSpPr>
        <p:spPr>
          <a:xfrm>
            <a:off x="1119211" y="2595275"/>
            <a:ext cx="1548900" cy="1857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1100"/>
              <a:buFont typeface="Plus Jakarta Sans"/>
              <a:buNone/>
            </a:pPr>
            <a:r>
              <a:rPr b="1" i="0" lang="en" sz="1100" u="none" cap="none" strike="noStrike">
                <a:solidFill>
                  <a:srgbClr val="FFFFFF"/>
                </a:solidFill>
                <a:latin typeface="Plus Jakarta Sans"/>
                <a:ea typeface="Plus Jakarta Sans"/>
                <a:cs typeface="Plus Jakarta Sans"/>
                <a:sym typeface="Plus Jakarta Sans"/>
              </a:rPr>
              <a:t>Primer paso</a:t>
            </a:r>
            <a:endParaRPr b="0" i="0" sz="1100" u="none" cap="none" strike="noStrike">
              <a:solidFill>
                <a:schemeClr val="dk1"/>
              </a:solidFill>
              <a:latin typeface="Calibri"/>
              <a:ea typeface="Calibri"/>
              <a:cs typeface="Calibri"/>
              <a:sym typeface="Calibri"/>
            </a:endParaRPr>
          </a:p>
        </p:txBody>
      </p:sp>
      <p:sp>
        <p:nvSpPr>
          <p:cNvPr id="878" name="Google Shape;878;p42"/>
          <p:cNvSpPr/>
          <p:nvPr/>
        </p:nvSpPr>
        <p:spPr>
          <a:xfrm>
            <a:off x="3933267" y="2614315"/>
            <a:ext cx="797979" cy="164306"/>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900"/>
              <a:buFont typeface="Plus Jakarta Sans"/>
              <a:buNone/>
            </a:pPr>
            <a:r>
              <a:rPr b="0" i="0" lang="en" sz="900" u="none" cap="none" strike="noStrike">
                <a:solidFill>
                  <a:srgbClr val="FFFFFF"/>
                </a:solidFill>
                <a:latin typeface="Plus Jakarta Sans"/>
                <a:ea typeface="Plus Jakarta Sans"/>
                <a:cs typeface="Plus Jakarta Sans"/>
                <a:sym typeface="Plus Jakarta Sans"/>
              </a:rPr>
              <a:t>Canal · detalle</a:t>
            </a:r>
            <a:endParaRPr b="0" i="0" sz="900" u="none" cap="none" strike="noStrike">
              <a:solidFill>
                <a:schemeClr val="dk1"/>
              </a:solidFill>
              <a:latin typeface="Calibri"/>
              <a:ea typeface="Calibri"/>
              <a:cs typeface="Calibri"/>
              <a:sym typeface="Calibri"/>
            </a:endParaRPr>
          </a:p>
        </p:txBody>
      </p:sp>
      <p:sp>
        <p:nvSpPr>
          <p:cNvPr id="879" name="Google Shape;879;p42"/>
          <p:cNvSpPr/>
          <p:nvPr/>
        </p:nvSpPr>
        <p:spPr>
          <a:xfrm>
            <a:off x="804863" y="2890540"/>
            <a:ext cx="238125" cy="20955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79CEC"/>
              </a:buClr>
              <a:buSzPts val="1200"/>
              <a:buFont typeface="Plus Jakarta Sans"/>
              <a:buNone/>
            </a:pPr>
            <a:r>
              <a:rPr b="1" i="0" lang="en" sz="1200" u="none" cap="none" strike="noStrike">
                <a:solidFill>
                  <a:srgbClr val="779CEC"/>
                </a:solidFill>
                <a:latin typeface="Plus Jakarta Sans"/>
                <a:ea typeface="Plus Jakarta Sans"/>
                <a:cs typeface="Plus Jakarta Sans"/>
                <a:sym typeface="Plus Jakarta Sans"/>
              </a:rPr>
              <a:t>2</a:t>
            </a:r>
            <a:endParaRPr b="0" i="0" sz="1200" u="none" cap="none" strike="noStrike">
              <a:solidFill>
                <a:schemeClr val="dk1"/>
              </a:solidFill>
              <a:latin typeface="Calibri"/>
              <a:ea typeface="Calibri"/>
              <a:cs typeface="Calibri"/>
              <a:sym typeface="Calibri"/>
            </a:endParaRPr>
          </a:p>
        </p:txBody>
      </p:sp>
      <p:sp>
        <p:nvSpPr>
          <p:cNvPr id="880" name="Google Shape;880;p42"/>
          <p:cNvSpPr/>
          <p:nvPr/>
        </p:nvSpPr>
        <p:spPr>
          <a:xfrm>
            <a:off x="1119211" y="2909597"/>
            <a:ext cx="1864500" cy="1857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1100"/>
              <a:buFont typeface="Plus Jakarta Sans"/>
              <a:buNone/>
            </a:pPr>
            <a:r>
              <a:rPr b="1" i="0" lang="en" sz="1100" u="none" cap="none" strike="noStrike">
                <a:solidFill>
                  <a:srgbClr val="FFFFFF"/>
                </a:solidFill>
                <a:latin typeface="Plus Jakarta Sans"/>
                <a:ea typeface="Plus Jakarta Sans"/>
                <a:cs typeface="Plus Jakarta Sans"/>
                <a:sym typeface="Plus Jakarta Sans"/>
              </a:rPr>
              <a:t>Segundo paso</a:t>
            </a:r>
            <a:endParaRPr b="0" i="0" sz="1100" u="none" cap="none" strike="noStrike">
              <a:solidFill>
                <a:schemeClr val="dk1"/>
              </a:solidFill>
              <a:latin typeface="Calibri"/>
              <a:ea typeface="Calibri"/>
              <a:cs typeface="Calibri"/>
              <a:sym typeface="Calibri"/>
            </a:endParaRPr>
          </a:p>
        </p:txBody>
      </p:sp>
      <p:sp>
        <p:nvSpPr>
          <p:cNvPr id="881" name="Google Shape;881;p42"/>
          <p:cNvSpPr/>
          <p:nvPr/>
        </p:nvSpPr>
        <p:spPr>
          <a:xfrm>
            <a:off x="3933267" y="2928640"/>
            <a:ext cx="797979" cy="164306"/>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900"/>
              <a:buFont typeface="Plus Jakarta Sans"/>
              <a:buNone/>
            </a:pPr>
            <a:r>
              <a:rPr b="0" i="0" lang="en" sz="900" u="none" cap="none" strike="noStrike">
                <a:solidFill>
                  <a:srgbClr val="FFFFFF"/>
                </a:solidFill>
                <a:latin typeface="Plus Jakarta Sans"/>
                <a:ea typeface="Plus Jakarta Sans"/>
                <a:cs typeface="Plus Jakarta Sans"/>
                <a:sym typeface="Plus Jakarta Sans"/>
              </a:rPr>
              <a:t>Canal · detalle</a:t>
            </a:r>
            <a:endParaRPr b="0" i="0" sz="900" u="none" cap="none" strike="noStrike">
              <a:solidFill>
                <a:schemeClr val="dk1"/>
              </a:solidFill>
              <a:latin typeface="Calibri"/>
              <a:ea typeface="Calibri"/>
              <a:cs typeface="Calibri"/>
              <a:sym typeface="Calibri"/>
            </a:endParaRPr>
          </a:p>
        </p:txBody>
      </p:sp>
      <p:sp>
        <p:nvSpPr>
          <p:cNvPr id="882" name="Google Shape;882;p42"/>
          <p:cNvSpPr/>
          <p:nvPr/>
        </p:nvSpPr>
        <p:spPr>
          <a:xfrm>
            <a:off x="804863" y="3204865"/>
            <a:ext cx="238125" cy="20955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79CEC"/>
              </a:buClr>
              <a:buSzPts val="1200"/>
              <a:buFont typeface="Plus Jakarta Sans"/>
              <a:buNone/>
            </a:pPr>
            <a:r>
              <a:rPr b="1" i="0" lang="en" sz="1200" u="none" cap="none" strike="noStrike">
                <a:solidFill>
                  <a:srgbClr val="779CEC"/>
                </a:solidFill>
                <a:latin typeface="Plus Jakarta Sans"/>
                <a:ea typeface="Plus Jakarta Sans"/>
                <a:cs typeface="Plus Jakarta Sans"/>
                <a:sym typeface="Plus Jakarta Sans"/>
              </a:rPr>
              <a:t>3</a:t>
            </a:r>
            <a:endParaRPr b="0" i="0" sz="1200" u="none" cap="none" strike="noStrike">
              <a:solidFill>
                <a:schemeClr val="dk1"/>
              </a:solidFill>
              <a:latin typeface="Calibri"/>
              <a:ea typeface="Calibri"/>
              <a:cs typeface="Calibri"/>
              <a:sym typeface="Calibri"/>
            </a:endParaRPr>
          </a:p>
        </p:txBody>
      </p:sp>
      <p:sp>
        <p:nvSpPr>
          <p:cNvPr id="883" name="Google Shape;883;p42"/>
          <p:cNvSpPr/>
          <p:nvPr/>
        </p:nvSpPr>
        <p:spPr>
          <a:xfrm>
            <a:off x="1119211" y="3223918"/>
            <a:ext cx="1515300" cy="1857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1100"/>
              <a:buFont typeface="Plus Jakarta Sans"/>
              <a:buNone/>
            </a:pPr>
            <a:r>
              <a:rPr b="1" i="0" lang="en" sz="1100" u="none" cap="none" strike="noStrike">
                <a:solidFill>
                  <a:srgbClr val="FFFFFF"/>
                </a:solidFill>
                <a:latin typeface="Plus Jakarta Sans"/>
                <a:ea typeface="Plus Jakarta Sans"/>
                <a:cs typeface="Plus Jakarta Sans"/>
                <a:sym typeface="Plus Jakarta Sans"/>
              </a:rPr>
              <a:t>Tercer paso</a:t>
            </a:r>
            <a:endParaRPr b="0" i="0" sz="1100" u="none" cap="none" strike="noStrike">
              <a:solidFill>
                <a:schemeClr val="dk1"/>
              </a:solidFill>
              <a:latin typeface="Calibri"/>
              <a:ea typeface="Calibri"/>
              <a:cs typeface="Calibri"/>
              <a:sym typeface="Calibri"/>
            </a:endParaRPr>
          </a:p>
        </p:txBody>
      </p:sp>
      <p:sp>
        <p:nvSpPr>
          <p:cNvPr id="884" name="Google Shape;884;p42"/>
          <p:cNvSpPr/>
          <p:nvPr/>
        </p:nvSpPr>
        <p:spPr>
          <a:xfrm>
            <a:off x="3933267" y="3242965"/>
            <a:ext cx="797979" cy="1643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900"/>
              <a:buFont typeface="Plus Jakarta Sans"/>
              <a:buNone/>
            </a:pPr>
            <a:r>
              <a:rPr b="0" i="0" lang="en" sz="900" u="none" cap="none" strike="noStrike">
                <a:solidFill>
                  <a:srgbClr val="FFFFFF"/>
                </a:solidFill>
                <a:latin typeface="Plus Jakarta Sans"/>
                <a:ea typeface="Plus Jakarta Sans"/>
                <a:cs typeface="Plus Jakarta Sans"/>
                <a:sym typeface="Plus Jakarta Sans"/>
              </a:rPr>
              <a:t>Canal · detalle</a:t>
            </a:r>
            <a:endParaRPr b="0" i="0" sz="900" u="none" cap="none" strike="noStrike">
              <a:solidFill>
                <a:schemeClr val="dk1"/>
              </a:solidFill>
              <a:latin typeface="Calibri"/>
              <a:ea typeface="Calibri"/>
              <a:cs typeface="Calibri"/>
              <a:sym typeface="Calibri"/>
            </a:endParaRPr>
          </a:p>
        </p:txBody>
      </p:sp>
      <p:sp>
        <p:nvSpPr>
          <p:cNvPr id="885" name="Google Shape;885;p42"/>
          <p:cNvSpPr/>
          <p:nvPr/>
        </p:nvSpPr>
        <p:spPr>
          <a:xfrm>
            <a:off x="804863" y="3519190"/>
            <a:ext cx="238125" cy="20955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79CEC"/>
              </a:buClr>
              <a:buSzPts val="1200"/>
              <a:buFont typeface="Plus Jakarta Sans"/>
              <a:buNone/>
            </a:pPr>
            <a:r>
              <a:rPr b="1" i="0" lang="en" sz="1200" u="none" cap="none" strike="noStrike">
                <a:solidFill>
                  <a:srgbClr val="779CEC"/>
                </a:solidFill>
                <a:latin typeface="Plus Jakarta Sans"/>
                <a:ea typeface="Plus Jakarta Sans"/>
                <a:cs typeface="Plus Jakarta Sans"/>
                <a:sym typeface="Plus Jakarta Sans"/>
              </a:rPr>
              <a:t>4</a:t>
            </a:r>
            <a:endParaRPr b="0" i="0" sz="1200" u="none" cap="none" strike="noStrike">
              <a:solidFill>
                <a:schemeClr val="dk1"/>
              </a:solidFill>
              <a:latin typeface="Calibri"/>
              <a:ea typeface="Calibri"/>
              <a:cs typeface="Calibri"/>
              <a:sym typeface="Calibri"/>
            </a:endParaRPr>
          </a:p>
        </p:txBody>
      </p:sp>
      <p:sp>
        <p:nvSpPr>
          <p:cNvPr id="886" name="Google Shape;886;p42"/>
          <p:cNvSpPr/>
          <p:nvPr/>
        </p:nvSpPr>
        <p:spPr>
          <a:xfrm>
            <a:off x="1119211" y="3538240"/>
            <a:ext cx="1602900" cy="1857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1100"/>
              <a:buFont typeface="Plus Jakarta Sans"/>
              <a:buNone/>
            </a:pPr>
            <a:r>
              <a:rPr b="1" i="0" lang="en" sz="1100" u="none" cap="none" strike="noStrike">
                <a:solidFill>
                  <a:srgbClr val="FFFFFF"/>
                </a:solidFill>
                <a:latin typeface="Plus Jakarta Sans"/>
                <a:ea typeface="Plus Jakarta Sans"/>
                <a:cs typeface="Plus Jakarta Sans"/>
                <a:sym typeface="Plus Jakarta Sans"/>
              </a:rPr>
              <a:t>Cuarto paso</a:t>
            </a:r>
            <a:endParaRPr b="0" i="0" sz="1100" u="none" cap="none" strike="noStrike">
              <a:solidFill>
                <a:schemeClr val="dk1"/>
              </a:solidFill>
              <a:latin typeface="Calibri"/>
              <a:ea typeface="Calibri"/>
              <a:cs typeface="Calibri"/>
              <a:sym typeface="Calibri"/>
            </a:endParaRPr>
          </a:p>
        </p:txBody>
      </p:sp>
      <p:sp>
        <p:nvSpPr>
          <p:cNvPr id="887" name="Google Shape;887;p42"/>
          <p:cNvSpPr/>
          <p:nvPr/>
        </p:nvSpPr>
        <p:spPr>
          <a:xfrm>
            <a:off x="3933267" y="3557290"/>
            <a:ext cx="797979" cy="1643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900"/>
              <a:buFont typeface="Plus Jakarta Sans"/>
              <a:buNone/>
            </a:pPr>
            <a:r>
              <a:rPr b="0" i="0" lang="en" sz="900" u="none" cap="none" strike="noStrike">
                <a:solidFill>
                  <a:srgbClr val="FFFFFF"/>
                </a:solidFill>
                <a:latin typeface="Plus Jakarta Sans"/>
                <a:ea typeface="Plus Jakarta Sans"/>
                <a:cs typeface="Plus Jakarta Sans"/>
                <a:sym typeface="Plus Jakarta Sans"/>
              </a:rPr>
              <a:t>Canal · detalle</a:t>
            </a:r>
            <a:endParaRPr b="0" i="0" sz="900" u="none" cap="none" strike="noStrike">
              <a:solidFill>
                <a:schemeClr val="dk1"/>
              </a:solidFill>
              <a:latin typeface="Calibri"/>
              <a:ea typeface="Calibri"/>
              <a:cs typeface="Calibri"/>
              <a:sym typeface="Calibri"/>
            </a:endParaRPr>
          </a:p>
        </p:txBody>
      </p:sp>
      <p:sp>
        <p:nvSpPr>
          <p:cNvPr id="888" name="Google Shape;888;p42"/>
          <p:cNvSpPr/>
          <p:nvPr/>
        </p:nvSpPr>
        <p:spPr>
          <a:xfrm>
            <a:off x="5088433" y="1450516"/>
            <a:ext cx="3484067" cy="893341"/>
          </a:xfrm>
          <a:prstGeom prst="roundRect">
            <a:avLst>
              <a:gd fmla="val 14927" name="adj"/>
            </a:avLst>
          </a:prstGeom>
          <a:solidFill>
            <a:srgbClr val="FFFFFF">
              <a:alpha val="10196"/>
            </a:srgbClr>
          </a:solidFill>
          <a:ln cap="flat" cmpd="sng" w="9525">
            <a:solidFill>
              <a:srgbClr val="437AEF">
                <a:alpha val="34901"/>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889" name="Google Shape;889;p42"/>
          <p:cNvSpPr/>
          <p:nvPr/>
        </p:nvSpPr>
        <p:spPr>
          <a:xfrm>
            <a:off x="5274171" y="1636254"/>
            <a:ext cx="3205969" cy="343272"/>
          </a:xfrm>
          <a:prstGeom prst="rect">
            <a:avLst/>
          </a:prstGeom>
          <a:noFill/>
          <a:ln>
            <a:noFill/>
          </a:ln>
        </p:spPr>
        <p:txBody>
          <a:bodyPr anchorCtr="0" anchor="t" bIns="12700" lIns="12700" spcFirstLastPara="1" rIns="12700" wrap="square" tIns="12700">
            <a:noAutofit/>
          </a:bodyPr>
          <a:lstStyle/>
          <a:p>
            <a:pPr indent="0" lvl="0" marL="0" marR="0" rtl="0" algn="l">
              <a:lnSpc>
                <a:spcPct val="92000"/>
              </a:lnSpc>
              <a:spcBef>
                <a:spcPts val="0"/>
              </a:spcBef>
              <a:spcAft>
                <a:spcPts val="0"/>
              </a:spcAft>
              <a:buClr>
                <a:srgbClr val="779CEC"/>
              </a:buClr>
              <a:buSzPts val="2800"/>
              <a:buFont typeface="Plus Jakarta Sans"/>
              <a:buNone/>
            </a:pPr>
            <a:r>
              <a:rPr b="1" i="0" lang="en" sz="2800" u="none" cap="none" strike="noStrike">
                <a:solidFill>
                  <a:srgbClr val="779CEC"/>
                </a:solidFill>
                <a:latin typeface="Plus Jakarta Sans"/>
                <a:ea typeface="Plus Jakarta Sans"/>
                <a:cs typeface="Plus Jakarta Sans"/>
                <a:sym typeface="Plus Jakarta Sans"/>
              </a:rPr>
              <a:t>+60</a:t>
            </a:r>
            <a:r>
              <a:rPr b="1" i="0" lang="en" sz="1600" u="none" cap="none" strike="noStrike">
                <a:solidFill>
                  <a:srgbClr val="779CEC"/>
                </a:solidFill>
                <a:latin typeface="Plus Jakarta Sans"/>
                <a:ea typeface="Plus Jakarta Sans"/>
                <a:cs typeface="Plus Jakarta Sans"/>
                <a:sym typeface="Plus Jakarta Sans"/>
              </a:rPr>
              <a:t>%</a:t>
            </a:r>
            <a:endParaRPr b="0" i="0" sz="2800" u="none" cap="none" strike="noStrike">
              <a:solidFill>
                <a:schemeClr val="dk1"/>
              </a:solidFill>
              <a:latin typeface="Calibri"/>
              <a:ea typeface="Calibri"/>
              <a:cs typeface="Calibri"/>
              <a:sym typeface="Calibri"/>
            </a:endParaRPr>
          </a:p>
        </p:txBody>
      </p:sp>
      <p:sp>
        <p:nvSpPr>
          <p:cNvPr id="890" name="Google Shape;890;p42"/>
          <p:cNvSpPr/>
          <p:nvPr/>
        </p:nvSpPr>
        <p:spPr>
          <a:xfrm>
            <a:off x="5274171" y="2008101"/>
            <a:ext cx="3205969" cy="169069"/>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900"/>
              <a:buFont typeface="Plus Jakarta Sans"/>
              <a:buNone/>
            </a:pPr>
            <a:r>
              <a:rPr b="1" i="0" lang="en" sz="900" u="none" cap="none" strike="noStrike">
                <a:solidFill>
                  <a:srgbClr val="FFFFFF"/>
                </a:solidFill>
                <a:latin typeface="Plus Jakarta Sans"/>
                <a:ea typeface="Plus Jakarta Sans"/>
                <a:cs typeface="Plus Jakarta Sans"/>
                <a:sym typeface="Plus Jakarta Sans"/>
              </a:rPr>
              <a:t>resultado clave </a:t>
            </a:r>
            <a:r>
              <a:rPr b="0" i="0" lang="en" sz="900" u="none" cap="none" strike="noStrike">
                <a:solidFill>
                  <a:srgbClr val="FFFFFF"/>
                </a:solidFill>
                <a:latin typeface="Plus Jakarta Sans"/>
                <a:ea typeface="Plus Jakarta Sans"/>
                <a:cs typeface="Plus Jakarta Sans"/>
                <a:sym typeface="Plus Jakarta Sans"/>
              </a:rPr>
              <a:t>· en 3 meses</a:t>
            </a:r>
            <a:endParaRPr b="0" i="0" sz="900" u="none" cap="none" strike="noStrike">
              <a:solidFill>
                <a:schemeClr val="dk1"/>
              </a:solidFill>
              <a:latin typeface="Calibri"/>
              <a:ea typeface="Calibri"/>
              <a:cs typeface="Calibri"/>
              <a:sym typeface="Calibri"/>
            </a:endParaRPr>
          </a:p>
        </p:txBody>
      </p:sp>
      <p:sp>
        <p:nvSpPr>
          <p:cNvPr id="891" name="Google Shape;891;p42"/>
          <p:cNvSpPr/>
          <p:nvPr/>
        </p:nvSpPr>
        <p:spPr>
          <a:xfrm>
            <a:off x="5088433" y="2458157"/>
            <a:ext cx="3484067" cy="893341"/>
          </a:xfrm>
          <a:prstGeom prst="roundRect">
            <a:avLst>
              <a:gd fmla="val 14927" name="adj"/>
            </a:avLst>
          </a:prstGeom>
          <a:solidFill>
            <a:srgbClr val="FFFFFF">
              <a:alpha val="10196"/>
            </a:srgbClr>
          </a:solidFill>
          <a:ln cap="flat" cmpd="sng" w="9525">
            <a:solidFill>
              <a:srgbClr val="437AEF">
                <a:alpha val="34901"/>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892" name="Google Shape;892;p42"/>
          <p:cNvSpPr/>
          <p:nvPr/>
        </p:nvSpPr>
        <p:spPr>
          <a:xfrm>
            <a:off x="5274171" y="2643895"/>
            <a:ext cx="3205969" cy="343272"/>
          </a:xfrm>
          <a:prstGeom prst="rect">
            <a:avLst/>
          </a:prstGeom>
          <a:noFill/>
          <a:ln>
            <a:noFill/>
          </a:ln>
        </p:spPr>
        <p:txBody>
          <a:bodyPr anchorCtr="0" anchor="t" bIns="12700" lIns="12700" spcFirstLastPara="1" rIns="12700" wrap="square" tIns="12700">
            <a:noAutofit/>
          </a:bodyPr>
          <a:lstStyle/>
          <a:p>
            <a:pPr indent="0" lvl="0" marL="0" marR="0" rtl="0" algn="l">
              <a:lnSpc>
                <a:spcPct val="92000"/>
              </a:lnSpc>
              <a:spcBef>
                <a:spcPts val="0"/>
              </a:spcBef>
              <a:spcAft>
                <a:spcPts val="0"/>
              </a:spcAft>
              <a:buClr>
                <a:srgbClr val="779CEC"/>
              </a:buClr>
              <a:buSzPts val="2800"/>
              <a:buFont typeface="Plus Jakarta Sans"/>
              <a:buNone/>
            </a:pPr>
            <a:r>
              <a:rPr b="1" i="0" lang="en" sz="2800" u="none" cap="none" strike="noStrike">
                <a:solidFill>
                  <a:srgbClr val="779CEC"/>
                </a:solidFill>
                <a:latin typeface="Plus Jakarta Sans"/>
                <a:ea typeface="Plus Jakarta Sans"/>
                <a:cs typeface="Plus Jakarta Sans"/>
                <a:sym typeface="Plus Jakarta Sans"/>
              </a:rPr>
              <a:t>+35</a:t>
            </a:r>
            <a:r>
              <a:rPr b="1" i="0" lang="en" sz="1600" u="none" cap="none" strike="noStrike">
                <a:solidFill>
                  <a:srgbClr val="779CEC"/>
                </a:solidFill>
                <a:latin typeface="Plus Jakarta Sans"/>
                <a:ea typeface="Plus Jakarta Sans"/>
                <a:cs typeface="Plus Jakarta Sans"/>
                <a:sym typeface="Plus Jakarta Sans"/>
              </a:rPr>
              <a:t>%</a:t>
            </a:r>
            <a:endParaRPr b="0" i="0" sz="2800" u="none" cap="none" strike="noStrike">
              <a:solidFill>
                <a:schemeClr val="dk1"/>
              </a:solidFill>
              <a:latin typeface="Calibri"/>
              <a:ea typeface="Calibri"/>
              <a:cs typeface="Calibri"/>
              <a:sym typeface="Calibri"/>
            </a:endParaRPr>
          </a:p>
        </p:txBody>
      </p:sp>
      <p:sp>
        <p:nvSpPr>
          <p:cNvPr id="893" name="Google Shape;893;p42"/>
          <p:cNvSpPr/>
          <p:nvPr/>
        </p:nvSpPr>
        <p:spPr>
          <a:xfrm>
            <a:off x="5274171" y="3015742"/>
            <a:ext cx="3205969" cy="169069"/>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900"/>
              <a:buFont typeface="Plus Jakarta Sans"/>
              <a:buNone/>
            </a:pPr>
            <a:r>
              <a:rPr b="1" i="0" lang="en" sz="900" u="none" cap="none" strike="noStrike">
                <a:solidFill>
                  <a:srgbClr val="FFFFFF"/>
                </a:solidFill>
                <a:latin typeface="Plus Jakarta Sans"/>
                <a:ea typeface="Plus Jakarta Sans"/>
                <a:cs typeface="Plus Jakarta Sans"/>
                <a:sym typeface="Plus Jakarta Sans"/>
              </a:rPr>
              <a:t>resultado clave </a:t>
            </a:r>
            <a:r>
              <a:rPr b="0" i="0" lang="en" sz="900" u="none" cap="none" strike="noStrike">
                <a:solidFill>
                  <a:srgbClr val="FFFFFF"/>
                </a:solidFill>
                <a:latin typeface="Plus Jakarta Sans"/>
                <a:ea typeface="Plus Jakarta Sans"/>
                <a:cs typeface="Plus Jakarta Sans"/>
                <a:sym typeface="Plus Jakarta Sans"/>
              </a:rPr>
              <a:t>· en 4 meses</a:t>
            </a:r>
            <a:endParaRPr b="0" i="0" sz="900" u="none" cap="none" strike="noStrike">
              <a:solidFill>
                <a:schemeClr val="dk1"/>
              </a:solidFill>
              <a:latin typeface="Calibri"/>
              <a:ea typeface="Calibri"/>
              <a:cs typeface="Calibri"/>
              <a:sym typeface="Calibri"/>
            </a:endParaRPr>
          </a:p>
        </p:txBody>
      </p:sp>
      <p:sp>
        <p:nvSpPr>
          <p:cNvPr id="894" name="Google Shape;894;p42"/>
          <p:cNvSpPr/>
          <p:nvPr/>
        </p:nvSpPr>
        <p:spPr>
          <a:xfrm>
            <a:off x="5088433" y="3465798"/>
            <a:ext cx="3484067" cy="893341"/>
          </a:xfrm>
          <a:prstGeom prst="roundRect">
            <a:avLst>
              <a:gd fmla="val 14927" name="adj"/>
            </a:avLst>
          </a:prstGeom>
          <a:solidFill>
            <a:srgbClr val="FFFFFF">
              <a:alpha val="10196"/>
            </a:srgbClr>
          </a:solidFill>
          <a:ln cap="flat" cmpd="sng" w="9525">
            <a:solidFill>
              <a:srgbClr val="FFFFFF">
                <a:alpha val="18039"/>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895" name="Google Shape;895;p42"/>
          <p:cNvSpPr/>
          <p:nvPr/>
        </p:nvSpPr>
        <p:spPr>
          <a:xfrm>
            <a:off x="5274171" y="3651536"/>
            <a:ext cx="3205969" cy="343272"/>
          </a:xfrm>
          <a:prstGeom prst="rect">
            <a:avLst/>
          </a:prstGeom>
          <a:noFill/>
          <a:ln>
            <a:noFill/>
          </a:ln>
        </p:spPr>
        <p:txBody>
          <a:bodyPr anchorCtr="0" anchor="t" bIns="12700" lIns="12700" spcFirstLastPara="1" rIns="12700" wrap="square" tIns="12700">
            <a:noAutofit/>
          </a:bodyPr>
          <a:lstStyle/>
          <a:p>
            <a:pPr indent="0" lvl="0" marL="0" marR="0" rtl="0" algn="l">
              <a:lnSpc>
                <a:spcPct val="92000"/>
              </a:lnSpc>
              <a:spcBef>
                <a:spcPts val="0"/>
              </a:spcBef>
              <a:spcAft>
                <a:spcPts val="0"/>
              </a:spcAft>
              <a:buClr>
                <a:srgbClr val="FFFFFF"/>
              </a:buClr>
              <a:buSzPts val="2800"/>
              <a:buFont typeface="Plus Jakarta Sans"/>
              <a:buNone/>
            </a:pPr>
            <a:r>
              <a:rPr b="1" i="0" lang="en" sz="2800" u="none" cap="none" strike="noStrike">
                <a:solidFill>
                  <a:srgbClr val="FFFFFF"/>
                </a:solidFill>
                <a:latin typeface="Plus Jakarta Sans"/>
                <a:ea typeface="Plus Jakarta Sans"/>
                <a:cs typeface="Plus Jakarta Sans"/>
                <a:sym typeface="Plus Jakarta Sans"/>
              </a:rPr>
              <a:t>10% </a:t>
            </a:r>
            <a:r>
              <a:rPr b="1" lang="en" sz="1300">
                <a:solidFill>
                  <a:srgbClr val="779CEC"/>
                </a:solidFill>
                <a:latin typeface="Plus Jakarta Sans"/>
                <a:ea typeface="Plus Jakarta Sans"/>
                <a:cs typeface="Plus Jakarta Sans"/>
                <a:sym typeface="Plus Jakarta Sans"/>
              </a:rPr>
              <a:t>    </a:t>
            </a:r>
            <a:r>
              <a:rPr b="1" i="0" lang="en" sz="2800" u="none" cap="none" strike="noStrike">
                <a:solidFill>
                  <a:srgbClr val="FFFFFF"/>
                </a:solidFill>
                <a:latin typeface="Plus Jakarta Sans"/>
                <a:ea typeface="Plus Jakarta Sans"/>
                <a:cs typeface="Plus Jakarta Sans"/>
                <a:sym typeface="Plus Jakarta Sans"/>
              </a:rPr>
              <a:t>30</a:t>
            </a:r>
            <a:r>
              <a:rPr b="1" i="0" lang="en" sz="1600" u="none" cap="none" strike="noStrike">
                <a:solidFill>
                  <a:srgbClr val="FFFFFF"/>
                </a:solidFill>
                <a:latin typeface="Plus Jakarta Sans"/>
                <a:ea typeface="Plus Jakarta Sans"/>
                <a:cs typeface="Plus Jakarta Sans"/>
                <a:sym typeface="Plus Jakarta Sans"/>
              </a:rPr>
              <a:t>%</a:t>
            </a:r>
            <a:endParaRPr b="0" i="0" sz="2800" u="none" cap="none" strike="noStrike">
              <a:solidFill>
                <a:schemeClr val="dk1"/>
              </a:solidFill>
              <a:latin typeface="Calibri"/>
              <a:ea typeface="Calibri"/>
              <a:cs typeface="Calibri"/>
              <a:sym typeface="Calibri"/>
            </a:endParaRPr>
          </a:p>
        </p:txBody>
      </p:sp>
      <p:sp>
        <p:nvSpPr>
          <p:cNvPr id="896" name="Google Shape;896;p42"/>
          <p:cNvSpPr/>
          <p:nvPr/>
        </p:nvSpPr>
        <p:spPr>
          <a:xfrm>
            <a:off x="5274171" y="4023383"/>
            <a:ext cx="3205969" cy="169069"/>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900"/>
              <a:buFont typeface="Plus Jakarta Sans"/>
              <a:buNone/>
            </a:pPr>
            <a:r>
              <a:rPr b="1" i="0" lang="en" sz="900" u="none" cap="none" strike="noStrike">
                <a:solidFill>
                  <a:srgbClr val="FFFFFF"/>
                </a:solidFill>
                <a:latin typeface="Plus Jakarta Sans"/>
                <a:ea typeface="Plus Jakarta Sans"/>
                <a:cs typeface="Plus Jakarta Sans"/>
                <a:sym typeface="Plus Jakarta Sans"/>
              </a:rPr>
              <a:t>conversión, triplicada</a:t>
            </a:r>
            <a:endParaRPr b="0" i="0" sz="900" u="none" cap="none" strike="noStrike">
              <a:solidFill>
                <a:schemeClr val="dk1"/>
              </a:solidFill>
              <a:latin typeface="Calibri"/>
              <a:ea typeface="Calibri"/>
              <a:cs typeface="Calibri"/>
              <a:sym typeface="Calibri"/>
            </a:endParaRPr>
          </a:p>
        </p:txBody>
      </p:sp>
      <p:pic>
        <p:nvPicPr>
          <p:cNvPr descr="preencoded.png" id="897" name="Google Shape;897;p42"/>
          <p:cNvPicPr preferRelativeResize="0"/>
          <p:nvPr/>
        </p:nvPicPr>
        <p:blipFill rotWithShape="1">
          <a:blip r:embed="rId3">
            <a:alphaModFix/>
          </a:blip>
          <a:srcRect b="0" l="0" r="0" t="0"/>
          <a:stretch/>
        </p:blipFill>
        <p:spPr>
          <a:xfrm>
            <a:off x="571500" y="4767263"/>
            <a:ext cx="664369" cy="128588"/>
          </a:xfrm>
          <a:prstGeom prst="rect">
            <a:avLst/>
          </a:prstGeom>
          <a:noFill/>
          <a:ln>
            <a:noFill/>
          </a:ln>
        </p:spPr>
      </p:pic>
      <p:sp>
        <p:nvSpPr>
          <p:cNvPr id="898" name="Google Shape;898;p42"/>
          <p:cNvSpPr/>
          <p:nvPr/>
        </p:nvSpPr>
        <p:spPr>
          <a:xfrm>
            <a:off x="8466200" y="4777978"/>
            <a:ext cx="144401" cy="1262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700"/>
              <a:buFont typeface="Plus Jakarta Sans"/>
              <a:buNone/>
            </a:pPr>
            <a:r>
              <a:rPr b="1" i="0" lang="en" sz="700" u="none" cap="none" strike="noStrike">
                <a:solidFill>
                  <a:srgbClr val="FFFFFF"/>
                </a:solidFill>
                <a:latin typeface="Plus Jakarta Sans"/>
                <a:ea typeface="Plus Jakarta Sans"/>
                <a:cs typeface="Plus Jakarta Sans"/>
                <a:sym typeface="Plus Jakarta Sans"/>
              </a:rPr>
              <a:t>24</a:t>
            </a:r>
            <a:endParaRPr b="0" i="0" sz="700" u="none" cap="none" strike="noStrike">
              <a:solidFill>
                <a:schemeClr val="dk1"/>
              </a:solidFill>
              <a:latin typeface="Calibri"/>
              <a:ea typeface="Calibri"/>
              <a:cs typeface="Calibri"/>
              <a:sym typeface="Calibri"/>
            </a:endParaRPr>
          </a:p>
        </p:txBody>
      </p:sp>
      <p:sp>
        <p:nvSpPr>
          <p:cNvPr id="899" name="Google Shape;899;p42"/>
          <p:cNvSpPr txBox="1"/>
          <p:nvPr/>
        </p:nvSpPr>
        <p:spPr>
          <a:xfrm>
            <a:off x="5964073" y="3664947"/>
            <a:ext cx="238200" cy="368700"/>
          </a:xfrm>
          <a:prstGeom prst="rect">
            <a:avLst/>
          </a:prstGeom>
          <a:noFill/>
          <a:ln>
            <a:noFill/>
          </a:ln>
        </p:spPr>
        <p:txBody>
          <a:bodyPr anchorCtr="0" anchor="t" bIns="91425" lIns="91425" spcFirstLastPara="1" rIns="91425" wrap="square" tIns="91425">
            <a:spAutoFit/>
          </a:bodyPr>
          <a:lstStyle/>
          <a:p>
            <a:pPr indent="0" lvl="0" marL="0" rtl="0" algn="l">
              <a:lnSpc>
                <a:spcPct val="92000"/>
              </a:lnSpc>
              <a:spcBef>
                <a:spcPts val="0"/>
              </a:spcBef>
              <a:spcAft>
                <a:spcPts val="0"/>
              </a:spcAft>
              <a:buNone/>
            </a:pPr>
            <a:r>
              <a:rPr b="1" lang="en" sz="1300">
                <a:solidFill>
                  <a:srgbClr val="779CEC"/>
                </a:solidFill>
                <a:latin typeface="Plus Jakarta Sans"/>
                <a:ea typeface="Plus Jakarta Sans"/>
                <a:cs typeface="Plus Jakarta Sans"/>
                <a:sym typeface="Plus Jakarta Sans"/>
              </a:rPr>
              <a:t>→</a:t>
            </a:r>
            <a:endParaRPr/>
          </a:p>
        </p:txBody>
      </p:sp>
      <p:sp>
        <p:nvSpPr>
          <p:cNvPr id="900" name="Google Shape;900;p42"/>
          <p:cNvSpPr/>
          <p:nvPr/>
        </p:nvSpPr>
        <p:spPr>
          <a:xfrm>
            <a:off x="851597" y="2146676"/>
            <a:ext cx="211374" cy="211392"/>
          </a:xfrm>
          <a:custGeom>
            <a:rect b="b" l="l" r="r" t="t"/>
            <a:pathLst>
              <a:path extrusionOk="0" fill="none" h="2400" w="2400">
                <a:moveTo>
                  <a:pt x="1600" y="1100"/>
                </a:moveTo>
                <a:lnTo>
                  <a:pt x="1800" y="1300"/>
                </a:lnTo>
                <a:lnTo>
                  <a:pt x="2200" y="900"/>
                </a:lnTo>
                <a:moveTo>
                  <a:pt x="1600" y="2100"/>
                </a:moveTo>
                <a:lnTo>
                  <a:pt x="1600" y="1900"/>
                </a:lnTo>
                <a:lnTo>
                  <a:pt x="1598" y="1861"/>
                </a:lnTo>
                <a:lnTo>
                  <a:pt x="1592" y="1822"/>
                </a:lnTo>
                <a:lnTo>
                  <a:pt x="1583" y="1784"/>
                </a:lnTo>
                <a:lnTo>
                  <a:pt x="1570" y="1747"/>
                </a:lnTo>
                <a:lnTo>
                  <a:pt x="1553" y="1711"/>
                </a:lnTo>
                <a:lnTo>
                  <a:pt x="1533" y="1678"/>
                </a:lnTo>
                <a:lnTo>
                  <a:pt x="1509" y="1646"/>
                </a:lnTo>
                <a:lnTo>
                  <a:pt x="1483" y="1617"/>
                </a:lnTo>
                <a:lnTo>
                  <a:pt x="1454" y="1591"/>
                </a:lnTo>
                <a:lnTo>
                  <a:pt x="1422" y="1567"/>
                </a:lnTo>
                <a:lnTo>
                  <a:pt x="1389" y="1547"/>
                </a:lnTo>
                <a:lnTo>
                  <a:pt x="1353" y="1530"/>
                </a:lnTo>
                <a:lnTo>
                  <a:pt x="1316" y="1517"/>
                </a:lnTo>
                <a:lnTo>
                  <a:pt x="1278" y="1508"/>
                </a:lnTo>
                <a:lnTo>
                  <a:pt x="1239" y="1502"/>
                </a:lnTo>
                <a:lnTo>
                  <a:pt x="1200" y="1500"/>
                </a:lnTo>
                <a:lnTo>
                  <a:pt x="600" y="1500"/>
                </a:lnTo>
                <a:lnTo>
                  <a:pt x="561" y="1502"/>
                </a:lnTo>
                <a:lnTo>
                  <a:pt x="522" y="1508"/>
                </a:lnTo>
                <a:lnTo>
                  <a:pt x="484" y="1517"/>
                </a:lnTo>
                <a:lnTo>
                  <a:pt x="447" y="1530"/>
                </a:lnTo>
                <a:lnTo>
                  <a:pt x="411" y="1547"/>
                </a:lnTo>
                <a:lnTo>
                  <a:pt x="378" y="1567"/>
                </a:lnTo>
                <a:lnTo>
                  <a:pt x="346" y="1591"/>
                </a:lnTo>
                <a:lnTo>
                  <a:pt x="317" y="1617"/>
                </a:lnTo>
                <a:lnTo>
                  <a:pt x="291" y="1646"/>
                </a:lnTo>
                <a:lnTo>
                  <a:pt x="267" y="1678"/>
                </a:lnTo>
                <a:lnTo>
                  <a:pt x="247" y="1711"/>
                </a:lnTo>
                <a:lnTo>
                  <a:pt x="230" y="1747"/>
                </a:lnTo>
                <a:lnTo>
                  <a:pt x="217" y="1784"/>
                </a:lnTo>
                <a:lnTo>
                  <a:pt x="208" y="1822"/>
                </a:lnTo>
                <a:lnTo>
                  <a:pt x="202" y="1861"/>
                </a:lnTo>
                <a:lnTo>
                  <a:pt x="200" y="1900"/>
                </a:lnTo>
                <a:lnTo>
                  <a:pt x="200" y="2100"/>
                </a:lnTo>
                <a:moveTo>
                  <a:pt x="1300" y="700"/>
                </a:moveTo>
                <a:cubicBezTo>
                  <a:pt x="1300" y="921"/>
                  <a:pt x="1121" y="1100"/>
                  <a:pt x="900" y="1100"/>
                </a:cubicBezTo>
                <a:cubicBezTo>
                  <a:pt x="679" y="1100"/>
                  <a:pt x="500" y="921"/>
                  <a:pt x="500" y="700"/>
                </a:cubicBezTo>
                <a:cubicBezTo>
                  <a:pt x="500" y="479"/>
                  <a:pt x="679" y="300"/>
                  <a:pt x="900" y="300"/>
                </a:cubicBezTo>
                <a:cubicBezTo>
                  <a:pt x="1121" y="300"/>
                  <a:pt x="1300" y="479"/>
                  <a:pt x="1300" y="700"/>
                </a:cubicBezTo>
                <a:close/>
              </a:path>
            </a:pathLst>
          </a:custGeom>
          <a:noFill/>
          <a:ln cap="rnd" cmpd="sng" w="19050">
            <a:solidFill>
              <a:srgbClr val="006BFE"/>
            </a:solidFill>
            <a:prstDash val="solid"/>
            <a:round/>
            <a:headEnd len="sm" w="sm" type="none"/>
            <a:tailEnd len="sm" w="sm" type="none"/>
          </a:ln>
        </p:spPr>
        <p:txBody>
          <a:bodyPr anchorCtr="0" anchor="t" bIns="28100" lIns="56300" spcFirstLastPara="1" rIns="56300" wrap="square" tIns="28100">
            <a:noAutofit/>
          </a:bodyPr>
          <a:lstStyle/>
          <a:p>
            <a:pPr indent="0" lvl="0" marL="0" marR="0" rtl="0" algn="l">
              <a:spcBef>
                <a:spcPts val="0"/>
              </a:spcBef>
              <a:spcAft>
                <a:spcPts val="0"/>
              </a:spcAft>
              <a:buNone/>
            </a:pPr>
            <a:r>
              <a:t/>
            </a:r>
            <a:endParaRPr sz="1149">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sp>
        <p:nvSpPr>
          <p:cNvPr id="906" name="Google Shape;906;p43"/>
          <p:cNvSpPr/>
          <p:nvPr/>
        </p:nvSpPr>
        <p:spPr>
          <a:xfrm>
            <a:off x="571500" y="457200"/>
            <a:ext cx="8241030" cy="201922"/>
          </a:xfrm>
          <a:prstGeom prst="rect">
            <a:avLst/>
          </a:prstGeom>
          <a:noFill/>
          <a:ln>
            <a:noFill/>
          </a:ln>
        </p:spPr>
        <p:txBody>
          <a:bodyPr anchorCtr="0" anchor="t" bIns="12700" lIns="12700" spcFirstLastPara="1" rIns="12700" wrap="square" tIns="12700">
            <a:noAutofit/>
          </a:bodyPr>
          <a:lstStyle/>
          <a:p>
            <a:pPr indent="0" lvl="0" marL="0" marR="0" rtl="0" algn="l">
              <a:lnSpc>
                <a:spcPct val="160000"/>
              </a:lnSpc>
              <a:spcBef>
                <a:spcPts val="0"/>
              </a:spcBef>
              <a:spcAft>
                <a:spcPts val="0"/>
              </a:spcAft>
              <a:buClr>
                <a:srgbClr val="437AEF"/>
              </a:buClr>
              <a:buSzPts val="900"/>
              <a:buFont typeface="Plus Jakarta Sans"/>
              <a:buNone/>
            </a:pPr>
            <a:r>
              <a:rPr b="1" i="0" lang="en" sz="1100" u="none" cap="none" strike="noStrike">
                <a:solidFill>
                  <a:srgbClr val="437AEF"/>
                </a:solidFill>
                <a:latin typeface="Plus Jakarta Sans"/>
                <a:ea typeface="Plus Jakarta Sans"/>
                <a:cs typeface="Plus Jakarta Sans"/>
                <a:sym typeface="Plus Jakarta Sans"/>
              </a:rPr>
              <a:t>POR QUÉ VAMBE</a:t>
            </a:r>
            <a:endParaRPr b="0" i="0" sz="1100" u="none" cap="none" strike="noStrike">
              <a:solidFill>
                <a:schemeClr val="dk1"/>
              </a:solidFill>
              <a:latin typeface="Calibri"/>
              <a:ea typeface="Calibri"/>
              <a:cs typeface="Calibri"/>
              <a:sym typeface="Calibri"/>
            </a:endParaRPr>
          </a:p>
        </p:txBody>
      </p:sp>
      <p:sp>
        <p:nvSpPr>
          <p:cNvPr id="907" name="Google Shape;907;p43"/>
          <p:cNvSpPr/>
          <p:nvPr/>
        </p:nvSpPr>
        <p:spPr>
          <a:xfrm>
            <a:off x="571500" y="725798"/>
            <a:ext cx="7358063" cy="378507"/>
          </a:xfrm>
          <a:prstGeom prst="rect">
            <a:avLst/>
          </a:prstGeom>
          <a:noFill/>
          <a:ln>
            <a:noFill/>
          </a:ln>
        </p:spPr>
        <p:txBody>
          <a:bodyPr anchorCtr="0" anchor="t" bIns="12700" lIns="12700" spcFirstLastPara="1" rIns="12700" wrap="square" tIns="12700">
            <a:noAutofit/>
          </a:bodyPr>
          <a:lstStyle/>
          <a:p>
            <a:pPr indent="0" lvl="0" marL="0" marR="0" rtl="0" algn="l">
              <a:lnSpc>
                <a:spcPct val="102000"/>
              </a:lnSpc>
              <a:spcBef>
                <a:spcPts val="0"/>
              </a:spcBef>
              <a:spcAft>
                <a:spcPts val="0"/>
              </a:spcAft>
              <a:buClr>
                <a:srgbClr val="020617"/>
              </a:buClr>
              <a:buSzPts val="2800"/>
              <a:buFont typeface="Plus Jakarta Sans"/>
              <a:buNone/>
            </a:pPr>
            <a:r>
              <a:rPr i="0" lang="en" sz="2800" u="none" cap="none" strike="noStrike">
                <a:solidFill>
                  <a:srgbClr val="020617"/>
                </a:solidFill>
                <a:latin typeface="Plus Jakarta Sans ExtraBold"/>
                <a:ea typeface="Plus Jakarta Sans ExtraBold"/>
                <a:cs typeface="Plus Jakarta Sans ExtraBold"/>
                <a:sym typeface="Plus Jakarta Sans ExtraBold"/>
              </a:rPr>
              <a:t>El copiloto de ventas que </a:t>
            </a:r>
            <a:r>
              <a:rPr i="1" lang="en" sz="2800" u="none" cap="none" strike="noStrike">
                <a:solidFill>
                  <a:srgbClr val="437AEF"/>
                </a:solidFill>
                <a:latin typeface="Plus Jakarta Sans ExtraBold"/>
                <a:ea typeface="Plus Jakarta Sans ExtraBold"/>
                <a:cs typeface="Plus Jakarta Sans ExtraBold"/>
                <a:sym typeface="Plus Jakarta Sans ExtraBold"/>
              </a:rPr>
              <a:t>ejecuta</a:t>
            </a:r>
            <a:endParaRPr i="0" sz="2800" u="none" cap="none" strike="noStrike">
              <a:solidFill>
                <a:schemeClr val="dk1"/>
              </a:solidFill>
              <a:latin typeface="Plus Jakarta Sans ExtraBold"/>
              <a:ea typeface="Plus Jakarta Sans ExtraBold"/>
              <a:cs typeface="Plus Jakarta Sans ExtraBold"/>
              <a:sym typeface="Plus Jakarta Sans ExtraBold"/>
            </a:endParaRPr>
          </a:p>
        </p:txBody>
      </p:sp>
      <p:sp>
        <p:nvSpPr>
          <p:cNvPr id="908" name="Google Shape;908;p43"/>
          <p:cNvSpPr/>
          <p:nvPr/>
        </p:nvSpPr>
        <p:spPr>
          <a:xfrm>
            <a:off x="571500" y="1880444"/>
            <a:ext cx="3933825" cy="967234"/>
          </a:xfrm>
          <a:prstGeom prst="roundRect">
            <a:avLst>
              <a:gd fmla="val 13787" name="adj"/>
            </a:avLst>
          </a:prstGeom>
          <a:solidFill>
            <a:srgbClr val="FFFFFF"/>
          </a:solidFill>
          <a:ln>
            <a:noFill/>
          </a:ln>
          <a:effectLst>
            <a:outerShdw blurRad="457200" rotWithShape="0" algn="bl" dir="5400000" dist="171450">
              <a:srgbClr val="0A1C43">
                <a:alpha val="10196"/>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909" name="Google Shape;909;p43"/>
          <p:cNvSpPr/>
          <p:nvPr/>
        </p:nvSpPr>
        <p:spPr>
          <a:xfrm>
            <a:off x="771525" y="2080469"/>
            <a:ext cx="400050" cy="400050"/>
          </a:xfrm>
          <a:prstGeom prst="roundRect">
            <a:avLst>
              <a:gd fmla="val 30952" name="adj"/>
            </a:avLst>
          </a:prstGeom>
          <a:solidFill>
            <a:srgbClr val="E2EA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910" name="Google Shape;910;p43"/>
          <p:cNvSpPr/>
          <p:nvPr/>
        </p:nvSpPr>
        <p:spPr>
          <a:xfrm>
            <a:off x="1314450" y="2080469"/>
            <a:ext cx="3080576" cy="197644"/>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020617"/>
              </a:buClr>
              <a:buSzPts val="1100"/>
              <a:buFont typeface="Plus Jakarta Sans"/>
              <a:buNone/>
            </a:pPr>
            <a:r>
              <a:rPr b="1" i="0" lang="en" sz="1100" u="none" cap="none" strike="noStrike">
                <a:solidFill>
                  <a:srgbClr val="020617"/>
                </a:solidFill>
                <a:latin typeface="Plus Jakarta Sans"/>
                <a:ea typeface="Plus Jakarta Sans"/>
                <a:cs typeface="Plus Jakarta Sans"/>
                <a:sym typeface="Plus Jakarta Sans"/>
              </a:rPr>
              <a:t>IA que ejecuta acciones</a:t>
            </a:r>
            <a:endParaRPr b="0" i="0" sz="1100" u="none" cap="none" strike="noStrike">
              <a:solidFill>
                <a:schemeClr val="dk1"/>
              </a:solidFill>
              <a:latin typeface="Calibri"/>
              <a:ea typeface="Calibri"/>
              <a:cs typeface="Calibri"/>
              <a:sym typeface="Calibri"/>
            </a:endParaRPr>
          </a:p>
        </p:txBody>
      </p:sp>
      <p:sp>
        <p:nvSpPr>
          <p:cNvPr id="911" name="Google Shape;911;p43"/>
          <p:cNvSpPr/>
          <p:nvPr/>
        </p:nvSpPr>
        <p:spPr>
          <a:xfrm>
            <a:off x="1314450" y="2316212"/>
            <a:ext cx="3080576" cy="350490"/>
          </a:xfrm>
          <a:prstGeom prst="rect">
            <a:avLst/>
          </a:prstGeom>
          <a:noFill/>
          <a:ln>
            <a:noFill/>
          </a:ln>
        </p:spPr>
        <p:txBody>
          <a:bodyPr anchorCtr="0" anchor="t" bIns="12700" lIns="12700" spcFirstLastPara="1" rIns="12700" wrap="square" tIns="12700">
            <a:noAutofit/>
          </a:bodyPr>
          <a:lstStyle/>
          <a:p>
            <a:pPr indent="0" lvl="0" marL="0" marR="0" rtl="0" algn="l">
              <a:lnSpc>
                <a:spcPct val="145000"/>
              </a:lnSpc>
              <a:spcBef>
                <a:spcPts val="0"/>
              </a:spcBef>
              <a:spcAft>
                <a:spcPts val="0"/>
              </a:spcAft>
              <a:buClr>
                <a:srgbClr val="475569"/>
              </a:buClr>
              <a:buSzPts val="900"/>
              <a:buFont typeface="Plus Jakarta Sans"/>
              <a:buNone/>
            </a:pPr>
            <a:r>
              <a:rPr b="0" i="0" lang="en" sz="900" u="none" cap="none" strike="noStrike">
                <a:solidFill>
                  <a:srgbClr val="475569"/>
                </a:solidFill>
                <a:latin typeface="Plus Jakarta Sans"/>
                <a:ea typeface="Plus Jakarta Sans"/>
                <a:cs typeface="Plus Jakarta Sans"/>
                <a:sym typeface="Plus Jakarta Sans"/>
              </a:rPr>
              <a:t>No solo responde: agenda, actualiza el CRM, cobra y deriva al equipo en el momento indicado.</a:t>
            </a:r>
            <a:endParaRPr b="0" i="0" sz="900" u="none" cap="none" strike="noStrike">
              <a:solidFill>
                <a:schemeClr val="dk1"/>
              </a:solidFill>
              <a:latin typeface="Calibri"/>
              <a:ea typeface="Calibri"/>
              <a:cs typeface="Calibri"/>
              <a:sym typeface="Calibri"/>
            </a:endParaRPr>
          </a:p>
        </p:txBody>
      </p:sp>
      <p:sp>
        <p:nvSpPr>
          <p:cNvPr id="912" name="Google Shape;912;p43"/>
          <p:cNvSpPr/>
          <p:nvPr/>
        </p:nvSpPr>
        <p:spPr>
          <a:xfrm>
            <a:off x="4638675" y="1880444"/>
            <a:ext cx="3933825" cy="967234"/>
          </a:xfrm>
          <a:prstGeom prst="roundRect">
            <a:avLst>
              <a:gd fmla="val 13787" name="adj"/>
            </a:avLst>
          </a:prstGeom>
          <a:solidFill>
            <a:srgbClr val="FFFFFF"/>
          </a:solidFill>
          <a:ln>
            <a:noFill/>
          </a:ln>
          <a:effectLst>
            <a:outerShdw blurRad="457200" rotWithShape="0" algn="bl" dir="5400000" dist="171450">
              <a:srgbClr val="0A1C43">
                <a:alpha val="10196"/>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913" name="Google Shape;913;p43"/>
          <p:cNvSpPr/>
          <p:nvPr/>
        </p:nvSpPr>
        <p:spPr>
          <a:xfrm>
            <a:off x="4838700" y="2080469"/>
            <a:ext cx="400050" cy="400050"/>
          </a:xfrm>
          <a:prstGeom prst="roundRect">
            <a:avLst>
              <a:gd fmla="val 30952" name="adj"/>
            </a:avLst>
          </a:prstGeom>
          <a:solidFill>
            <a:srgbClr val="FFECD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914" name="Google Shape;914;p43"/>
          <p:cNvSpPr/>
          <p:nvPr/>
        </p:nvSpPr>
        <p:spPr>
          <a:xfrm>
            <a:off x="5381625" y="2080469"/>
            <a:ext cx="3080576" cy="197644"/>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020617"/>
              </a:buClr>
              <a:buSzPts val="1100"/>
              <a:buFont typeface="Plus Jakarta Sans"/>
              <a:buNone/>
            </a:pPr>
            <a:r>
              <a:rPr b="1" i="0" lang="en" sz="1100" u="none" cap="none" strike="noStrike">
                <a:solidFill>
                  <a:srgbClr val="020617"/>
                </a:solidFill>
                <a:latin typeface="Plus Jakarta Sans"/>
                <a:ea typeface="Plus Jakarta Sans"/>
                <a:cs typeface="Plus Jakarta Sans"/>
                <a:sym typeface="Plus Jakarta Sans"/>
              </a:rPr>
              <a:t>Multicanal nativo</a:t>
            </a:r>
            <a:endParaRPr b="0" i="0" sz="1100" u="none" cap="none" strike="noStrike">
              <a:solidFill>
                <a:schemeClr val="dk1"/>
              </a:solidFill>
              <a:latin typeface="Calibri"/>
              <a:ea typeface="Calibri"/>
              <a:cs typeface="Calibri"/>
              <a:sym typeface="Calibri"/>
            </a:endParaRPr>
          </a:p>
        </p:txBody>
      </p:sp>
      <p:sp>
        <p:nvSpPr>
          <p:cNvPr id="915" name="Google Shape;915;p43"/>
          <p:cNvSpPr/>
          <p:nvPr/>
        </p:nvSpPr>
        <p:spPr>
          <a:xfrm>
            <a:off x="5381625" y="2316212"/>
            <a:ext cx="3080576" cy="350490"/>
          </a:xfrm>
          <a:prstGeom prst="rect">
            <a:avLst/>
          </a:prstGeom>
          <a:noFill/>
          <a:ln>
            <a:noFill/>
          </a:ln>
        </p:spPr>
        <p:txBody>
          <a:bodyPr anchorCtr="0" anchor="t" bIns="12700" lIns="12700" spcFirstLastPara="1" rIns="12700" wrap="square" tIns="12700">
            <a:noAutofit/>
          </a:bodyPr>
          <a:lstStyle/>
          <a:p>
            <a:pPr indent="0" lvl="0" marL="0" marR="0" rtl="0" algn="l">
              <a:lnSpc>
                <a:spcPct val="145000"/>
              </a:lnSpc>
              <a:spcBef>
                <a:spcPts val="0"/>
              </a:spcBef>
              <a:spcAft>
                <a:spcPts val="0"/>
              </a:spcAft>
              <a:buClr>
                <a:srgbClr val="475569"/>
              </a:buClr>
              <a:buSzPts val="900"/>
              <a:buFont typeface="Plus Jakarta Sans"/>
              <a:buNone/>
            </a:pPr>
            <a:r>
              <a:rPr b="0" i="0" lang="en" sz="900" u="none" cap="none" strike="noStrike">
                <a:solidFill>
                  <a:srgbClr val="475569"/>
                </a:solidFill>
                <a:latin typeface="Plus Jakarta Sans"/>
                <a:ea typeface="Plus Jakarta Sans"/>
                <a:cs typeface="Plus Jakarta Sans"/>
                <a:sym typeface="Plus Jakarta Sans"/>
              </a:rPr>
              <a:t>WhatsApp, Instagram, Webchat, email y más, con conversaciones unificadas y memoria de largo plazo.</a:t>
            </a:r>
            <a:endParaRPr b="0" i="0" sz="900" u="none" cap="none" strike="noStrike">
              <a:solidFill>
                <a:schemeClr val="dk1"/>
              </a:solidFill>
              <a:latin typeface="Calibri"/>
              <a:ea typeface="Calibri"/>
              <a:cs typeface="Calibri"/>
              <a:sym typeface="Calibri"/>
            </a:endParaRPr>
          </a:p>
        </p:txBody>
      </p:sp>
      <p:sp>
        <p:nvSpPr>
          <p:cNvPr id="916" name="Google Shape;916;p43"/>
          <p:cNvSpPr/>
          <p:nvPr/>
        </p:nvSpPr>
        <p:spPr>
          <a:xfrm>
            <a:off x="571500" y="2981027"/>
            <a:ext cx="3933825" cy="967234"/>
          </a:xfrm>
          <a:prstGeom prst="roundRect">
            <a:avLst>
              <a:gd fmla="val 13787" name="adj"/>
            </a:avLst>
          </a:prstGeom>
          <a:solidFill>
            <a:srgbClr val="FFFFFF"/>
          </a:solidFill>
          <a:ln>
            <a:noFill/>
          </a:ln>
          <a:effectLst>
            <a:outerShdw blurRad="457200" rotWithShape="0" algn="bl" dir="5400000" dist="171450">
              <a:srgbClr val="0A1C43">
                <a:alpha val="10196"/>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917" name="Google Shape;917;p43"/>
          <p:cNvSpPr/>
          <p:nvPr/>
        </p:nvSpPr>
        <p:spPr>
          <a:xfrm>
            <a:off x="771525" y="3181053"/>
            <a:ext cx="400050" cy="400050"/>
          </a:xfrm>
          <a:prstGeom prst="roundRect">
            <a:avLst>
              <a:gd fmla="val 30952" name="adj"/>
            </a:avLst>
          </a:prstGeom>
          <a:solidFill>
            <a:srgbClr val="E9E8FE"/>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918" name="Google Shape;918;p43"/>
          <p:cNvSpPr/>
          <p:nvPr/>
        </p:nvSpPr>
        <p:spPr>
          <a:xfrm>
            <a:off x="1314450" y="3181053"/>
            <a:ext cx="3080576" cy="197644"/>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020617"/>
              </a:buClr>
              <a:buSzPts val="1100"/>
              <a:buFont typeface="Plus Jakarta Sans"/>
              <a:buNone/>
            </a:pPr>
            <a:r>
              <a:rPr b="1" i="0" lang="en" sz="1100" u="none" cap="none" strike="noStrike">
                <a:solidFill>
                  <a:srgbClr val="020617"/>
                </a:solidFill>
                <a:latin typeface="Plus Jakarta Sans"/>
                <a:ea typeface="Plus Jakarta Sans"/>
                <a:cs typeface="Plus Jakarta Sans"/>
                <a:sym typeface="Plus Jakarta Sans"/>
              </a:rPr>
              <a:t>Atribución de revenue real</a:t>
            </a:r>
            <a:endParaRPr b="0" i="0" sz="1100" u="none" cap="none" strike="noStrike">
              <a:solidFill>
                <a:schemeClr val="dk1"/>
              </a:solidFill>
              <a:latin typeface="Calibri"/>
              <a:ea typeface="Calibri"/>
              <a:cs typeface="Calibri"/>
              <a:sym typeface="Calibri"/>
            </a:endParaRPr>
          </a:p>
        </p:txBody>
      </p:sp>
      <p:sp>
        <p:nvSpPr>
          <p:cNvPr id="919" name="Google Shape;919;p43"/>
          <p:cNvSpPr/>
          <p:nvPr/>
        </p:nvSpPr>
        <p:spPr>
          <a:xfrm>
            <a:off x="1314450" y="3416796"/>
            <a:ext cx="3080576" cy="350490"/>
          </a:xfrm>
          <a:prstGeom prst="rect">
            <a:avLst/>
          </a:prstGeom>
          <a:noFill/>
          <a:ln>
            <a:noFill/>
          </a:ln>
        </p:spPr>
        <p:txBody>
          <a:bodyPr anchorCtr="0" anchor="t" bIns="12700" lIns="12700" spcFirstLastPara="1" rIns="12700" wrap="square" tIns="12700">
            <a:noAutofit/>
          </a:bodyPr>
          <a:lstStyle/>
          <a:p>
            <a:pPr indent="0" lvl="0" marL="0" marR="0" rtl="0" algn="l">
              <a:lnSpc>
                <a:spcPct val="145000"/>
              </a:lnSpc>
              <a:spcBef>
                <a:spcPts val="0"/>
              </a:spcBef>
              <a:spcAft>
                <a:spcPts val="0"/>
              </a:spcAft>
              <a:buClr>
                <a:srgbClr val="475569"/>
              </a:buClr>
              <a:buSzPts val="900"/>
              <a:buFont typeface="Plus Jakarta Sans"/>
              <a:buNone/>
            </a:pPr>
            <a:r>
              <a:rPr b="0" i="0" lang="en" sz="900" u="none" cap="none" strike="noStrike">
                <a:solidFill>
                  <a:srgbClr val="475569"/>
                </a:solidFill>
                <a:latin typeface="Plus Jakarta Sans"/>
                <a:ea typeface="Plus Jakarta Sans"/>
                <a:cs typeface="Plus Jakarta Sans"/>
                <a:sym typeface="Plus Jakarta Sans"/>
              </a:rPr>
              <a:t>Optimiza la pauta según ventas, no clicks. Tu inversión va donde efectivamente convierte.</a:t>
            </a:r>
            <a:endParaRPr b="0" i="0" sz="900" u="none" cap="none" strike="noStrike">
              <a:solidFill>
                <a:schemeClr val="dk1"/>
              </a:solidFill>
              <a:latin typeface="Calibri"/>
              <a:ea typeface="Calibri"/>
              <a:cs typeface="Calibri"/>
              <a:sym typeface="Calibri"/>
            </a:endParaRPr>
          </a:p>
        </p:txBody>
      </p:sp>
      <p:sp>
        <p:nvSpPr>
          <p:cNvPr id="920" name="Google Shape;920;p43"/>
          <p:cNvSpPr/>
          <p:nvPr/>
        </p:nvSpPr>
        <p:spPr>
          <a:xfrm>
            <a:off x="4638675" y="2981027"/>
            <a:ext cx="3933825" cy="967234"/>
          </a:xfrm>
          <a:prstGeom prst="roundRect">
            <a:avLst>
              <a:gd fmla="val 13787" name="adj"/>
            </a:avLst>
          </a:prstGeom>
          <a:solidFill>
            <a:srgbClr val="FFFFFF"/>
          </a:solidFill>
          <a:ln>
            <a:noFill/>
          </a:ln>
          <a:effectLst>
            <a:outerShdw blurRad="457200" rotWithShape="0" algn="bl" dir="5400000" dist="171450">
              <a:srgbClr val="0A1C43">
                <a:alpha val="10196"/>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921" name="Google Shape;921;p43"/>
          <p:cNvSpPr/>
          <p:nvPr/>
        </p:nvSpPr>
        <p:spPr>
          <a:xfrm>
            <a:off x="4838700" y="3181053"/>
            <a:ext cx="400050" cy="400050"/>
          </a:xfrm>
          <a:prstGeom prst="roundRect">
            <a:avLst>
              <a:gd fmla="val 30952" name="adj"/>
            </a:avLst>
          </a:prstGeom>
          <a:solidFill>
            <a:srgbClr val="E2EA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922" name="Google Shape;922;p43"/>
          <p:cNvSpPr/>
          <p:nvPr/>
        </p:nvSpPr>
        <p:spPr>
          <a:xfrm>
            <a:off x="5381625" y="3181053"/>
            <a:ext cx="3080576" cy="197644"/>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020617"/>
              </a:buClr>
              <a:buSzPts val="1100"/>
              <a:buFont typeface="Plus Jakarta Sans"/>
              <a:buNone/>
            </a:pPr>
            <a:r>
              <a:rPr b="1" i="0" lang="en" sz="1100" u="none" cap="none" strike="noStrike">
                <a:solidFill>
                  <a:srgbClr val="020617"/>
                </a:solidFill>
                <a:latin typeface="Plus Jakarta Sans"/>
                <a:ea typeface="Plus Jakarta Sans"/>
                <a:cs typeface="Plus Jakarta Sans"/>
                <a:sym typeface="Plus Jakarta Sans"/>
              </a:rPr>
              <a:t>Listo para empezar</a:t>
            </a:r>
            <a:endParaRPr b="0" i="0" sz="1100" u="none" cap="none" strike="noStrike">
              <a:solidFill>
                <a:schemeClr val="dk1"/>
              </a:solidFill>
              <a:latin typeface="Calibri"/>
              <a:ea typeface="Calibri"/>
              <a:cs typeface="Calibri"/>
              <a:sym typeface="Calibri"/>
            </a:endParaRPr>
          </a:p>
        </p:txBody>
      </p:sp>
      <p:sp>
        <p:nvSpPr>
          <p:cNvPr id="923" name="Google Shape;923;p43"/>
          <p:cNvSpPr/>
          <p:nvPr/>
        </p:nvSpPr>
        <p:spPr>
          <a:xfrm>
            <a:off x="5381625" y="3416796"/>
            <a:ext cx="3080576" cy="350490"/>
          </a:xfrm>
          <a:prstGeom prst="rect">
            <a:avLst/>
          </a:prstGeom>
          <a:noFill/>
          <a:ln>
            <a:noFill/>
          </a:ln>
        </p:spPr>
        <p:txBody>
          <a:bodyPr anchorCtr="0" anchor="t" bIns="12700" lIns="12700" spcFirstLastPara="1" rIns="12700" wrap="square" tIns="12700">
            <a:noAutofit/>
          </a:bodyPr>
          <a:lstStyle/>
          <a:p>
            <a:pPr indent="0" lvl="0" marL="0" marR="0" rtl="0" algn="l">
              <a:lnSpc>
                <a:spcPct val="145000"/>
              </a:lnSpc>
              <a:spcBef>
                <a:spcPts val="0"/>
              </a:spcBef>
              <a:spcAft>
                <a:spcPts val="0"/>
              </a:spcAft>
              <a:buClr>
                <a:srgbClr val="475569"/>
              </a:buClr>
              <a:buSzPts val="900"/>
              <a:buFont typeface="Plus Jakarta Sans"/>
              <a:buNone/>
            </a:pPr>
            <a:r>
              <a:rPr b="0" i="0" lang="en" sz="900" u="none" cap="none" strike="noStrike">
                <a:solidFill>
                  <a:srgbClr val="475569"/>
                </a:solidFill>
                <a:latin typeface="Plus Jakarta Sans"/>
                <a:ea typeface="Plus Jakarta Sans"/>
                <a:cs typeface="Plus Jakarta Sans"/>
                <a:sym typeface="Plus Jakarta Sans"/>
              </a:rPr>
              <a:t>Certificaciones, integraciones nativas, equipo de implementación dedicado y garantía.</a:t>
            </a:r>
            <a:endParaRPr b="0" i="0" sz="900" u="none" cap="none" strike="noStrike">
              <a:solidFill>
                <a:schemeClr val="dk1"/>
              </a:solidFill>
              <a:latin typeface="Calibri"/>
              <a:ea typeface="Calibri"/>
              <a:cs typeface="Calibri"/>
              <a:sym typeface="Calibri"/>
            </a:endParaRPr>
          </a:p>
        </p:txBody>
      </p:sp>
      <p:pic>
        <p:nvPicPr>
          <p:cNvPr descr="preencoded.png" id="924" name="Google Shape;924;p43"/>
          <p:cNvPicPr preferRelativeResize="0"/>
          <p:nvPr/>
        </p:nvPicPr>
        <p:blipFill rotWithShape="1">
          <a:blip r:embed="rId3">
            <a:alphaModFix/>
          </a:blip>
          <a:srcRect b="0" l="0" r="0" t="0"/>
          <a:stretch/>
        </p:blipFill>
        <p:spPr>
          <a:xfrm>
            <a:off x="571500" y="4767263"/>
            <a:ext cx="664369" cy="128588"/>
          </a:xfrm>
          <a:prstGeom prst="rect">
            <a:avLst/>
          </a:prstGeom>
          <a:noFill/>
          <a:ln>
            <a:noFill/>
          </a:ln>
        </p:spPr>
      </p:pic>
      <p:sp>
        <p:nvSpPr>
          <p:cNvPr id="925" name="Google Shape;925;p43"/>
          <p:cNvSpPr/>
          <p:nvPr/>
        </p:nvSpPr>
        <p:spPr>
          <a:xfrm>
            <a:off x="8466200" y="4777978"/>
            <a:ext cx="144401" cy="1262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94A3B8"/>
              </a:buClr>
              <a:buSzPts val="700"/>
              <a:buFont typeface="Plus Jakarta Sans"/>
              <a:buNone/>
            </a:pPr>
            <a:r>
              <a:rPr b="1" i="0" lang="en" sz="700" u="none" cap="none" strike="noStrike">
                <a:solidFill>
                  <a:srgbClr val="94A3B8"/>
                </a:solidFill>
                <a:latin typeface="Plus Jakarta Sans"/>
                <a:ea typeface="Plus Jakarta Sans"/>
                <a:cs typeface="Plus Jakarta Sans"/>
                <a:sym typeface="Plus Jakarta Sans"/>
              </a:rPr>
              <a:t>25</a:t>
            </a:r>
            <a:endParaRPr b="0" i="0" sz="700" u="none" cap="none" strike="noStrike">
              <a:solidFill>
                <a:schemeClr val="dk1"/>
              </a:solidFill>
              <a:latin typeface="Calibri"/>
              <a:ea typeface="Calibri"/>
              <a:cs typeface="Calibri"/>
              <a:sym typeface="Calibri"/>
            </a:endParaRPr>
          </a:p>
        </p:txBody>
      </p:sp>
      <p:sp>
        <p:nvSpPr>
          <p:cNvPr id="926" name="Google Shape;926;p43"/>
          <p:cNvSpPr/>
          <p:nvPr/>
        </p:nvSpPr>
        <p:spPr>
          <a:xfrm>
            <a:off x="4933047" y="2174801"/>
            <a:ext cx="211374" cy="211392"/>
          </a:xfrm>
          <a:custGeom>
            <a:rect b="b" l="l" r="r" t="t"/>
            <a:pathLst>
              <a:path extrusionOk="0" fill="none" h="2400" w="2400">
                <a:moveTo>
                  <a:pt x="1600" y="1100"/>
                </a:moveTo>
                <a:lnTo>
                  <a:pt x="1800" y="1300"/>
                </a:lnTo>
                <a:lnTo>
                  <a:pt x="2200" y="900"/>
                </a:lnTo>
                <a:moveTo>
                  <a:pt x="1600" y="2100"/>
                </a:moveTo>
                <a:lnTo>
                  <a:pt x="1600" y="1900"/>
                </a:lnTo>
                <a:lnTo>
                  <a:pt x="1598" y="1861"/>
                </a:lnTo>
                <a:lnTo>
                  <a:pt x="1592" y="1822"/>
                </a:lnTo>
                <a:lnTo>
                  <a:pt x="1583" y="1784"/>
                </a:lnTo>
                <a:lnTo>
                  <a:pt x="1570" y="1747"/>
                </a:lnTo>
                <a:lnTo>
                  <a:pt x="1553" y="1711"/>
                </a:lnTo>
                <a:lnTo>
                  <a:pt x="1533" y="1678"/>
                </a:lnTo>
                <a:lnTo>
                  <a:pt x="1509" y="1646"/>
                </a:lnTo>
                <a:lnTo>
                  <a:pt x="1483" y="1617"/>
                </a:lnTo>
                <a:lnTo>
                  <a:pt x="1454" y="1591"/>
                </a:lnTo>
                <a:lnTo>
                  <a:pt x="1422" y="1567"/>
                </a:lnTo>
                <a:lnTo>
                  <a:pt x="1389" y="1547"/>
                </a:lnTo>
                <a:lnTo>
                  <a:pt x="1353" y="1530"/>
                </a:lnTo>
                <a:lnTo>
                  <a:pt x="1316" y="1517"/>
                </a:lnTo>
                <a:lnTo>
                  <a:pt x="1278" y="1508"/>
                </a:lnTo>
                <a:lnTo>
                  <a:pt x="1239" y="1502"/>
                </a:lnTo>
                <a:lnTo>
                  <a:pt x="1200" y="1500"/>
                </a:lnTo>
                <a:lnTo>
                  <a:pt x="600" y="1500"/>
                </a:lnTo>
                <a:lnTo>
                  <a:pt x="561" y="1502"/>
                </a:lnTo>
                <a:lnTo>
                  <a:pt x="522" y="1508"/>
                </a:lnTo>
                <a:lnTo>
                  <a:pt x="484" y="1517"/>
                </a:lnTo>
                <a:lnTo>
                  <a:pt x="447" y="1530"/>
                </a:lnTo>
                <a:lnTo>
                  <a:pt x="411" y="1547"/>
                </a:lnTo>
                <a:lnTo>
                  <a:pt x="378" y="1567"/>
                </a:lnTo>
                <a:lnTo>
                  <a:pt x="346" y="1591"/>
                </a:lnTo>
                <a:lnTo>
                  <a:pt x="317" y="1617"/>
                </a:lnTo>
                <a:lnTo>
                  <a:pt x="291" y="1646"/>
                </a:lnTo>
                <a:lnTo>
                  <a:pt x="267" y="1678"/>
                </a:lnTo>
                <a:lnTo>
                  <a:pt x="247" y="1711"/>
                </a:lnTo>
                <a:lnTo>
                  <a:pt x="230" y="1747"/>
                </a:lnTo>
                <a:lnTo>
                  <a:pt x="217" y="1784"/>
                </a:lnTo>
                <a:lnTo>
                  <a:pt x="208" y="1822"/>
                </a:lnTo>
                <a:lnTo>
                  <a:pt x="202" y="1861"/>
                </a:lnTo>
                <a:lnTo>
                  <a:pt x="200" y="1900"/>
                </a:lnTo>
                <a:lnTo>
                  <a:pt x="200" y="2100"/>
                </a:lnTo>
                <a:moveTo>
                  <a:pt x="1300" y="700"/>
                </a:moveTo>
                <a:cubicBezTo>
                  <a:pt x="1300" y="921"/>
                  <a:pt x="1121" y="1100"/>
                  <a:pt x="900" y="1100"/>
                </a:cubicBezTo>
                <a:cubicBezTo>
                  <a:pt x="679" y="1100"/>
                  <a:pt x="500" y="921"/>
                  <a:pt x="500" y="700"/>
                </a:cubicBezTo>
                <a:cubicBezTo>
                  <a:pt x="500" y="479"/>
                  <a:pt x="679" y="300"/>
                  <a:pt x="900" y="300"/>
                </a:cubicBezTo>
                <a:cubicBezTo>
                  <a:pt x="1121" y="300"/>
                  <a:pt x="1300" y="479"/>
                  <a:pt x="1300" y="700"/>
                </a:cubicBezTo>
                <a:close/>
              </a:path>
            </a:pathLst>
          </a:custGeom>
          <a:noFill/>
          <a:ln cap="rnd" cmpd="sng" w="19050">
            <a:solidFill>
              <a:srgbClr val="FF6900"/>
            </a:solidFill>
            <a:prstDash val="solid"/>
            <a:round/>
            <a:headEnd len="sm" w="sm" type="none"/>
            <a:tailEnd len="sm" w="sm" type="none"/>
          </a:ln>
        </p:spPr>
        <p:txBody>
          <a:bodyPr anchorCtr="0" anchor="t" bIns="28100" lIns="56300" spcFirstLastPara="1" rIns="56300" wrap="square" tIns="28100">
            <a:noAutofit/>
          </a:bodyPr>
          <a:lstStyle/>
          <a:p>
            <a:pPr indent="0" lvl="0" marL="0" marR="0" rtl="0" algn="l">
              <a:spcBef>
                <a:spcPts val="0"/>
              </a:spcBef>
              <a:spcAft>
                <a:spcPts val="0"/>
              </a:spcAft>
              <a:buNone/>
            </a:pPr>
            <a:r>
              <a:t/>
            </a:r>
            <a:endParaRPr b="1" sz="1149">
              <a:solidFill>
                <a:schemeClr val="dk1"/>
              </a:solidFill>
              <a:latin typeface="Calibri"/>
              <a:ea typeface="Calibri"/>
              <a:cs typeface="Calibri"/>
              <a:sym typeface="Calibri"/>
            </a:endParaRPr>
          </a:p>
        </p:txBody>
      </p:sp>
      <p:sp>
        <p:nvSpPr>
          <p:cNvPr id="927" name="Google Shape;927;p43"/>
          <p:cNvSpPr/>
          <p:nvPr/>
        </p:nvSpPr>
        <p:spPr>
          <a:xfrm>
            <a:off x="861113" y="2160813"/>
            <a:ext cx="211386" cy="211386"/>
          </a:xfrm>
          <a:custGeom>
            <a:rect b="b" l="l" r="r" t="t"/>
            <a:pathLst>
              <a:path extrusionOk="0" fill="none" h="2400" w="2400">
                <a:moveTo>
                  <a:pt x="1500" y="2100"/>
                </a:moveTo>
                <a:lnTo>
                  <a:pt x="1500" y="1600"/>
                </a:lnTo>
                <a:lnTo>
                  <a:pt x="1500" y="1590"/>
                </a:lnTo>
                <a:lnTo>
                  <a:pt x="1498" y="1580"/>
                </a:lnTo>
                <a:lnTo>
                  <a:pt x="1496" y="1571"/>
                </a:lnTo>
                <a:lnTo>
                  <a:pt x="1492" y="1562"/>
                </a:lnTo>
                <a:lnTo>
                  <a:pt x="1488" y="1553"/>
                </a:lnTo>
                <a:lnTo>
                  <a:pt x="1483" y="1544"/>
                </a:lnTo>
                <a:lnTo>
                  <a:pt x="1477" y="1537"/>
                </a:lnTo>
                <a:lnTo>
                  <a:pt x="1471" y="1529"/>
                </a:lnTo>
                <a:lnTo>
                  <a:pt x="1463" y="1523"/>
                </a:lnTo>
                <a:lnTo>
                  <a:pt x="1456" y="1517"/>
                </a:lnTo>
                <a:lnTo>
                  <a:pt x="1447" y="1512"/>
                </a:lnTo>
                <a:lnTo>
                  <a:pt x="1438" y="1508"/>
                </a:lnTo>
                <a:lnTo>
                  <a:pt x="1429" y="1504"/>
                </a:lnTo>
                <a:lnTo>
                  <a:pt x="1420" y="1502"/>
                </a:lnTo>
                <a:lnTo>
                  <a:pt x="1410" y="1500"/>
                </a:lnTo>
                <a:lnTo>
                  <a:pt x="1400" y="1500"/>
                </a:lnTo>
                <a:lnTo>
                  <a:pt x="1000" y="1500"/>
                </a:lnTo>
                <a:lnTo>
                  <a:pt x="990" y="1500"/>
                </a:lnTo>
                <a:lnTo>
                  <a:pt x="980" y="1502"/>
                </a:lnTo>
                <a:lnTo>
                  <a:pt x="971" y="1504"/>
                </a:lnTo>
                <a:lnTo>
                  <a:pt x="962" y="1508"/>
                </a:lnTo>
                <a:lnTo>
                  <a:pt x="953" y="1512"/>
                </a:lnTo>
                <a:lnTo>
                  <a:pt x="944" y="1517"/>
                </a:lnTo>
                <a:lnTo>
                  <a:pt x="937" y="1523"/>
                </a:lnTo>
                <a:lnTo>
                  <a:pt x="929" y="1529"/>
                </a:lnTo>
                <a:lnTo>
                  <a:pt x="923" y="1537"/>
                </a:lnTo>
                <a:lnTo>
                  <a:pt x="917" y="1544"/>
                </a:lnTo>
                <a:lnTo>
                  <a:pt x="912" y="1553"/>
                </a:lnTo>
                <a:lnTo>
                  <a:pt x="908" y="1562"/>
                </a:lnTo>
                <a:lnTo>
                  <a:pt x="904" y="1571"/>
                </a:lnTo>
                <a:lnTo>
                  <a:pt x="902" y="1580"/>
                </a:lnTo>
                <a:lnTo>
                  <a:pt x="900" y="1590"/>
                </a:lnTo>
                <a:lnTo>
                  <a:pt x="900" y="1600"/>
                </a:lnTo>
                <a:lnTo>
                  <a:pt x="900" y="2100"/>
                </a:lnTo>
                <a:moveTo>
                  <a:pt x="1777" y="1031"/>
                </a:moveTo>
                <a:lnTo>
                  <a:pt x="1769" y="1024"/>
                </a:lnTo>
                <a:lnTo>
                  <a:pt x="1761" y="1018"/>
                </a:lnTo>
                <a:lnTo>
                  <a:pt x="1751" y="1012"/>
                </a:lnTo>
                <a:lnTo>
                  <a:pt x="1742" y="1008"/>
                </a:lnTo>
                <a:lnTo>
                  <a:pt x="1732" y="1004"/>
                </a:lnTo>
                <a:lnTo>
                  <a:pt x="1721" y="1002"/>
                </a:lnTo>
                <a:lnTo>
                  <a:pt x="1711" y="1000"/>
                </a:lnTo>
                <a:lnTo>
                  <a:pt x="1700" y="1000"/>
                </a:lnTo>
                <a:lnTo>
                  <a:pt x="1689" y="1000"/>
                </a:lnTo>
                <a:lnTo>
                  <a:pt x="1679" y="1002"/>
                </a:lnTo>
                <a:lnTo>
                  <a:pt x="1668" y="1004"/>
                </a:lnTo>
                <a:lnTo>
                  <a:pt x="1658" y="1008"/>
                </a:lnTo>
                <a:lnTo>
                  <a:pt x="1649" y="1012"/>
                </a:lnTo>
                <a:lnTo>
                  <a:pt x="1639" y="1018"/>
                </a:lnTo>
                <a:lnTo>
                  <a:pt x="1631" y="1024"/>
                </a:lnTo>
                <a:lnTo>
                  <a:pt x="1623" y="1031"/>
                </a:lnTo>
                <a:lnTo>
                  <a:pt x="1605" y="1047"/>
                </a:lnTo>
                <a:lnTo>
                  <a:pt x="1585" y="1060"/>
                </a:lnTo>
                <a:lnTo>
                  <a:pt x="1565" y="1072"/>
                </a:lnTo>
                <a:lnTo>
                  <a:pt x="1543" y="1082"/>
                </a:lnTo>
                <a:lnTo>
                  <a:pt x="1520" y="1090"/>
                </a:lnTo>
                <a:lnTo>
                  <a:pt x="1497" y="1096"/>
                </a:lnTo>
                <a:lnTo>
                  <a:pt x="1474" y="1099"/>
                </a:lnTo>
                <a:lnTo>
                  <a:pt x="1450" y="1100"/>
                </a:lnTo>
                <a:lnTo>
                  <a:pt x="1426" y="1099"/>
                </a:lnTo>
                <a:lnTo>
                  <a:pt x="1403" y="1096"/>
                </a:lnTo>
                <a:lnTo>
                  <a:pt x="1380" y="1090"/>
                </a:lnTo>
                <a:lnTo>
                  <a:pt x="1357" y="1082"/>
                </a:lnTo>
                <a:lnTo>
                  <a:pt x="1335" y="1072"/>
                </a:lnTo>
                <a:lnTo>
                  <a:pt x="1315" y="1060"/>
                </a:lnTo>
                <a:lnTo>
                  <a:pt x="1295" y="1047"/>
                </a:lnTo>
                <a:lnTo>
                  <a:pt x="1277" y="1031"/>
                </a:lnTo>
                <a:lnTo>
                  <a:pt x="1269" y="1024"/>
                </a:lnTo>
                <a:lnTo>
                  <a:pt x="1261" y="1018"/>
                </a:lnTo>
                <a:lnTo>
                  <a:pt x="1251" y="1012"/>
                </a:lnTo>
                <a:lnTo>
                  <a:pt x="1242" y="1008"/>
                </a:lnTo>
                <a:lnTo>
                  <a:pt x="1232" y="1005"/>
                </a:lnTo>
                <a:lnTo>
                  <a:pt x="1221" y="1002"/>
                </a:lnTo>
                <a:lnTo>
                  <a:pt x="1211" y="1000"/>
                </a:lnTo>
                <a:lnTo>
                  <a:pt x="1200" y="1000"/>
                </a:lnTo>
                <a:lnTo>
                  <a:pt x="1189" y="1000"/>
                </a:lnTo>
                <a:lnTo>
                  <a:pt x="1179" y="1002"/>
                </a:lnTo>
                <a:lnTo>
                  <a:pt x="1168" y="1005"/>
                </a:lnTo>
                <a:lnTo>
                  <a:pt x="1158" y="1008"/>
                </a:lnTo>
                <a:lnTo>
                  <a:pt x="1149" y="1012"/>
                </a:lnTo>
                <a:lnTo>
                  <a:pt x="1139" y="1018"/>
                </a:lnTo>
                <a:lnTo>
                  <a:pt x="1131" y="1024"/>
                </a:lnTo>
                <a:lnTo>
                  <a:pt x="1123" y="1031"/>
                </a:lnTo>
                <a:lnTo>
                  <a:pt x="1105" y="1047"/>
                </a:lnTo>
                <a:lnTo>
                  <a:pt x="1085" y="1060"/>
                </a:lnTo>
                <a:lnTo>
                  <a:pt x="1065" y="1072"/>
                </a:lnTo>
                <a:lnTo>
                  <a:pt x="1043" y="1082"/>
                </a:lnTo>
                <a:lnTo>
                  <a:pt x="1020" y="1090"/>
                </a:lnTo>
                <a:lnTo>
                  <a:pt x="997" y="1096"/>
                </a:lnTo>
                <a:lnTo>
                  <a:pt x="974" y="1099"/>
                </a:lnTo>
                <a:lnTo>
                  <a:pt x="950" y="1100"/>
                </a:lnTo>
                <a:lnTo>
                  <a:pt x="926" y="1099"/>
                </a:lnTo>
                <a:lnTo>
                  <a:pt x="903" y="1096"/>
                </a:lnTo>
                <a:lnTo>
                  <a:pt x="880" y="1090"/>
                </a:lnTo>
                <a:lnTo>
                  <a:pt x="857" y="1082"/>
                </a:lnTo>
                <a:lnTo>
                  <a:pt x="835" y="1072"/>
                </a:lnTo>
                <a:lnTo>
                  <a:pt x="815" y="1060"/>
                </a:lnTo>
                <a:lnTo>
                  <a:pt x="795" y="1047"/>
                </a:lnTo>
                <a:lnTo>
                  <a:pt x="777" y="1031"/>
                </a:lnTo>
                <a:lnTo>
                  <a:pt x="769" y="1024"/>
                </a:lnTo>
                <a:lnTo>
                  <a:pt x="761" y="1018"/>
                </a:lnTo>
                <a:lnTo>
                  <a:pt x="751" y="1012"/>
                </a:lnTo>
                <a:lnTo>
                  <a:pt x="742" y="1008"/>
                </a:lnTo>
                <a:lnTo>
                  <a:pt x="732" y="1004"/>
                </a:lnTo>
                <a:lnTo>
                  <a:pt x="721" y="1002"/>
                </a:lnTo>
                <a:lnTo>
                  <a:pt x="711" y="1000"/>
                </a:lnTo>
                <a:lnTo>
                  <a:pt x="700" y="1000"/>
                </a:lnTo>
                <a:lnTo>
                  <a:pt x="689" y="1000"/>
                </a:lnTo>
                <a:lnTo>
                  <a:pt x="679" y="1002"/>
                </a:lnTo>
                <a:lnTo>
                  <a:pt x="668" y="1004"/>
                </a:lnTo>
                <a:lnTo>
                  <a:pt x="658" y="1008"/>
                </a:lnTo>
                <a:lnTo>
                  <a:pt x="649" y="1012"/>
                </a:lnTo>
                <a:lnTo>
                  <a:pt x="639" y="1018"/>
                </a:lnTo>
                <a:lnTo>
                  <a:pt x="631" y="1024"/>
                </a:lnTo>
                <a:lnTo>
                  <a:pt x="623" y="1031"/>
                </a:lnTo>
                <a:lnTo>
                  <a:pt x="586" y="1060"/>
                </a:lnTo>
                <a:lnTo>
                  <a:pt x="546" y="1081"/>
                </a:lnTo>
                <a:lnTo>
                  <a:pt x="502" y="1095"/>
                </a:lnTo>
                <a:lnTo>
                  <a:pt x="456" y="1100"/>
                </a:lnTo>
                <a:lnTo>
                  <a:pt x="410" y="1097"/>
                </a:lnTo>
                <a:lnTo>
                  <a:pt x="366" y="1086"/>
                </a:lnTo>
                <a:lnTo>
                  <a:pt x="324" y="1066"/>
                </a:lnTo>
                <a:lnTo>
                  <a:pt x="287" y="1040"/>
                </a:lnTo>
                <a:lnTo>
                  <a:pt x="255" y="1006"/>
                </a:lnTo>
                <a:lnTo>
                  <a:pt x="229" y="968"/>
                </a:lnTo>
                <a:lnTo>
                  <a:pt x="212" y="926"/>
                </a:lnTo>
                <a:lnTo>
                  <a:pt x="202" y="881"/>
                </a:lnTo>
                <a:lnTo>
                  <a:pt x="200" y="835"/>
                </a:lnTo>
                <a:lnTo>
                  <a:pt x="207" y="789"/>
                </a:lnTo>
                <a:lnTo>
                  <a:pt x="223" y="746"/>
                </a:lnTo>
                <a:lnTo>
                  <a:pt x="246" y="706"/>
                </a:lnTo>
                <a:lnTo>
                  <a:pt x="534" y="288"/>
                </a:lnTo>
                <a:lnTo>
                  <a:pt x="542" y="278"/>
                </a:lnTo>
                <a:lnTo>
                  <a:pt x="549" y="268"/>
                </a:lnTo>
                <a:lnTo>
                  <a:pt x="558" y="260"/>
                </a:lnTo>
                <a:lnTo>
                  <a:pt x="566" y="251"/>
                </a:lnTo>
                <a:lnTo>
                  <a:pt x="576" y="243"/>
                </a:lnTo>
                <a:lnTo>
                  <a:pt x="585" y="236"/>
                </a:lnTo>
                <a:lnTo>
                  <a:pt x="596" y="229"/>
                </a:lnTo>
                <a:lnTo>
                  <a:pt x="606" y="223"/>
                </a:lnTo>
                <a:lnTo>
                  <a:pt x="617" y="218"/>
                </a:lnTo>
                <a:lnTo>
                  <a:pt x="628" y="213"/>
                </a:lnTo>
                <a:lnTo>
                  <a:pt x="640" y="209"/>
                </a:lnTo>
                <a:lnTo>
                  <a:pt x="652" y="206"/>
                </a:lnTo>
                <a:lnTo>
                  <a:pt x="664" y="203"/>
                </a:lnTo>
                <a:lnTo>
                  <a:pt x="676" y="201"/>
                </a:lnTo>
                <a:lnTo>
                  <a:pt x="688" y="200"/>
                </a:lnTo>
                <a:lnTo>
                  <a:pt x="700" y="200"/>
                </a:lnTo>
                <a:lnTo>
                  <a:pt x="1700" y="200"/>
                </a:lnTo>
                <a:lnTo>
                  <a:pt x="1712" y="200"/>
                </a:lnTo>
                <a:lnTo>
                  <a:pt x="1724" y="201"/>
                </a:lnTo>
                <a:lnTo>
                  <a:pt x="1736" y="203"/>
                </a:lnTo>
                <a:lnTo>
                  <a:pt x="1748" y="206"/>
                </a:lnTo>
                <a:lnTo>
                  <a:pt x="1760" y="209"/>
                </a:lnTo>
                <a:lnTo>
                  <a:pt x="1771" y="213"/>
                </a:lnTo>
                <a:lnTo>
                  <a:pt x="1783" y="218"/>
                </a:lnTo>
                <a:lnTo>
                  <a:pt x="1793" y="223"/>
                </a:lnTo>
                <a:lnTo>
                  <a:pt x="1804" y="229"/>
                </a:lnTo>
                <a:lnTo>
                  <a:pt x="1814" y="236"/>
                </a:lnTo>
                <a:lnTo>
                  <a:pt x="1824" y="243"/>
                </a:lnTo>
                <a:lnTo>
                  <a:pt x="1833" y="251"/>
                </a:lnTo>
                <a:lnTo>
                  <a:pt x="1842" y="259"/>
                </a:lnTo>
                <a:lnTo>
                  <a:pt x="1850" y="268"/>
                </a:lnTo>
                <a:lnTo>
                  <a:pt x="1858" y="277"/>
                </a:lnTo>
                <a:lnTo>
                  <a:pt x="1865" y="287"/>
                </a:lnTo>
                <a:lnTo>
                  <a:pt x="2155" y="706"/>
                </a:lnTo>
                <a:lnTo>
                  <a:pt x="2178" y="746"/>
                </a:lnTo>
                <a:lnTo>
                  <a:pt x="2193" y="790"/>
                </a:lnTo>
                <a:lnTo>
                  <a:pt x="2200" y="835"/>
                </a:lnTo>
                <a:lnTo>
                  <a:pt x="2198" y="881"/>
                </a:lnTo>
                <a:lnTo>
                  <a:pt x="2189" y="926"/>
                </a:lnTo>
                <a:lnTo>
                  <a:pt x="2171" y="969"/>
                </a:lnTo>
                <a:lnTo>
                  <a:pt x="2145" y="1007"/>
                </a:lnTo>
                <a:lnTo>
                  <a:pt x="2113" y="1040"/>
                </a:lnTo>
                <a:lnTo>
                  <a:pt x="2076" y="1067"/>
                </a:lnTo>
                <a:lnTo>
                  <a:pt x="2034" y="1086"/>
                </a:lnTo>
                <a:lnTo>
                  <a:pt x="1990" y="1097"/>
                </a:lnTo>
                <a:lnTo>
                  <a:pt x="1944" y="1100"/>
                </a:lnTo>
                <a:lnTo>
                  <a:pt x="1898" y="1095"/>
                </a:lnTo>
                <a:lnTo>
                  <a:pt x="1854" y="1081"/>
                </a:lnTo>
                <a:lnTo>
                  <a:pt x="1813" y="1060"/>
                </a:lnTo>
                <a:lnTo>
                  <a:pt x="1777" y="1031"/>
                </a:lnTo>
                <a:moveTo>
                  <a:pt x="400" y="1095"/>
                </a:moveTo>
                <a:lnTo>
                  <a:pt x="400" y="1900"/>
                </a:lnTo>
                <a:lnTo>
                  <a:pt x="401" y="1920"/>
                </a:lnTo>
                <a:lnTo>
                  <a:pt x="404" y="1939"/>
                </a:lnTo>
                <a:lnTo>
                  <a:pt x="409" y="1958"/>
                </a:lnTo>
                <a:lnTo>
                  <a:pt x="415" y="1977"/>
                </a:lnTo>
                <a:lnTo>
                  <a:pt x="424" y="1994"/>
                </a:lnTo>
                <a:lnTo>
                  <a:pt x="434" y="2011"/>
                </a:lnTo>
                <a:lnTo>
                  <a:pt x="445" y="2027"/>
                </a:lnTo>
                <a:lnTo>
                  <a:pt x="459" y="2041"/>
                </a:lnTo>
                <a:lnTo>
                  <a:pt x="473" y="2055"/>
                </a:lnTo>
                <a:lnTo>
                  <a:pt x="489" y="2066"/>
                </a:lnTo>
                <a:lnTo>
                  <a:pt x="506" y="2076"/>
                </a:lnTo>
                <a:lnTo>
                  <a:pt x="523" y="2085"/>
                </a:lnTo>
                <a:lnTo>
                  <a:pt x="542" y="2091"/>
                </a:lnTo>
                <a:lnTo>
                  <a:pt x="561" y="2096"/>
                </a:lnTo>
                <a:lnTo>
                  <a:pt x="580" y="2099"/>
                </a:lnTo>
                <a:lnTo>
                  <a:pt x="600" y="2100"/>
                </a:lnTo>
                <a:lnTo>
                  <a:pt x="1800" y="2100"/>
                </a:lnTo>
                <a:lnTo>
                  <a:pt x="1820" y="2099"/>
                </a:lnTo>
                <a:lnTo>
                  <a:pt x="1839" y="2096"/>
                </a:lnTo>
                <a:lnTo>
                  <a:pt x="1858" y="2091"/>
                </a:lnTo>
                <a:lnTo>
                  <a:pt x="1877" y="2085"/>
                </a:lnTo>
                <a:lnTo>
                  <a:pt x="1894" y="2076"/>
                </a:lnTo>
                <a:lnTo>
                  <a:pt x="1911" y="2066"/>
                </a:lnTo>
                <a:lnTo>
                  <a:pt x="1927" y="2055"/>
                </a:lnTo>
                <a:lnTo>
                  <a:pt x="1941" y="2041"/>
                </a:lnTo>
                <a:lnTo>
                  <a:pt x="1955" y="2027"/>
                </a:lnTo>
                <a:lnTo>
                  <a:pt x="1966" y="2011"/>
                </a:lnTo>
                <a:lnTo>
                  <a:pt x="1976" y="1994"/>
                </a:lnTo>
                <a:lnTo>
                  <a:pt x="1985" y="1977"/>
                </a:lnTo>
                <a:lnTo>
                  <a:pt x="1991" y="1958"/>
                </a:lnTo>
                <a:lnTo>
                  <a:pt x="1996" y="1939"/>
                </a:lnTo>
                <a:lnTo>
                  <a:pt x="1999" y="1920"/>
                </a:lnTo>
                <a:lnTo>
                  <a:pt x="2000" y="1900"/>
                </a:lnTo>
                <a:lnTo>
                  <a:pt x="2000" y="1095"/>
                </a:lnTo>
              </a:path>
            </a:pathLst>
          </a:custGeom>
          <a:noFill/>
          <a:ln cap="rnd" cmpd="sng" w="19050">
            <a:solidFill>
              <a:srgbClr val="006BFE"/>
            </a:solidFill>
            <a:prstDash val="solid"/>
            <a:round/>
            <a:headEnd len="sm" w="sm" type="none"/>
            <a:tailEnd len="sm" w="sm" type="none"/>
          </a:ln>
        </p:spPr>
        <p:txBody>
          <a:bodyPr anchorCtr="0" anchor="t" bIns="28100" lIns="56300" spcFirstLastPara="1" rIns="56300" wrap="square" tIns="28100">
            <a:noAutofit/>
          </a:bodyPr>
          <a:lstStyle/>
          <a:p>
            <a:pPr indent="0" lvl="0" marL="0" marR="0" rtl="0" algn="l">
              <a:spcBef>
                <a:spcPts val="0"/>
              </a:spcBef>
              <a:spcAft>
                <a:spcPts val="0"/>
              </a:spcAft>
              <a:buNone/>
            </a:pPr>
            <a:r>
              <a:t/>
            </a:r>
            <a:endParaRPr b="1" sz="1149">
              <a:solidFill>
                <a:schemeClr val="dk1"/>
              </a:solidFill>
              <a:latin typeface="Calibri"/>
              <a:ea typeface="Calibri"/>
              <a:cs typeface="Calibri"/>
              <a:sym typeface="Calibri"/>
            </a:endParaRPr>
          </a:p>
        </p:txBody>
      </p:sp>
      <p:sp>
        <p:nvSpPr>
          <p:cNvPr id="928" name="Google Shape;928;p43"/>
          <p:cNvSpPr/>
          <p:nvPr/>
        </p:nvSpPr>
        <p:spPr>
          <a:xfrm>
            <a:off x="859437" y="3275396"/>
            <a:ext cx="211374" cy="211356"/>
          </a:xfrm>
          <a:custGeom>
            <a:rect b="b" l="l" r="r" t="t"/>
            <a:pathLst>
              <a:path extrusionOk="0" fill="none" h="2400" w="2400">
                <a:moveTo>
                  <a:pt x="1100" y="1700"/>
                </a:moveTo>
                <a:lnTo>
                  <a:pt x="1300" y="1900"/>
                </a:lnTo>
                <a:lnTo>
                  <a:pt x="1332" y="1926"/>
                </a:lnTo>
                <a:lnTo>
                  <a:pt x="1369" y="1946"/>
                </a:lnTo>
                <a:lnTo>
                  <a:pt x="1409" y="1958"/>
                </a:lnTo>
                <a:lnTo>
                  <a:pt x="1450" y="1962"/>
                </a:lnTo>
                <a:lnTo>
                  <a:pt x="1491" y="1958"/>
                </a:lnTo>
                <a:lnTo>
                  <a:pt x="1531" y="1946"/>
                </a:lnTo>
                <a:lnTo>
                  <a:pt x="1568" y="1926"/>
                </a:lnTo>
                <a:lnTo>
                  <a:pt x="1600" y="1900"/>
                </a:lnTo>
                <a:lnTo>
                  <a:pt x="1626" y="1868"/>
                </a:lnTo>
                <a:lnTo>
                  <a:pt x="1646" y="1831"/>
                </a:lnTo>
                <a:lnTo>
                  <a:pt x="1658" y="1791"/>
                </a:lnTo>
                <a:lnTo>
                  <a:pt x="1662" y="1750"/>
                </a:lnTo>
                <a:lnTo>
                  <a:pt x="1658" y="1709"/>
                </a:lnTo>
                <a:lnTo>
                  <a:pt x="1646" y="1669"/>
                </a:lnTo>
                <a:lnTo>
                  <a:pt x="1626" y="1632"/>
                </a:lnTo>
                <a:lnTo>
                  <a:pt x="1600" y="1600"/>
                </a:lnTo>
                <a:moveTo>
                  <a:pt x="1400" y="1400"/>
                </a:moveTo>
                <a:lnTo>
                  <a:pt x="1650" y="1650"/>
                </a:lnTo>
                <a:lnTo>
                  <a:pt x="1682" y="1676"/>
                </a:lnTo>
                <a:lnTo>
                  <a:pt x="1719" y="1696"/>
                </a:lnTo>
                <a:lnTo>
                  <a:pt x="1759" y="1708"/>
                </a:lnTo>
                <a:lnTo>
                  <a:pt x="1800" y="1712"/>
                </a:lnTo>
                <a:lnTo>
                  <a:pt x="1841" y="1708"/>
                </a:lnTo>
                <a:lnTo>
                  <a:pt x="1881" y="1696"/>
                </a:lnTo>
                <a:lnTo>
                  <a:pt x="1918" y="1676"/>
                </a:lnTo>
                <a:lnTo>
                  <a:pt x="1950" y="1650"/>
                </a:lnTo>
                <a:lnTo>
                  <a:pt x="1976" y="1618"/>
                </a:lnTo>
                <a:lnTo>
                  <a:pt x="1996" y="1581"/>
                </a:lnTo>
                <a:lnTo>
                  <a:pt x="2008" y="1541"/>
                </a:lnTo>
                <a:lnTo>
                  <a:pt x="2012" y="1500"/>
                </a:lnTo>
                <a:lnTo>
                  <a:pt x="2008" y="1459"/>
                </a:lnTo>
                <a:lnTo>
                  <a:pt x="1996" y="1419"/>
                </a:lnTo>
                <a:lnTo>
                  <a:pt x="1976" y="1382"/>
                </a:lnTo>
                <a:lnTo>
                  <a:pt x="1950" y="1350"/>
                </a:lnTo>
                <a:lnTo>
                  <a:pt x="1562" y="962"/>
                </a:lnTo>
                <a:lnTo>
                  <a:pt x="1540" y="942"/>
                </a:lnTo>
                <a:lnTo>
                  <a:pt x="1517" y="925"/>
                </a:lnTo>
                <a:lnTo>
                  <a:pt x="1491" y="910"/>
                </a:lnTo>
                <a:lnTo>
                  <a:pt x="1465" y="897"/>
                </a:lnTo>
                <a:lnTo>
                  <a:pt x="1437" y="887"/>
                </a:lnTo>
                <a:lnTo>
                  <a:pt x="1408" y="880"/>
                </a:lnTo>
                <a:lnTo>
                  <a:pt x="1379" y="876"/>
                </a:lnTo>
                <a:lnTo>
                  <a:pt x="1350" y="874"/>
                </a:lnTo>
                <a:lnTo>
                  <a:pt x="1321" y="876"/>
                </a:lnTo>
                <a:lnTo>
                  <a:pt x="1292" y="880"/>
                </a:lnTo>
                <a:lnTo>
                  <a:pt x="1263" y="887"/>
                </a:lnTo>
                <a:lnTo>
                  <a:pt x="1235" y="897"/>
                </a:lnTo>
                <a:lnTo>
                  <a:pt x="1209" y="910"/>
                </a:lnTo>
                <a:lnTo>
                  <a:pt x="1183" y="925"/>
                </a:lnTo>
                <a:lnTo>
                  <a:pt x="1160" y="942"/>
                </a:lnTo>
                <a:lnTo>
                  <a:pt x="1138" y="962"/>
                </a:lnTo>
                <a:lnTo>
                  <a:pt x="1050" y="1050"/>
                </a:lnTo>
                <a:lnTo>
                  <a:pt x="1018" y="1076"/>
                </a:lnTo>
                <a:lnTo>
                  <a:pt x="981" y="1096"/>
                </a:lnTo>
                <a:lnTo>
                  <a:pt x="941" y="1108"/>
                </a:lnTo>
                <a:lnTo>
                  <a:pt x="900" y="1112"/>
                </a:lnTo>
                <a:lnTo>
                  <a:pt x="859" y="1108"/>
                </a:lnTo>
                <a:lnTo>
                  <a:pt x="819" y="1096"/>
                </a:lnTo>
                <a:lnTo>
                  <a:pt x="782" y="1076"/>
                </a:lnTo>
                <a:lnTo>
                  <a:pt x="750" y="1050"/>
                </a:lnTo>
                <a:lnTo>
                  <a:pt x="724" y="1018"/>
                </a:lnTo>
                <a:lnTo>
                  <a:pt x="704" y="981"/>
                </a:lnTo>
                <a:lnTo>
                  <a:pt x="692" y="941"/>
                </a:lnTo>
                <a:lnTo>
                  <a:pt x="688" y="900"/>
                </a:lnTo>
                <a:lnTo>
                  <a:pt x="692" y="859"/>
                </a:lnTo>
                <a:lnTo>
                  <a:pt x="704" y="819"/>
                </a:lnTo>
                <a:lnTo>
                  <a:pt x="724" y="782"/>
                </a:lnTo>
                <a:lnTo>
                  <a:pt x="750" y="750"/>
                </a:lnTo>
                <a:lnTo>
                  <a:pt x="1031" y="469"/>
                </a:lnTo>
                <a:lnTo>
                  <a:pt x="1066" y="437"/>
                </a:lnTo>
                <a:lnTo>
                  <a:pt x="1104" y="407"/>
                </a:lnTo>
                <a:lnTo>
                  <a:pt x="1144" y="381"/>
                </a:lnTo>
                <a:lnTo>
                  <a:pt x="1186" y="358"/>
                </a:lnTo>
                <a:lnTo>
                  <a:pt x="1230" y="339"/>
                </a:lnTo>
                <a:lnTo>
                  <a:pt x="1275" y="324"/>
                </a:lnTo>
                <a:lnTo>
                  <a:pt x="1322" y="312"/>
                </a:lnTo>
                <a:lnTo>
                  <a:pt x="1369" y="304"/>
                </a:lnTo>
                <a:lnTo>
                  <a:pt x="1417" y="300"/>
                </a:lnTo>
                <a:lnTo>
                  <a:pt x="1465" y="300"/>
                </a:lnTo>
                <a:lnTo>
                  <a:pt x="1512" y="305"/>
                </a:lnTo>
                <a:lnTo>
                  <a:pt x="1560" y="312"/>
                </a:lnTo>
                <a:lnTo>
                  <a:pt x="1606" y="324"/>
                </a:lnTo>
                <a:lnTo>
                  <a:pt x="1651" y="340"/>
                </a:lnTo>
                <a:lnTo>
                  <a:pt x="1695" y="359"/>
                </a:lnTo>
                <a:lnTo>
                  <a:pt x="1737" y="382"/>
                </a:lnTo>
                <a:lnTo>
                  <a:pt x="1784" y="410"/>
                </a:lnTo>
                <a:lnTo>
                  <a:pt x="1792" y="415"/>
                </a:lnTo>
                <a:lnTo>
                  <a:pt x="1800" y="419"/>
                </a:lnTo>
                <a:lnTo>
                  <a:pt x="1809" y="423"/>
                </a:lnTo>
                <a:lnTo>
                  <a:pt x="1817" y="426"/>
                </a:lnTo>
                <a:lnTo>
                  <a:pt x="1826" y="429"/>
                </a:lnTo>
                <a:lnTo>
                  <a:pt x="1835" y="432"/>
                </a:lnTo>
                <a:lnTo>
                  <a:pt x="1844" y="434"/>
                </a:lnTo>
                <a:lnTo>
                  <a:pt x="1853" y="436"/>
                </a:lnTo>
                <a:lnTo>
                  <a:pt x="1862" y="437"/>
                </a:lnTo>
                <a:lnTo>
                  <a:pt x="1871" y="438"/>
                </a:lnTo>
                <a:lnTo>
                  <a:pt x="1880" y="439"/>
                </a:lnTo>
                <a:lnTo>
                  <a:pt x="1889" y="439"/>
                </a:lnTo>
                <a:lnTo>
                  <a:pt x="1899" y="438"/>
                </a:lnTo>
                <a:lnTo>
                  <a:pt x="1908" y="438"/>
                </a:lnTo>
                <a:lnTo>
                  <a:pt x="1917" y="437"/>
                </a:lnTo>
                <a:lnTo>
                  <a:pt x="1926" y="435"/>
                </a:lnTo>
                <a:lnTo>
                  <a:pt x="2100" y="400"/>
                </a:lnTo>
                <a:moveTo>
                  <a:pt x="2100" y="300"/>
                </a:moveTo>
                <a:lnTo>
                  <a:pt x="2200" y="1400"/>
                </a:lnTo>
                <a:lnTo>
                  <a:pt x="2000" y="1400"/>
                </a:lnTo>
                <a:moveTo>
                  <a:pt x="300" y="300"/>
                </a:moveTo>
                <a:lnTo>
                  <a:pt x="200" y="1400"/>
                </a:lnTo>
                <a:lnTo>
                  <a:pt x="850" y="2050"/>
                </a:lnTo>
                <a:lnTo>
                  <a:pt x="882" y="2076"/>
                </a:lnTo>
                <a:lnTo>
                  <a:pt x="919" y="2096"/>
                </a:lnTo>
                <a:lnTo>
                  <a:pt x="959" y="2108"/>
                </a:lnTo>
                <a:lnTo>
                  <a:pt x="1000" y="2112"/>
                </a:lnTo>
                <a:lnTo>
                  <a:pt x="1041" y="2108"/>
                </a:lnTo>
                <a:lnTo>
                  <a:pt x="1081" y="2096"/>
                </a:lnTo>
                <a:lnTo>
                  <a:pt x="1118" y="2076"/>
                </a:lnTo>
                <a:lnTo>
                  <a:pt x="1150" y="2050"/>
                </a:lnTo>
                <a:lnTo>
                  <a:pt x="1176" y="2018"/>
                </a:lnTo>
                <a:lnTo>
                  <a:pt x="1196" y="1981"/>
                </a:lnTo>
                <a:lnTo>
                  <a:pt x="1208" y="1941"/>
                </a:lnTo>
                <a:lnTo>
                  <a:pt x="1212" y="1900"/>
                </a:lnTo>
                <a:lnTo>
                  <a:pt x="1208" y="1859"/>
                </a:lnTo>
                <a:lnTo>
                  <a:pt x="1196" y="1819"/>
                </a:lnTo>
                <a:lnTo>
                  <a:pt x="1176" y="1782"/>
                </a:lnTo>
                <a:lnTo>
                  <a:pt x="1150" y="1750"/>
                </a:lnTo>
                <a:moveTo>
                  <a:pt x="300" y="400"/>
                </a:moveTo>
                <a:lnTo>
                  <a:pt x="1100" y="400"/>
                </a:lnTo>
              </a:path>
            </a:pathLst>
          </a:custGeom>
          <a:noFill/>
          <a:ln cap="rnd" cmpd="sng" w="19050">
            <a:solidFill>
              <a:srgbClr val="9900FF"/>
            </a:solidFill>
            <a:prstDash val="solid"/>
            <a:round/>
            <a:headEnd len="sm" w="sm" type="none"/>
            <a:tailEnd len="sm" w="sm" type="none"/>
          </a:ln>
        </p:spPr>
        <p:txBody>
          <a:bodyPr anchorCtr="0" anchor="t" bIns="28100" lIns="56300" spcFirstLastPara="1" rIns="56300" wrap="square" tIns="28100">
            <a:noAutofit/>
          </a:bodyPr>
          <a:lstStyle/>
          <a:p>
            <a:pPr indent="0" lvl="0" marL="0" marR="0" rtl="0" algn="l">
              <a:spcBef>
                <a:spcPts val="0"/>
              </a:spcBef>
              <a:spcAft>
                <a:spcPts val="0"/>
              </a:spcAft>
              <a:buNone/>
            </a:pPr>
            <a:r>
              <a:t/>
            </a:r>
            <a:endParaRPr b="1" sz="1149">
              <a:solidFill>
                <a:schemeClr val="dk1"/>
              </a:solidFill>
              <a:latin typeface="Calibri"/>
              <a:ea typeface="Calibri"/>
              <a:cs typeface="Calibri"/>
              <a:sym typeface="Calibri"/>
            </a:endParaRPr>
          </a:p>
        </p:txBody>
      </p:sp>
      <p:sp>
        <p:nvSpPr>
          <p:cNvPr id="929" name="Google Shape;929;p43"/>
          <p:cNvSpPr/>
          <p:nvPr/>
        </p:nvSpPr>
        <p:spPr>
          <a:xfrm>
            <a:off x="4933054" y="3275396"/>
            <a:ext cx="211374" cy="211356"/>
          </a:xfrm>
          <a:custGeom>
            <a:rect b="b" l="l" r="r" t="t"/>
            <a:pathLst>
              <a:path extrusionOk="0" fill="none" h="2400" w="2400">
                <a:moveTo>
                  <a:pt x="2000" y="1300"/>
                </a:moveTo>
                <a:cubicBezTo>
                  <a:pt x="2000" y="1800"/>
                  <a:pt x="1650" y="2050"/>
                  <a:pt x="1234" y="2195"/>
                </a:cubicBezTo>
                <a:lnTo>
                  <a:pt x="1230" y="2196"/>
                </a:lnTo>
                <a:lnTo>
                  <a:pt x="1226" y="2197"/>
                </a:lnTo>
                <a:lnTo>
                  <a:pt x="1222" y="2198"/>
                </a:lnTo>
                <a:lnTo>
                  <a:pt x="1217" y="2199"/>
                </a:lnTo>
                <a:lnTo>
                  <a:pt x="1213" y="2200"/>
                </a:lnTo>
                <a:lnTo>
                  <a:pt x="1209" y="2200"/>
                </a:lnTo>
                <a:lnTo>
                  <a:pt x="1205" y="2200"/>
                </a:lnTo>
                <a:lnTo>
                  <a:pt x="1200" y="2200"/>
                </a:lnTo>
                <a:lnTo>
                  <a:pt x="1196" y="2200"/>
                </a:lnTo>
                <a:lnTo>
                  <a:pt x="1192" y="2200"/>
                </a:lnTo>
                <a:lnTo>
                  <a:pt x="1188" y="2199"/>
                </a:lnTo>
                <a:lnTo>
                  <a:pt x="1183" y="2199"/>
                </a:lnTo>
                <a:lnTo>
                  <a:pt x="1179" y="2198"/>
                </a:lnTo>
                <a:lnTo>
                  <a:pt x="1175" y="2197"/>
                </a:lnTo>
                <a:lnTo>
                  <a:pt x="1171" y="2195"/>
                </a:lnTo>
                <a:lnTo>
                  <a:pt x="1167" y="2194"/>
                </a:lnTo>
                <a:cubicBezTo>
                  <a:pt x="750" y="2050"/>
                  <a:pt x="400" y="1800"/>
                  <a:pt x="400" y="1300"/>
                </a:cubicBezTo>
                <a:lnTo>
                  <a:pt x="400" y="600"/>
                </a:lnTo>
                <a:lnTo>
                  <a:pt x="400" y="590"/>
                </a:lnTo>
                <a:lnTo>
                  <a:pt x="402" y="580"/>
                </a:lnTo>
                <a:lnTo>
                  <a:pt x="404" y="571"/>
                </a:lnTo>
                <a:lnTo>
                  <a:pt x="408" y="562"/>
                </a:lnTo>
                <a:lnTo>
                  <a:pt x="412" y="553"/>
                </a:lnTo>
                <a:lnTo>
                  <a:pt x="417" y="544"/>
                </a:lnTo>
                <a:lnTo>
                  <a:pt x="423" y="537"/>
                </a:lnTo>
                <a:lnTo>
                  <a:pt x="429" y="529"/>
                </a:lnTo>
                <a:lnTo>
                  <a:pt x="437" y="523"/>
                </a:lnTo>
                <a:lnTo>
                  <a:pt x="444" y="517"/>
                </a:lnTo>
                <a:lnTo>
                  <a:pt x="453" y="512"/>
                </a:lnTo>
                <a:lnTo>
                  <a:pt x="462" y="508"/>
                </a:lnTo>
                <a:lnTo>
                  <a:pt x="471" y="504"/>
                </a:lnTo>
                <a:lnTo>
                  <a:pt x="480" y="502"/>
                </a:lnTo>
                <a:lnTo>
                  <a:pt x="490" y="500"/>
                </a:lnTo>
                <a:lnTo>
                  <a:pt x="500" y="500"/>
                </a:lnTo>
                <a:cubicBezTo>
                  <a:pt x="700" y="500"/>
                  <a:pt x="950" y="380"/>
                  <a:pt x="1124" y="228"/>
                </a:cubicBezTo>
                <a:lnTo>
                  <a:pt x="1132" y="222"/>
                </a:lnTo>
                <a:lnTo>
                  <a:pt x="1141" y="216"/>
                </a:lnTo>
                <a:lnTo>
                  <a:pt x="1150" y="211"/>
                </a:lnTo>
                <a:lnTo>
                  <a:pt x="1159" y="207"/>
                </a:lnTo>
                <a:lnTo>
                  <a:pt x="1169" y="204"/>
                </a:lnTo>
                <a:lnTo>
                  <a:pt x="1179" y="202"/>
                </a:lnTo>
                <a:lnTo>
                  <a:pt x="1190" y="200"/>
                </a:lnTo>
                <a:lnTo>
                  <a:pt x="1200" y="200"/>
                </a:lnTo>
                <a:lnTo>
                  <a:pt x="1210" y="200"/>
                </a:lnTo>
                <a:lnTo>
                  <a:pt x="1221" y="202"/>
                </a:lnTo>
                <a:lnTo>
                  <a:pt x="1231" y="204"/>
                </a:lnTo>
                <a:lnTo>
                  <a:pt x="1241" y="207"/>
                </a:lnTo>
                <a:lnTo>
                  <a:pt x="1250" y="211"/>
                </a:lnTo>
                <a:lnTo>
                  <a:pt x="1259" y="216"/>
                </a:lnTo>
                <a:lnTo>
                  <a:pt x="1268" y="222"/>
                </a:lnTo>
                <a:lnTo>
                  <a:pt x="1276" y="228"/>
                </a:lnTo>
                <a:cubicBezTo>
                  <a:pt x="1451" y="381"/>
                  <a:pt x="1700" y="500"/>
                  <a:pt x="1900" y="500"/>
                </a:cubicBezTo>
                <a:lnTo>
                  <a:pt x="1910" y="500"/>
                </a:lnTo>
                <a:lnTo>
                  <a:pt x="1920" y="502"/>
                </a:lnTo>
                <a:lnTo>
                  <a:pt x="1929" y="504"/>
                </a:lnTo>
                <a:lnTo>
                  <a:pt x="1938" y="508"/>
                </a:lnTo>
                <a:lnTo>
                  <a:pt x="1947" y="512"/>
                </a:lnTo>
                <a:lnTo>
                  <a:pt x="1956" y="517"/>
                </a:lnTo>
                <a:lnTo>
                  <a:pt x="1963" y="523"/>
                </a:lnTo>
                <a:lnTo>
                  <a:pt x="1971" y="529"/>
                </a:lnTo>
                <a:lnTo>
                  <a:pt x="1977" y="537"/>
                </a:lnTo>
                <a:lnTo>
                  <a:pt x="1983" y="544"/>
                </a:lnTo>
                <a:lnTo>
                  <a:pt x="1988" y="553"/>
                </a:lnTo>
                <a:lnTo>
                  <a:pt x="1992" y="562"/>
                </a:lnTo>
                <a:lnTo>
                  <a:pt x="1996" y="571"/>
                </a:lnTo>
                <a:lnTo>
                  <a:pt x="1998" y="580"/>
                </a:lnTo>
                <a:lnTo>
                  <a:pt x="2000" y="590"/>
                </a:lnTo>
                <a:lnTo>
                  <a:pt x="2000" y="600"/>
                </a:lnTo>
                <a:lnTo>
                  <a:pt x="2000" y="1300"/>
                </a:lnTo>
                <a:moveTo>
                  <a:pt x="900" y="1200"/>
                </a:moveTo>
                <a:lnTo>
                  <a:pt x="1100" y="1400"/>
                </a:lnTo>
                <a:lnTo>
                  <a:pt x="1500" y="1000"/>
                </a:lnTo>
              </a:path>
            </a:pathLst>
          </a:custGeom>
          <a:noFill/>
          <a:ln cap="rnd" cmpd="sng" w="19050">
            <a:solidFill>
              <a:srgbClr val="006BFE"/>
            </a:solidFill>
            <a:prstDash val="solid"/>
            <a:round/>
            <a:headEnd len="sm" w="sm" type="none"/>
            <a:tailEnd len="sm" w="sm" type="none"/>
          </a:ln>
        </p:spPr>
        <p:txBody>
          <a:bodyPr anchorCtr="0" anchor="t" bIns="28100" lIns="56300" spcFirstLastPara="1" rIns="56300" wrap="square" tIns="28100">
            <a:noAutofit/>
          </a:bodyPr>
          <a:lstStyle/>
          <a:p>
            <a:pPr indent="0" lvl="0" marL="0" marR="0" rtl="0" algn="l">
              <a:spcBef>
                <a:spcPts val="0"/>
              </a:spcBef>
              <a:spcAft>
                <a:spcPts val="0"/>
              </a:spcAft>
              <a:buNone/>
            </a:pPr>
            <a:r>
              <a:t/>
            </a:r>
            <a:endParaRPr b="1" sz="1149">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sp>
        <p:nvSpPr>
          <p:cNvPr id="935" name="Google Shape;935;p44"/>
          <p:cNvSpPr/>
          <p:nvPr/>
        </p:nvSpPr>
        <p:spPr>
          <a:xfrm>
            <a:off x="571500" y="457200"/>
            <a:ext cx="8241000" cy="201900"/>
          </a:xfrm>
          <a:prstGeom prst="rect">
            <a:avLst/>
          </a:prstGeom>
          <a:noFill/>
          <a:ln>
            <a:noFill/>
          </a:ln>
        </p:spPr>
        <p:txBody>
          <a:bodyPr anchorCtr="0" anchor="t" bIns="12700" lIns="12700" spcFirstLastPara="1" rIns="12700" wrap="square" tIns="12700">
            <a:noAutofit/>
          </a:bodyPr>
          <a:lstStyle/>
          <a:p>
            <a:pPr indent="0" lvl="0" marL="0" marR="0" rtl="0" algn="l">
              <a:lnSpc>
                <a:spcPct val="160000"/>
              </a:lnSpc>
              <a:spcBef>
                <a:spcPts val="0"/>
              </a:spcBef>
              <a:spcAft>
                <a:spcPts val="0"/>
              </a:spcAft>
              <a:buClr>
                <a:srgbClr val="437AEF"/>
              </a:buClr>
              <a:buSzPts val="900"/>
              <a:buFont typeface="Plus Jakarta Sans"/>
              <a:buNone/>
            </a:pPr>
            <a:r>
              <a:rPr b="1" lang="en" sz="1100">
                <a:solidFill>
                  <a:srgbClr val="437AEF"/>
                </a:solidFill>
                <a:latin typeface="Plus Jakarta Sans"/>
                <a:ea typeface="Plus Jakarta Sans"/>
                <a:cs typeface="Plus Jakarta Sans"/>
                <a:sym typeface="Plus Jakarta Sans"/>
              </a:rPr>
              <a:t>ACÁ UN ANTETÍTULO</a:t>
            </a:r>
            <a:endParaRPr b="0" i="0" sz="1100" u="none" cap="none" strike="noStrike">
              <a:solidFill>
                <a:schemeClr val="dk1"/>
              </a:solidFill>
              <a:latin typeface="Calibri"/>
              <a:ea typeface="Calibri"/>
              <a:cs typeface="Calibri"/>
              <a:sym typeface="Calibri"/>
            </a:endParaRPr>
          </a:p>
        </p:txBody>
      </p:sp>
      <p:sp>
        <p:nvSpPr>
          <p:cNvPr id="936" name="Google Shape;936;p44"/>
          <p:cNvSpPr/>
          <p:nvPr/>
        </p:nvSpPr>
        <p:spPr>
          <a:xfrm>
            <a:off x="571500" y="725798"/>
            <a:ext cx="7358100" cy="378600"/>
          </a:xfrm>
          <a:prstGeom prst="rect">
            <a:avLst/>
          </a:prstGeom>
          <a:noFill/>
          <a:ln>
            <a:noFill/>
          </a:ln>
        </p:spPr>
        <p:txBody>
          <a:bodyPr anchorCtr="0" anchor="t" bIns="12700" lIns="12700" spcFirstLastPara="1" rIns="12700" wrap="square" tIns="12700">
            <a:noAutofit/>
          </a:bodyPr>
          <a:lstStyle/>
          <a:p>
            <a:pPr indent="0" lvl="0" marL="0" marR="0" rtl="0" algn="l">
              <a:lnSpc>
                <a:spcPct val="102000"/>
              </a:lnSpc>
              <a:spcBef>
                <a:spcPts val="0"/>
              </a:spcBef>
              <a:spcAft>
                <a:spcPts val="0"/>
              </a:spcAft>
              <a:buClr>
                <a:srgbClr val="020617"/>
              </a:buClr>
              <a:buSzPts val="2800"/>
              <a:buFont typeface="Plus Jakarta Sans"/>
              <a:buNone/>
            </a:pPr>
            <a:r>
              <a:rPr lang="en" sz="2800">
                <a:solidFill>
                  <a:srgbClr val="020617"/>
                </a:solidFill>
                <a:latin typeface="Plus Jakarta Sans ExtraBold"/>
                <a:ea typeface="Plus Jakarta Sans ExtraBold"/>
                <a:cs typeface="Plus Jakarta Sans ExtraBold"/>
                <a:sym typeface="Plus Jakarta Sans ExtraBold"/>
              </a:rPr>
              <a:t>Acá un título con una palabra</a:t>
            </a:r>
            <a:r>
              <a:rPr lang="en" sz="2800">
                <a:solidFill>
                  <a:srgbClr val="020617"/>
                </a:solidFill>
                <a:latin typeface="Plus Jakarta Sans ExtraBold"/>
                <a:ea typeface="Plus Jakarta Sans ExtraBold"/>
                <a:cs typeface="Plus Jakarta Sans ExtraBold"/>
                <a:sym typeface="Plus Jakarta Sans ExtraBold"/>
              </a:rPr>
              <a:t> </a:t>
            </a:r>
            <a:r>
              <a:rPr i="1" lang="en" sz="2800">
                <a:solidFill>
                  <a:srgbClr val="437AEF"/>
                </a:solidFill>
                <a:latin typeface="Plus Jakarta Sans ExtraBold"/>
                <a:ea typeface="Plus Jakarta Sans ExtraBold"/>
                <a:cs typeface="Plus Jakarta Sans ExtraBold"/>
                <a:sym typeface="Plus Jakarta Sans ExtraBold"/>
              </a:rPr>
              <a:t>destacada</a:t>
            </a:r>
            <a:endParaRPr i="1" sz="2800" u="none" cap="none" strike="noStrike">
              <a:solidFill>
                <a:srgbClr val="437AEF"/>
              </a:solidFill>
              <a:latin typeface="Plus Jakarta Sans ExtraBold"/>
              <a:ea typeface="Plus Jakarta Sans ExtraBold"/>
              <a:cs typeface="Plus Jakarta Sans ExtraBold"/>
              <a:sym typeface="Plus Jakarta Sans ExtraBold"/>
            </a:endParaRPr>
          </a:p>
        </p:txBody>
      </p:sp>
      <p:sp>
        <p:nvSpPr>
          <p:cNvPr id="937" name="Google Shape;937;p44"/>
          <p:cNvSpPr/>
          <p:nvPr/>
        </p:nvSpPr>
        <p:spPr>
          <a:xfrm>
            <a:off x="571500" y="1884253"/>
            <a:ext cx="664500" cy="1204500"/>
          </a:xfrm>
          <a:prstGeom prst="roundRect">
            <a:avLst>
              <a:gd fmla="val 22351" name="adj"/>
            </a:avLst>
          </a:prstGeom>
          <a:solidFill>
            <a:srgbClr val="437AEF"/>
          </a:solidFill>
          <a:ln>
            <a:noFill/>
          </a:ln>
          <a:effectLst>
            <a:outerShdw blurRad="457200" rotWithShape="0" algn="bl" dir="5400000" dist="171450">
              <a:srgbClr val="0A1C43">
                <a:alpha val="10200"/>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descr="preencoded.png" id="938" name="Google Shape;938;p44"/>
          <p:cNvPicPr preferRelativeResize="0"/>
          <p:nvPr/>
        </p:nvPicPr>
        <p:blipFill rotWithShape="1">
          <a:blip r:embed="rId3">
            <a:alphaModFix/>
          </a:blip>
          <a:srcRect b="0" l="0" r="0" t="0"/>
          <a:stretch/>
        </p:blipFill>
        <p:spPr>
          <a:xfrm>
            <a:off x="571500" y="4767263"/>
            <a:ext cx="664369" cy="128588"/>
          </a:xfrm>
          <a:prstGeom prst="rect">
            <a:avLst/>
          </a:prstGeom>
          <a:noFill/>
          <a:ln>
            <a:noFill/>
          </a:ln>
        </p:spPr>
      </p:pic>
      <p:sp>
        <p:nvSpPr>
          <p:cNvPr id="939" name="Google Shape;939;p44"/>
          <p:cNvSpPr/>
          <p:nvPr/>
        </p:nvSpPr>
        <p:spPr>
          <a:xfrm>
            <a:off x="8466200" y="4777978"/>
            <a:ext cx="144300" cy="1263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94A3B8"/>
              </a:buClr>
              <a:buSzPts val="700"/>
              <a:buFont typeface="Plus Jakarta Sans"/>
              <a:buNone/>
            </a:pPr>
            <a:r>
              <a:rPr b="1" i="0" lang="en" sz="700" u="none" cap="none" strike="noStrike">
                <a:solidFill>
                  <a:srgbClr val="94A3B8"/>
                </a:solidFill>
                <a:latin typeface="Plus Jakarta Sans"/>
                <a:ea typeface="Plus Jakarta Sans"/>
                <a:cs typeface="Plus Jakarta Sans"/>
                <a:sym typeface="Plus Jakarta Sans"/>
              </a:rPr>
              <a:t>25</a:t>
            </a:r>
            <a:endParaRPr b="0" i="0" sz="700" u="none" cap="none" strike="noStrike">
              <a:solidFill>
                <a:schemeClr val="dk1"/>
              </a:solidFill>
              <a:latin typeface="Calibri"/>
              <a:ea typeface="Calibri"/>
              <a:cs typeface="Calibri"/>
              <a:sym typeface="Calibri"/>
            </a:endParaRPr>
          </a:p>
        </p:txBody>
      </p:sp>
      <p:sp>
        <p:nvSpPr>
          <p:cNvPr id="940" name="Google Shape;940;p44"/>
          <p:cNvSpPr/>
          <p:nvPr/>
        </p:nvSpPr>
        <p:spPr>
          <a:xfrm>
            <a:off x="571500" y="1321049"/>
            <a:ext cx="6752700" cy="263700"/>
          </a:xfrm>
          <a:prstGeom prst="rect">
            <a:avLst/>
          </a:prstGeom>
          <a:noFill/>
          <a:ln>
            <a:noFill/>
          </a:ln>
        </p:spPr>
        <p:txBody>
          <a:bodyPr anchorCtr="0" anchor="t" bIns="12700" lIns="12700" spcFirstLastPara="1" rIns="12700" wrap="square" tIns="12700">
            <a:noAutofit/>
          </a:bodyPr>
          <a:lstStyle/>
          <a:p>
            <a:pPr indent="0" lvl="0" marL="0" marR="0" rtl="0" algn="l">
              <a:lnSpc>
                <a:spcPct val="115000"/>
              </a:lnSpc>
              <a:spcBef>
                <a:spcPts val="0"/>
              </a:spcBef>
              <a:spcAft>
                <a:spcPts val="0"/>
              </a:spcAft>
              <a:buClr>
                <a:srgbClr val="475569"/>
              </a:buClr>
              <a:buSzPts val="1400"/>
              <a:buFont typeface="Plus Jakarta Sans"/>
              <a:buNone/>
            </a:pPr>
            <a:r>
              <a:rPr lang="en">
                <a:solidFill>
                  <a:srgbClr val="475569"/>
                </a:solidFill>
                <a:latin typeface="Plus Jakarta Sans"/>
                <a:ea typeface="Plus Jakarta Sans"/>
                <a:cs typeface="Plus Jakarta Sans"/>
                <a:sym typeface="Plus Jakarta Sans"/>
              </a:rPr>
              <a:t>Acá una pequeña bajada que complemente el título y/o  introduzca lo que viene.</a:t>
            </a:r>
            <a:endParaRPr b="0" i="0" sz="1400" u="none" cap="none" strike="noStrike">
              <a:solidFill>
                <a:schemeClr val="dk1"/>
              </a:solidFill>
              <a:latin typeface="Calibri"/>
              <a:ea typeface="Calibri"/>
              <a:cs typeface="Calibri"/>
              <a:sym typeface="Calibri"/>
            </a:endParaRPr>
          </a:p>
        </p:txBody>
      </p:sp>
      <p:sp>
        <p:nvSpPr>
          <p:cNvPr id="941" name="Google Shape;941;p44"/>
          <p:cNvSpPr/>
          <p:nvPr/>
        </p:nvSpPr>
        <p:spPr>
          <a:xfrm>
            <a:off x="621981" y="1882078"/>
            <a:ext cx="7938300" cy="1204500"/>
          </a:xfrm>
          <a:prstGeom prst="roundRect">
            <a:avLst>
              <a:gd fmla="val 13787" name="adj"/>
            </a:avLst>
          </a:prstGeom>
          <a:solidFill>
            <a:srgbClr val="FFFFFF"/>
          </a:solidFill>
          <a:ln>
            <a:noFill/>
          </a:ln>
          <a:effectLst>
            <a:outerShdw blurRad="457200" rotWithShape="0" algn="bl" dir="5400000" dist="171450">
              <a:srgbClr val="0A1C43">
                <a:alpha val="10200"/>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942" name="Google Shape;942;p44"/>
          <p:cNvSpPr/>
          <p:nvPr/>
        </p:nvSpPr>
        <p:spPr>
          <a:xfrm>
            <a:off x="1171725" y="2035075"/>
            <a:ext cx="7117500" cy="699600"/>
          </a:xfrm>
          <a:prstGeom prst="rect">
            <a:avLst/>
          </a:prstGeom>
          <a:noFill/>
          <a:ln>
            <a:noFill/>
          </a:ln>
        </p:spPr>
        <p:txBody>
          <a:bodyPr anchorCtr="0" anchor="t" bIns="12700" lIns="12700" spcFirstLastPara="1" rIns="12700" wrap="square" tIns="12700">
            <a:noAutofit/>
          </a:bodyPr>
          <a:lstStyle/>
          <a:p>
            <a:pPr indent="0" lvl="0" marL="0" marR="0" rtl="0" algn="l">
              <a:lnSpc>
                <a:spcPct val="115000"/>
              </a:lnSpc>
              <a:spcBef>
                <a:spcPts val="0"/>
              </a:spcBef>
              <a:spcAft>
                <a:spcPts val="0"/>
              </a:spcAft>
              <a:buClr>
                <a:srgbClr val="475569"/>
              </a:buClr>
              <a:buSzPts val="1400"/>
              <a:buFont typeface="Plus Jakarta Sans"/>
              <a:buNone/>
            </a:pPr>
            <a:r>
              <a:rPr lang="en" sz="1200">
                <a:solidFill>
                  <a:srgbClr val="475569"/>
                </a:solidFill>
                <a:latin typeface="Plus Jakarta Sans"/>
                <a:ea typeface="Plus Jakarta Sans"/>
                <a:cs typeface="Plus Jakarta Sans"/>
                <a:sym typeface="Plus Jakarta Sans"/>
              </a:rPr>
              <a:t>Acá puede ir una cita. Este formato es útil para casos de éxito. Lorem ipsum dolor sit amet, consectetur adipiscing elit, sed do eiusmod tempor incididunt ut labore et dolore magna aliqua. Ut enim ad minim veniam </a:t>
            </a:r>
            <a:r>
              <a:rPr lang="en" sz="1200">
                <a:solidFill>
                  <a:srgbClr val="475569"/>
                </a:solidFill>
                <a:latin typeface="Plus Jakarta Sans"/>
                <a:ea typeface="Plus Jakarta Sans"/>
                <a:cs typeface="Plus Jakarta Sans"/>
                <a:sym typeface="Plus Jakarta Sans"/>
              </a:rPr>
              <a:t>ed do eiusmod.</a:t>
            </a:r>
            <a:endParaRPr sz="1200">
              <a:solidFill>
                <a:srgbClr val="475569"/>
              </a:solidFill>
              <a:latin typeface="Plus Jakarta Sans"/>
              <a:ea typeface="Plus Jakarta Sans"/>
              <a:cs typeface="Plus Jakarta Sans"/>
              <a:sym typeface="Plus Jakarta Sans"/>
            </a:endParaRPr>
          </a:p>
        </p:txBody>
      </p:sp>
      <p:pic>
        <p:nvPicPr>
          <p:cNvPr id="943" name="Google Shape;943;p44"/>
          <p:cNvPicPr preferRelativeResize="0"/>
          <p:nvPr/>
        </p:nvPicPr>
        <p:blipFill>
          <a:blip r:embed="rId4">
            <a:alphaModFix/>
          </a:blip>
          <a:stretch>
            <a:fillRect/>
          </a:stretch>
        </p:blipFill>
        <p:spPr>
          <a:xfrm>
            <a:off x="771525" y="2065800"/>
            <a:ext cx="242227" cy="211350"/>
          </a:xfrm>
          <a:prstGeom prst="rect">
            <a:avLst/>
          </a:prstGeom>
          <a:noFill/>
          <a:ln>
            <a:noFill/>
          </a:ln>
        </p:spPr>
      </p:pic>
      <p:sp>
        <p:nvSpPr>
          <p:cNvPr id="944" name="Google Shape;944;p44"/>
          <p:cNvSpPr/>
          <p:nvPr/>
        </p:nvSpPr>
        <p:spPr>
          <a:xfrm>
            <a:off x="1171725" y="2760625"/>
            <a:ext cx="5701800" cy="350400"/>
          </a:xfrm>
          <a:prstGeom prst="rect">
            <a:avLst/>
          </a:prstGeom>
          <a:noFill/>
          <a:ln>
            <a:noFill/>
          </a:ln>
        </p:spPr>
        <p:txBody>
          <a:bodyPr anchorCtr="0" anchor="t" bIns="12700" lIns="12700" spcFirstLastPara="1" rIns="12700" wrap="square" tIns="12700">
            <a:noAutofit/>
          </a:bodyPr>
          <a:lstStyle/>
          <a:p>
            <a:pPr indent="0" lvl="0" marL="0" marR="0" rtl="0" algn="l">
              <a:lnSpc>
                <a:spcPct val="145000"/>
              </a:lnSpc>
              <a:spcBef>
                <a:spcPts val="0"/>
              </a:spcBef>
              <a:spcAft>
                <a:spcPts val="0"/>
              </a:spcAft>
              <a:buNone/>
            </a:pPr>
            <a:r>
              <a:rPr lang="en" sz="900">
                <a:solidFill>
                  <a:srgbClr val="7B8CA4"/>
                </a:solidFill>
                <a:latin typeface="Plus Jakarta Sans"/>
                <a:ea typeface="Plus Jakarta Sans"/>
                <a:cs typeface="Plus Jakarta Sans"/>
                <a:sym typeface="Plus Jakarta Sans"/>
              </a:rPr>
              <a:t>– Nombre Apellido, Cargo en la Empresa, Fecha</a:t>
            </a:r>
            <a:endParaRPr b="0" i="0" sz="900" u="none" cap="none" strike="noStrike">
              <a:solidFill>
                <a:srgbClr val="7B8CA4"/>
              </a:solidFill>
              <a:latin typeface="Calibri"/>
              <a:ea typeface="Calibri"/>
              <a:cs typeface="Calibri"/>
              <a:sym typeface="Calibri"/>
            </a:endParaRPr>
          </a:p>
        </p:txBody>
      </p:sp>
      <p:sp>
        <p:nvSpPr>
          <p:cNvPr id="945" name="Google Shape;945;p44"/>
          <p:cNvSpPr/>
          <p:nvPr/>
        </p:nvSpPr>
        <p:spPr>
          <a:xfrm>
            <a:off x="571500" y="3200800"/>
            <a:ext cx="2542500" cy="1204500"/>
          </a:xfrm>
          <a:prstGeom prst="roundRect">
            <a:avLst>
              <a:gd fmla="val 13787" name="adj"/>
            </a:avLst>
          </a:prstGeom>
          <a:solidFill>
            <a:srgbClr val="FFFFFF"/>
          </a:solidFill>
          <a:ln>
            <a:noFill/>
          </a:ln>
          <a:effectLst>
            <a:outerShdw blurRad="457200" rotWithShape="0" algn="bl" dir="5400000" dist="171450">
              <a:srgbClr val="0A1C43">
                <a:alpha val="10200"/>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946" name="Google Shape;946;p44"/>
          <p:cNvSpPr/>
          <p:nvPr/>
        </p:nvSpPr>
        <p:spPr>
          <a:xfrm>
            <a:off x="779332" y="3757913"/>
            <a:ext cx="3201000" cy="1977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020617"/>
              </a:buClr>
              <a:buSzPts val="1100"/>
              <a:buFont typeface="Plus Jakarta Sans"/>
              <a:buNone/>
            </a:pPr>
            <a:r>
              <a:rPr b="1" lang="en" sz="900">
                <a:solidFill>
                  <a:srgbClr val="020617"/>
                </a:solidFill>
                <a:latin typeface="Plus Jakarta Sans"/>
                <a:ea typeface="Plus Jakarta Sans"/>
                <a:cs typeface="Plus Jakarta Sans"/>
                <a:sym typeface="Plus Jakarta Sans"/>
              </a:rPr>
              <a:t>Bajada de la cifra a destacar</a:t>
            </a:r>
            <a:endParaRPr b="0" i="0" sz="900" u="none" cap="none" strike="noStrike">
              <a:solidFill>
                <a:schemeClr val="dk1"/>
              </a:solidFill>
              <a:latin typeface="Calibri"/>
              <a:ea typeface="Calibri"/>
              <a:cs typeface="Calibri"/>
              <a:sym typeface="Calibri"/>
            </a:endParaRPr>
          </a:p>
        </p:txBody>
      </p:sp>
      <p:sp>
        <p:nvSpPr>
          <p:cNvPr id="947" name="Google Shape;947;p44"/>
          <p:cNvSpPr/>
          <p:nvPr/>
        </p:nvSpPr>
        <p:spPr>
          <a:xfrm>
            <a:off x="779332" y="3936267"/>
            <a:ext cx="2195400" cy="350400"/>
          </a:xfrm>
          <a:prstGeom prst="rect">
            <a:avLst/>
          </a:prstGeom>
          <a:noFill/>
          <a:ln>
            <a:noFill/>
          </a:ln>
        </p:spPr>
        <p:txBody>
          <a:bodyPr anchorCtr="0" anchor="t" bIns="12700" lIns="12700" spcFirstLastPara="1" rIns="12700" wrap="square" tIns="12700">
            <a:noAutofit/>
          </a:bodyPr>
          <a:lstStyle/>
          <a:p>
            <a:pPr indent="0" lvl="0" marL="0" marR="0" rtl="0" algn="l">
              <a:lnSpc>
                <a:spcPct val="115000"/>
              </a:lnSpc>
              <a:spcBef>
                <a:spcPts val="0"/>
              </a:spcBef>
              <a:spcAft>
                <a:spcPts val="0"/>
              </a:spcAft>
              <a:buClr>
                <a:srgbClr val="475569"/>
              </a:buClr>
              <a:buSzPts val="900"/>
              <a:buFont typeface="Plus Jakarta Sans"/>
              <a:buNone/>
            </a:pPr>
            <a:r>
              <a:rPr b="0" i="0" lang="en" sz="900" u="none" cap="none" strike="noStrike">
                <a:solidFill>
                  <a:srgbClr val="475569"/>
                </a:solidFill>
                <a:latin typeface="Plus Jakarta Sans"/>
                <a:ea typeface="Plus Jakarta Sans"/>
                <a:cs typeface="Plus Jakarta Sans"/>
                <a:sym typeface="Plus Jakarta Sans"/>
              </a:rPr>
              <a:t>Optimiza la pauta según ventas, no clicks. Tu inversión va donde </a:t>
            </a:r>
            <a:endParaRPr b="0" i="0" sz="900" u="none" cap="none" strike="noStrike">
              <a:solidFill>
                <a:schemeClr val="dk1"/>
              </a:solidFill>
              <a:latin typeface="Calibri"/>
              <a:ea typeface="Calibri"/>
              <a:cs typeface="Calibri"/>
              <a:sym typeface="Calibri"/>
            </a:endParaRPr>
          </a:p>
        </p:txBody>
      </p:sp>
      <p:sp>
        <p:nvSpPr>
          <p:cNvPr id="948" name="Google Shape;948;p44"/>
          <p:cNvSpPr/>
          <p:nvPr/>
        </p:nvSpPr>
        <p:spPr>
          <a:xfrm>
            <a:off x="3303001" y="3240513"/>
            <a:ext cx="2542500" cy="1204500"/>
          </a:xfrm>
          <a:prstGeom prst="roundRect">
            <a:avLst>
              <a:gd fmla="val 13787" name="adj"/>
            </a:avLst>
          </a:prstGeom>
          <a:solidFill>
            <a:srgbClr val="FFFFFF"/>
          </a:solidFill>
          <a:ln>
            <a:noFill/>
          </a:ln>
          <a:effectLst>
            <a:outerShdw blurRad="457200" rotWithShape="0" algn="bl" dir="5400000" dist="171450">
              <a:srgbClr val="0A1C43">
                <a:alpha val="10200"/>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949" name="Google Shape;949;p44"/>
          <p:cNvSpPr/>
          <p:nvPr/>
        </p:nvSpPr>
        <p:spPr>
          <a:xfrm>
            <a:off x="3510832" y="3797626"/>
            <a:ext cx="3201000" cy="1977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020617"/>
              </a:buClr>
              <a:buSzPts val="1100"/>
              <a:buFont typeface="Plus Jakarta Sans"/>
              <a:buNone/>
            </a:pPr>
            <a:r>
              <a:rPr b="1" lang="en" sz="900">
                <a:solidFill>
                  <a:srgbClr val="020617"/>
                </a:solidFill>
                <a:latin typeface="Plus Jakarta Sans"/>
                <a:ea typeface="Plus Jakarta Sans"/>
                <a:cs typeface="Plus Jakarta Sans"/>
                <a:sym typeface="Plus Jakarta Sans"/>
              </a:rPr>
              <a:t>Bajada de la cifra a destacar</a:t>
            </a:r>
            <a:endParaRPr b="0" i="0" sz="900" u="none" cap="none" strike="noStrike">
              <a:solidFill>
                <a:schemeClr val="dk1"/>
              </a:solidFill>
              <a:latin typeface="Calibri"/>
              <a:ea typeface="Calibri"/>
              <a:cs typeface="Calibri"/>
              <a:sym typeface="Calibri"/>
            </a:endParaRPr>
          </a:p>
        </p:txBody>
      </p:sp>
      <p:sp>
        <p:nvSpPr>
          <p:cNvPr id="950" name="Google Shape;950;p44"/>
          <p:cNvSpPr/>
          <p:nvPr/>
        </p:nvSpPr>
        <p:spPr>
          <a:xfrm>
            <a:off x="3510825" y="3975975"/>
            <a:ext cx="2195400" cy="350400"/>
          </a:xfrm>
          <a:prstGeom prst="rect">
            <a:avLst/>
          </a:prstGeom>
          <a:noFill/>
          <a:ln>
            <a:noFill/>
          </a:ln>
        </p:spPr>
        <p:txBody>
          <a:bodyPr anchorCtr="0" anchor="t" bIns="12700" lIns="12700" spcFirstLastPara="1" rIns="12700" wrap="square" tIns="12700">
            <a:noAutofit/>
          </a:bodyPr>
          <a:lstStyle/>
          <a:p>
            <a:pPr indent="0" lvl="0" marL="0" marR="0" rtl="0" algn="l">
              <a:lnSpc>
                <a:spcPct val="115000"/>
              </a:lnSpc>
              <a:spcBef>
                <a:spcPts val="0"/>
              </a:spcBef>
              <a:spcAft>
                <a:spcPts val="0"/>
              </a:spcAft>
              <a:buClr>
                <a:srgbClr val="475569"/>
              </a:buClr>
              <a:buSzPts val="900"/>
              <a:buFont typeface="Plus Jakarta Sans"/>
              <a:buNone/>
            </a:pPr>
            <a:r>
              <a:rPr lang="en" sz="900">
                <a:solidFill>
                  <a:srgbClr val="475569"/>
                </a:solidFill>
                <a:latin typeface="Plus Jakarta Sans"/>
                <a:ea typeface="Plus Jakarta Sans"/>
                <a:cs typeface="Plus Jakarta Sans"/>
                <a:sym typeface="Plus Jakarta Sans"/>
              </a:rPr>
              <a:t>Lorem ipsum dolor sit amet, conselad adipiscing elit, sed do eiusmod.</a:t>
            </a:r>
            <a:endParaRPr b="0" i="0" sz="900" u="none" cap="none" strike="noStrike">
              <a:solidFill>
                <a:schemeClr val="dk1"/>
              </a:solidFill>
              <a:latin typeface="Calibri"/>
              <a:ea typeface="Calibri"/>
              <a:cs typeface="Calibri"/>
              <a:sym typeface="Calibri"/>
            </a:endParaRPr>
          </a:p>
        </p:txBody>
      </p:sp>
      <p:sp>
        <p:nvSpPr>
          <p:cNvPr id="951" name="Google Shape;951;p44"/>
          <p:cNvSpPr/>
          <p:nvPr/>
        </p:nvSpPr>
        <p:spPr>
          <a:xfrm>
            <a:off x="6034502" y="3240501"/>
            <a:ext cx="2542500" cy="1204500"/>
          </a:xfrm>
          <a:prstGeom prst="roundRect">
            <a:avLst>
              <a:gd fmla="val 13787" name="adj"/>
            </a:avLst>
          </a:prstGeom>
          <a:solidFill>
            <a:srgbClr val="FFFFFF"/>
          </a:solidFill>
          <a:ln>
            <a:noFill/>
          </a:ln>
          <a:effectLst>
            <a:outerShdw blurRad="457200" rotWithShape="0" algn="bl" dir="5400000" dist="171450">
              <a:srgbClr val="0A1C43">
                <a:alpha val="10200"/>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952" name="Google Shape;952;p44"/>
          <p:cNvSpPr/>
          <p:nvPr/>
        </p:nvSpPr>
        <p:spPr>
          <a:xfrm>
            <a:off x="6242333" y="3797614"/>
            <a:ext cx="3201000" cy="1977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020617"/>
              </a:buClr>
              <a:buSzPts val="1100"/>
              <a:buFont typeface="Plus Jakarta Sans"/>
              <a:buNone/>
            </a:pPr>
            <a:r>
              <a:rPr b="1" lang="en" sz="900">
                <a:solidFill>
                  <a:srgbClr val="020617"/>
                </a:solidFill>
                <a:latin typeface="Plus Jakarta Sans"/>
                <a:ea typeface="Plus Jakarta Sans"/>
                <a:cs typeface="Plus Jakarta Sans"/>
                <a:sym typeface="Plus Jakarta Sans"/>
              </a:rPr>
              <a:t>También se pueden usar íconos </a:t>
            </a:r>
            <a:endParaRPr b="0" i="0" sz="900" u="none" cap="none" strike="noStrike">
              <a:solidFill>
                <a:schemeClr val="dk1"/>
              </a:solidFill>
              <a:latin typeface="Calibri"/>
              <a:ea typeface="Calibri"/>
              <a:cs typeface="Calibri"/>
              <a:sym typeface="Calibri"/>
            </a:endParaRPr>
          </a:p>
        </p:txBody>
      </p:sp>
      <p:sp>
        <p:nvSpPr>
          <p:cNvPr id="953" name="Google Shape;953;p44"/>
          <p:cNvSpPr/>
          <p:nvPr/>
        </p:nvSpPr>
        <p:spPr>
          <a:xfrm>
            <a:off x="6242325" y="3975981"/>
            <a:ext cx="2195400" cy="643800"/>
          </a:xfrm>
          <a:prstGeom prst="rect">
            <a:avLst/>
          </a:prstGeom>
          <a:noFill/>
          <a:ln>
            <a:noFill/>
          </a:ln>
        </p:spPr>
        <p:txBody>
          <a:bodyPr anchorCtr="0" anchor="t" bIns="12700" lIns="12700" spcFirstLastPara="1" rIns="12700" wrap="square" tIns="12700">
            <a:noAutofit/>
          </a:bodyPr>
          <a:lstStyle/>
          <a:p>
            <a:pPr indent="0" lvl="0" marL="0" marR="0" rtl="0" algn="l">
              <a:lnSpc>
                <a:spcPct val="115000"/>
              </a:lnSpc>
              <a:spcBef>
                <a:spcPts val="0"/>
              </a:spcBef>
              <a:spcAft>
                <a:spcPts val="0"/>
              </a:spcAft>
              <a:buClr>
                <a:srgbClr val="475569"/>
              </a:buClr>
              <a:buSzPts val="900"/>
              <a:buFont typeface="Plus Jakarta Sans"/>
              <a:buNone/>
            </a:pPr>
            <a:r>
              <a:rPr lang="en" sz="900">
                <a:solidFill>
                  <a:srgbClr val="475569"/>
                </a:solidFill>
                <a:latin typeface="Plus Jakarta Sans"/>
                <a:ea typeface="Plus Jakarta Sans"/>
                <a:cs typeface="Plus Jakarta Sans"/>
                <a:sym typeface="Plus Jakarta Sans"/>
              </a:rPr>
              <a:t>Lorem ipsum dolor sit amet, consela adipiscing elit, sed do eiusmod.</a:t>
            </a:r>
            <a:endParaRPr sz="900">
              <a:solidFill>
                <a:srgbClr val="475569"/>
              </a:solidFill>
              <a:latin typeface="Plus Jakarta Sans"/>
              <a:ea typeface="Plus Jakarta Sans"/>
              <a:cs typeface="Plus Jakarta Sans"/>
              <a:sym typeface="Plus Jakarta Sans"/>
            </a:endParaRPr>
          </a:p>
        </p:txBody>
      </p:sp>
      <p:sp>
        <p:nvSpPr>
          <p:cNvPr id="954" name="Google Shape;954;p44"/>
          <p:cNvSpPr/>
          <p:nvPr/>
        </p:nvSpPr>
        <p:spPr>
          <a:xfrm>
            <a:off x="6242325" y="3392025"/>
            <a:ext cx="350400" cy="350400"/>
          </a:xfrm>
          <a:prstGeom prst="roundRect">
            <a:avLst>
              <a:gd fmla="val 30952" name="adj"/>
            </a:avLst>
          </a:prstGeom>
          <a:solidFill>
            <a:srgbClr val="E2EAFF"/>
          </a:solidFill>
          <a:ln>
            <a:noFill/>
          </a:ln>
        </p:spPr>
        <p:txBody>
          <a:bodyPr anchorCtr="0" anchor="ctr" bIns="40025" lIns="40025" spcFirstLastPara="1" rIns="40025" wrap="square" tIns="40025">
            <a:noAutofit/>
          </a:bodyPr>
          <a:lstStyle/>
          <a:p>
            <a:pPr indent="0" lvl="0" marL="0" rtl="0" algn="l">
              <a:spcBef>
                <a:spcPts val="0"/>
              </a:spcBef>
              <a:spcAft>
                <a:spcPts val="0"/>
              </a:spcAft>
              <a:buNone/>
            </a:pPr>
            <a:r>
              <a:t/>
            </a:r>
            <a:endParaRPr/>
          </a:p>
        </p:txBody>
      </p:sp>
      <p:sp>
        <p:nvSpPr>
          <p:cNvPr id="955" name="Google Shape;955;p44"/>
          <p:cNvSpPr/>
          <p:nvPr/>
        </p:nvSpPr>
        <p:spPr>
          <a:xfrm>
            <a:off x="6324938" y="3474628"/>
            <a:ext cx="185076" cy="185058"/>
          </a:xfrm>
          <a:custGeom>
            <a:rect b="b" l="l" r="r" t="t"/>
            <a:pathLst>
              <a:path extrusionOk="0" fill="none" h="2400" w="2400">
                <a:moveTo>
                  <a:pt x="2000" y="1300"/>
                </a:moveTo>
                <a:cubicBezTo>
                  <a:pt x="2000" y="1800"/>
                  <a:pt x="1650" y="2050"/>
                  <a:pt x="1234" y="2195"/>
                </a:cubicBezTo>
                <a:lnTo>
                  <a:pt x="1230" y="2196"/>
                </a:lnTo>
                <a:lnTo>
                  <a:pt x="1226" y="2197"/>
                </a:lnTo>
                <a:lnTo>
                  <a:pt x="1222" y="2198"/>
                </a:lnTo>
                <a:lnTo>
                  <a:pt x="1217" y="2199"/>
                </a:lnTo>
                <a:lnTo>
                  <a:pt x="1213" y="2200"/>
                </a:lnTo>
                <a:lnTo>
                  <a:pt x="1209" y="2200"/>
                </a:lnTo>
                <a:lnTo>
                  <a:pt x="1205" y="2200"/>
                </a:lnTo>
                <a:lnTo>
                  <a:pt x="1200" y="2200"/>
                </a:lnTo>
                <a:lnTo>
                  <a:pt x="1196" y="2200"/>
                </a:lnTo>
                <a:lnTo>
                  <a:pt x="1192" y="2200"/>
                </a:lnTo>
                <a:lnTo>
                  <a:pt x="1188" y="2199"/>
                </a:lnTo>
                <a:lnTo>
                  <a:pt x="1183" y="2199"/>
                </a:lnTo>
                <a:lnTo>
                  <a:pt x="1179" y="2198"/>
                </a:lnTo>
                <a:lnTo>
                  <a:pt x="1175" y="2197"/>
                </a:lnTo>
                <a:lnTo>
                  <a:pt x="1171" y="2195"/>
                </a:lnTo>
                <a:lnTo>
                  <a:pt x="1167" y="2194"/>
                </a:lnTo>
                <a:cubicBezTo>
                  <a:pt x="750" y="2050"/>
                  <a:pt x="400" y="1800"/>
                  <a:pt x="400" y="1300"/>
                </a:cubicBezTo>
                <a:lnTo>
                  <a:pt x="400" y="600"/>
                </a:lnTo>
                <a:lnTo>
                  <a:pt x="400" y="590"/>
                </a:lnTo>
                <a:lnTo>
                  <a:pt x="402" y="580"/>
                </a:lnTo>
                <a:lnTo>
                  <a:pt x="404" y="571"/>
                </a:lnTo>
                <a:lnTo>
                  <a:pt x="408" y="562"/>
                </a:lnTo>
                <a:lnTo>
                  <a:pt x="412" y="553"/>
                </a:lnTo>
                <a:lnTo>
                  <a:pt x="417" y="544"/>
                </a:lnTo>
                <a:lnTo>
                  <a:pt x="423" y="537"/>
                </a:lnTo>
                <a:lnTo>
                  <a:pt x="429" y="529"/>
                </a:lnTo>
                <a:lnTo>
                  <a:pt x="437" y="523"/>
                </a:lnTo>
                <a:lnTo>
                  <a:pt x="444" y="517"/>
                </a:lnTo>
                <a:lnTo>
                  <a:pt x="453" y="512"/>
                </a:lnTo>
                <a:lnTo>
                  <a:pt x="462" y="508"/>
                </a:lnTo>
                <a:lnTo>
                  <a:pt x="471" y="504"/>
                </a:lnTo>
                <a:lnTo>
                  <a:pt x="480" y="502"/>
                </a:lnTo>
                <a:lnTo>
                  <a:pt x="490" y="500"/>
                </a:lnTo>
                <a:lnTo>
                  <a:pt x="500" y="500"/>
                </a:lnTo>
                <a:cubicBezTo>
                  <a:pt x="700" y="500"/>
                  <a:pt x="950" y="380"/>
                  <a:pt x="1124" y="228"/>
                </a:cubicBezTo>
                <a:lnTo>
                  <a:pt x="1132" y="222"/>
                </a:lnTo>
                <a:lnTo>
                  <a:pt x="1141" y="216"/>
                </a:lnTo>
                <a:lnTo>
                  <a:pt x="1150" y="211"/>
                </a:lnTo>
                <a:lnTo>
                  <a:pt x="1159" y="207"/>
                </a:lnTo>
                <a:lnTo>
                  <a:pt x="1169" y="204"/>
                </a:lnTo>
                <a:lnTo>
                  <a:pt x="1179" y="202"/>
                </a:lnTo>
                <a:lnTo>
                  <a:pt x="1190" y="200"/>
                </a:lnTo>
                <a:lnTo>
                  <a:pt x="1200" y="200"/>
                </a:lnTo>
                <a:lnTo>
                  <a:pt x="1210" y="200"/>
                </a:lnTo>
                <a:lnTo>
                  <a:pt x="1221" y="202"/>
                </a:lnTo>
                <a:lnTo>
                  <a:pt x="1231" y="204"/>
                </a:lnTo>
                <a:lnTo>
                  <a:pt x="1241" y="207"/>
                </a:lnTo>
                <a:lnTo>
                  <a:pt x="1250" y="211"/>
                </a:lnTo>
                <a:lnTo>
                  <a:pt x="1259" y="216"/>
                </a:lnTo>
                <a:lnTo>
                  <a:pt x="1268" y="222"/>
                </a:lnTo>
                <a:lnTo>
                  <a:pt x="1276" y="228"/>
                </a:lnTo>
                <a:cubicBezTo>
                  <a:pt x="1451" y="381"/>
                  <a:pt x="1700" y="500"/>
                  <a:pt x="1900" y="500"/>
                </a:cubicBezTo>
                <a:lnTo>
                  <a:pt x="1910" y="500"/>
                </a:lnTo>
                <a:lnTo>
                  <a:pt x="1920" y="502"/>
                </a:lnTo>
                <a:lnTo>
                  <a:pt x="1929" y="504"/>
                </a:lnTo>
                <a:lnTo>
                  <a:pt x="1938" y="508"/>
                </a:lnTo>
                <a:lnTo>
                  <a:pt x="1947" y="512"/>
                </a:lnTo>
                <a:lnTo>
                  <a:pt x="1956" y="517"/>
                </a:lnTo>
                <a:lnTo>
                  <a:pt x="1963" y="523"/>
                </a:lnTo>
                <a:lnTo>
                  <a:pt x="1971" y="529"/>
                </a:lnTo>
                <a:lnTo>
                  <a:pt x="1977" y="537"/>
                </a:lnTo>
                <a:lnTo>
                  <a:pt x="1983" y="544"/>
                </a:lnTo>
                <a:lnTo>
                  <a:pt x="1988" y="553"/>
                </a:lnTo>
                <a:lnTo>
                  <a:pt x="1992" y="562"/>
                </a:lnTo>
                <a:lnTo>
                  <a:pt x="1996" y="571"/>
                </a:lnTo>
                <a:lnTo>
                  <a:pt x="1998" y="580"/>
                </a:lnTo>
                <a:lnTo>
                  <a:pt x="2000" y="590"/>
                </a:lnTo>
                <a:lnTo>
                  <a:pt x="2000" y="600"/>
                </a:lnTo>
                <a:lnTo>
                  <a:pt x="2000" y="1300"/>
                </a:lnTo>
                <a:moveTo>
                  <a:pt x="900" y="1200"/>
                </a:moveTo>
                <a:lnTo>
                  <a:pt x="1100" y="1400"/>
                </a:lnTo>
                <a:lnTo>
                  <a:pt x="1500" y="1000"/>
                </a:lnTo>
              </a:path>
            </a:pathLst>
          </a:custGeom>
          <a:noFill/>
          <a:ln cap="rnd" cmpd="sng" w="16675">
            <a:solidFill>
              <a:srgbClr val="006BFE"/>
            </a:solidFill>
            <a:prstDash val="solid"/>
            <a:round/>
            <a:headEnd len="sm" w="sm" type="none"/>
            <a:tailEnd len="sm" w="sm" type="none"/>
          </a:ln>
        </p:spPr>
        <p:txBody>
          <a:bodyPr anchorCtr="0" anchor="t" bIns="24600" lIns="49275" spcFirstLastPara="1" rIns="49275" wrap="square" tIns="24600">
            <a:noAutofit/>
          </a:bodyPr>
          <a:lstStyle/>
          <a:p>
            <a:pPr indent="0" lvl="0" marL="0" marR="0" rtl="0" algn="l">
              <a:spcBef>
                <a:spcPts val="0"/>
              </a:spcBef>
              <a:spcAft>
                <a:spcPts val="0"/>
              </a:spcAft>
              <a:buNone/>
            </a:pPr>
            <a:r>
              <a:t/>
            </a:r>
            <a:endParaRPr b="1" sz="1006">
              <a:solidFill>
                <a:schemeClr val="dk1"/>
              </a:solidFill>
              <a:latin typeface="Calibri"/>
              <a:ea typeface="Calibri"/>
              <a:cs typeface="Calibri"/>
              <a:sym typeface="Calibri"/>
            </a:endParaRPr>
          </a:p>
        </p:txBody>
      </p:sp>
      <p:sp>
        <p:nvSpPr>
          <p:cNvPr id="956" name="Google Shape;956;p44"/>
          <p:cNvSpPr/>
          <p:nvPr/>
        </p:nvSpPr>
        <p:spPr>
          <a:xfrm>
            <a:off x="3491504" y="3352677"/>
            <a:ext cx="955500" cy="378600"/>
          </a:xfrm>
          <a:prstGeom prst="rect">
            <a:avLst/>
          </a:prstGeom>
          <a:noFill/>
          <a:ln>
            <a:noFill/>
          </a:ln>
        </p:spPr>
        <p:txBody>
          <a:bodyPr anchorCtr="0" anchor="t" bIns="12700" lIns="12700" spcFirstLastPara="1" rIns="12700" wrap="square" tIns="12700">
            <a:noAutofit/>
          </a:bodyPr>
          <a:lstStyle/>
          <a:p>
            <a:pPr indent="0" lvl="0" marL="0" marR="0" rtl="0" algn="l">
              <a:lnSpc>
                <a:spcPct val="102000"/>
              </a:lnSpc>
              <a:spcBef>
                <a:spcPts val="0"/>
              </a:spcBef>
              <a:spcAft>
                <a:spcPts val="0"/>
              </a:spcAft>
              <a:buClr>
                <a:srgbClr val="020617"/>
              </a:buClr>
              <a:buSzPts val="2800"/>
              <a:buFont typeface="Plus Jakarta Sans"/>
              <a:buNone/>
            </a:pPr>
            <a:r>
              <a:rPr lang="en" sz="2800">
                <a:solidFill>
                  <a:srgbClr val="437AEF"/>
                </a:solidFill>
                <a:latin typeface="Plus Jakarta Sans ExtraBold"/>
                <a:ea typeface="Plus Jakarta Sans ExtraBold"/>
                <a:cs typeface="Plus Jakarta Sans ExtraBold"/>
                <a:sym typeface="Plus Jakarta Sans ExtraBold"/>
              </a:rPr>
              <a:t>60%</a:t>
            </a:r>
            <a:endParaRPr i="1" sz="2800" u="none" cap="none" strike="noStrike">
              <a:solidFill>
                <a:srgbClr val="437AEF"/>
              </a:solidFill>
              <a:latin typeface="Plus Jakarta Sans ExtraBold"/>
              <a:ea typeface="Plus Jakarta Sans ExtraBold"/>
              <a:cs typeface="Plus Jakarta Sans ExtraBold"/>
              <a:sym typeface="Plus Jakarta Sans ExtraBold"/>
            </a:endParaRPr>
          </a:p>
        </p:txBody>
      </p:sp>
      <p:sp>
        <p:nvSpPr>
          <p:cNvPr id="957" name="Google Shape;957;p44"/>
          <p:cNvSpPr/>
          <p:nvPr/>
        </p:nvSpPr>
        <p:spPr>
          <a:xfrm>
            <a:off x="779323" y="3323225"/>
            <a:ext cx="1457400" cy="378600"/>
          </a:xfrm>
          <a:prstGeom prst="rect">
            <a:avLst/>
          </a:prstGeom>
          <a:noFill/>
          <a:ln>
            <a:noFill/>
          </a:ln>
        </p:spPr>
        <p:txBody>
          <a:bodyPr anchorCtr="0" anchor="t" bIns="12700" lIns="12700" spcFirstLastPara="1" rIns="12700" wrap="square" tIns="12700">
            <a:noAutofit/>
          </a:bodyPr>
          <a:lstStyle/>
          <a:p>
            <a:pPr indent="0" lvl="0" marL="0" marR="0" rtl="0" algn="l">
              <a:lnSpc>
                <a:spcPct val="102000"/>
              </a:lnSpc>
              <a:spcBef>
                <a:spcPts val="0"/>
              </a:spcBef>
              <a:spcAft>
                <a:spcPts val="0"/>
              </a:spcAft>
              <a:buClr>
                <a:srgbClr val="020617"/>
              </a:buClr>
              <a:buSzPts val="2800"/>
              <a:buFont typeface="Plus Jakarta Sans"/>
              <a:buNone/>
            </a:pPr>
            <a:r>
              <a:rPr lang="en" sz="2800">
                <a:solidFill>
                  <a:srgbClr val="437AEF"/>
                </a:solidFill>
                <a:latin typeface="Plus Jakarta Sans ExtraBold"/>
                <a:ea typeface="Plus Jakarta Sans ExtraBold"/>
                <a:cs typeface="Plus Jakarta Sans ExtraBold"/>
                <a:sym typeface="Plus Jakarta Sans ExtraBold"/>
              </a:rPr>
              <a:t>$80M</a:t>
            </a:r>
            <a:endParaRPr i="1" sz="2800" u="none" cap="none" strike="noStrike">
              <a:solidFill>
                <a:srgbClr val="437AEF"/>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pic>
        <p:nvPicPr>
          <p:cNvPr descr="preencoded.png" id="963" name="Google Shape;963;p45"/>
          <p:cNvPicPr preferRelativeResize="0"/>
          <p:nvPr/>
        </p:nvPicPr>
        <p:blipFill rotWithShape="1">
          <a:blip r:embed="rId3">
            <a:alphaModFix/>
          </a:blip>
          <a:srcRect b="10844" l="-2760" r="2760" t="10632"/>
          <a:stretch/>
        </p:blipFill>
        <p:spPr>
          <a:xfrm>
            <a:off x="0" y="0"/>
            <a:ext cx="9144002" cy="5143500"/>
          </a:xfrm>
          <a:prstGeom prst="rect">
            <a:avLst/>
          </a:prstGeom>
          <a:noFill/>
          <a:ln>
            <a:noFill/>
          </a:ln>
        </p:spPr>
      </p:pic>
      <p:sp>
        <p:nvSpPr>
          <p:cNvPr id="964" name="Google Shape;964;p45"/>
          <p:cNvSpPr/>
          <p:nvPr/>
        </p:nvSpPr>
        <p:spPr>
          <a:xfrm>
            <a:off x="0" y="0"/>
            <a:ext cx="9144000" cy="5143500"/>
          </a:xfrm>
          <a:prstGeom prst="rect">
            <a:avLst/>
          </a:prstGeom>
          <a:gradFill>
            <a:gsLst>
              <a:gs pos="0">
                <a:srgbClr val="15192D">
                  <a:alpha val="0"/>
                </a:srgbClr>
              </a:gs>
              <a:gs pos="88000">
                <a:srgbClr val="15192D"/>
              </a:gs>
              <a:gs pos="100000">
                <a:srgbClr val="15192C"/>
              </a:gs>
            </a:gsLst>
            <a:lin ang="10800025"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5" name="Google Shape;965;p45"/>
          <p:cNvSpPr/>
          <p:nvPr/>
        </p:nvSpPr>
        <p:spPr>
          <a:xfrm>
            <a:off x="571500" y="457200"/>
            <a:ext cx="8241030" cy="201922"/>
          </a:xfrm>
          <a:prstGeom prst="rect">
            <a:avLst/>
          </a:prstGeom>
          <a:noFill/>
          <a:ln>
            <a:noFill/>
          </a:ln>
        </p:spPr>
        <p:txBody>
          <a:bodyPr anchorCtr="0" anchor="t" bIns="12700" lIns="12700" spcFirstLastPara="1" rIns="12700" wrap="square" tIns="12700">
            <a:noAutofit/>
          </a:bodyPr>
          <a:lstStyle/>
          <a:p>
            <a:pPr indent="0" lvl="0" marL="0" marR="0" rtl="0" algn="l">
              <a:lnSpc>
                <a:spcPct val="160000"/>
              </a:lnSpc>
              <a:spcBef>
                <a:spcPts val="0"/>
              </a:spcBef>
              <a:spcAft>
                <a:spcPts val="0"/>
              </a:spcAft>
              <a:buClr>
                <a:srgbClr val="779CEC"/>
              </a:buClr>
              <a:buSzPts val="900"/>
              <a:buFont typeface="Plus Jakarta Sans"/>
              <a:buNone/>
            </a:pPr>
            <a:r>
              <a:rPr b="1" lang="en" sz="1100">
                <a:solidFill>
                  <a:srgbClr val="779CEC"/>
                </a:solidFill>
                <a:latin typeface="Plus Jakarta Sans"/>
                <a:ea typeface="Plus Jakarta Sans"/>
                <a:cs typeface="Plus Jakarta Sans"/>
                <a:sym typeface="Plus Jakarta Sans"/>
              </a:rPr>
              <a:t>UN ANTETÍTULO</a:t>
            </a:r>
            <a:endParaRPr b="0" i="0" sz="1100" u="none" cap="none" strike="noStrike">
              <a:solidFill>
                <a:schemeClr val="dk1"/>
              </a:solidFill>
              <a:latin typeface="Calibri"/>
              <a:ea typeface="Calibri"/>
              <a:cs typeface="Calibri"/>
              <a:sym typeface="Calibri"/>
            </a:endParaRPr>
          </a:p>
        </p:txBody>
      </p:sp>
      <p:sp>
        <p:nvSpPr>
          <p:cNvPr id="966" name="Google Shape;966;p45"/>
          <p:cNvSpPr/>
          <p:nvPr/>
        </p:nvSpPr>
        <p:spPr>
          <a:xfrm>
            <a:off x="571500" y="744847"/>
            <a:ext cx="5788343" cy="1029444"/>
          </a:xfrm>
          <a:prstGeom prst="rect">
            <a:avLst/>
          </a:prstGeom>
          <a:noFill/>
          <a:ln>
            <a:noFill/>
          </a:ln>
        </p:spPr>
        <p:txBody>
          <a:bodyPr anchorCtr="0" anchor="t" bIns="12700" lIns="12700" spcFirstLastPara="1" rIns="12700" wrap="square" tIns="12700">
            <a:noAutofit/>
          </a:bodyPr>
          <a:lstStyle/>
          <a:p>
            <a:pPr indent="0" lvl="0" marL="0" marR="0" rtl="0" algn="l">
              <a:lnSpc>
                <a:spcPct val="102000"/>
              </a:lnSpc>
              <a:spcBef>
                <a:spcPts val="0"/>
              </a:spcBef>
              <a:spcAft>
                <a:spcPts val="0"/>
              </a:spcAft>
              <a:buClr>
                <a:srgbClr val="FFFFFF"/>
              </a:buClr>
              <a:buSzPts val="3900"/>
              <a:buFont typeface="Plus Jakarta Sans"/>
              <a:buNone/>
            </a:pPr>
            <a:r>
              <a:rPr b="1" i="0" lang="en" sz="3900" u="none" cap="none" strike="noStrike">
                <a:solidFill>
                  <a:srgbClr val="FFFFFF"/>
                </a:solidFill>
                <a:latin typeface="Plus Jakarta Sans"/>
                <a:ea typeface="Plus Jakarta Sans"/>
                <a:cs typeface="Plus Jakarta Sans"/>
                <a:sym typeface="Plus Jakarta Sans"/>
              </a:rPr>
              <a:t>Donde tus</a:t>
            </a:r>
            <a:endParaRPr b="1" sz="3900">
              <a:solidFill>
                <a:srgbClr val="FFFFFF"/>
              </a:solidFill>
              <a:latin typeface="Plus Jakarta Sans"/>
              <a:ea typeface="Plus Jakarta Sans"/>
              <a:cs typeface="Plus Jakarta Sans"/>
              <a:sym typeface="Plus Jakarta Sans"/>
            </a:endParaRPr>
          </a:p>
          <a:p>
            <a:pPr indent="0" lvl="0" marL="0" marR="0" rtl="0" algn="l">
              <a:lnSpc>
                <a:spcPct val="102000"/>
              </a:lnSpc>
              <a:spcBef>
                <a:spcPts val="0"/>
              </a:spcBef>
              <a:spcAft>
                <a:spcPts val="0"/>
              </a:spcAft>
              <a:buClr>
                <a:srgbClr val="FFFFFF"/>
              </a:buClr>
              <a:buSzPts val="3900"/>
              <a:buFont typeface="Plus Jakarta Sans"/>
              <a:buNone/>
            </a:pPr>
            <a:r>
              <a:rPr b="1" i="0" lang="en" sz="3900" u="none" cap="none" strike="noStrike">
                <a:solidFill>
                  <a:srgbClr val="FFFFFF"/>
                </a:solidFill>
                <a:latin typeface="Plus Jakarta Sans"/>
                <a:ea typeface="Plus Jakarta Sans"/>
                <a:cs typeface="Plus Jakarta Sans"/>
                <a:sym typeface="Plus Jakarta Sans"/>
              </a:rPr>
              <a:t>clientes </a:t>
            </a:r>
            <a:r>
              <a:rPr b="1" i="1" lang="en" sz="3900" u="none" cap="none" strike="noStrike">
                <a:solidFill>
                  <a:srgbClr val="779CEC"/>
                </a:solidFill>
                <a:latin typeface="Plus Jakarta Sans"/>
                <a:ea typeface="Plus Jakarta Sans"/>
                <a:cs typeface="Plus Jakarta Sans"/>
                <a:sym typeface="Plus Jakarta Sans"/>
              </a:rPr>
              <a:t>ya están</a:t>
            </a:r>
            <a:endParaRPr b="0" i="0" sz="3900" u="none" cap="none" strike="noStrike">
              <a:solidFill>
                <a:schemeClr val="dk1"/>
              </a:solidFill>
              <a:latin typeface="Calibri"/>
              <a:ea typeface="Calibri"/>
              <a:cs typeface="Calibri"/>
              <a:sym typeface="Calibri"/>
            </a:endParaRPr>
          </a:p>
        </p:txBody>
      </p:sp>
      <p:sp>
        <p:nvSpPr>
          <p:cNvPr id="967" name="Google Shape;967;p45"/>
          <p:cNvSpPr/>
          <p:nvPr/>
        </p:nvSpPr>
        <p:spPr>
          <a:xfrm>
            <a:off x="571500" y="2202917"/>
            <a:ext cx="3728100" cy="662100"/>
          </a:xfrm>
          <a:prstGeom prst="rect">
            <a:avLst/>
          </a:prstGeom>
          <a:noFill/>
          <a:ln>
            <a:noFill/>
          </a:ln>
        </p:spPr>
        <p:txBody>
          <a:bodyPr anchorCtr="0" anchor="t" bIns="12700" lIns="12700" spcFirstLastPara="1" rIns="12700" wrap="square" tIns="12700">
            <a:noAutofit/>
          </a:bodyPr>
          <a:lstStyle/>
          <a:p>
            <a:pPr indent="0" lvl="0" marL="0" marR="0" rtl="0" algn="l">
              <a:lnSpc>
                <a:spcPct val="125000"/>
              </a:lnSpc>
              <a:spcBef>
                <a:spcPts val="0"/>
              </a:spcBef>
              <a:spcAft>
                <a:spcPts val="0"/>
              </a:spcAft>
              <a:buClr>
                <a:srgbClr val="FFFFFF"/>
              </a:buClr>
              <a:buSzPts val="1400"/>
              <a:buFont typeface="Plus Jakarta Sans"/>
              <a:buNone/>
            </a:pPr>
            <a:r>
              <a:rPr b="0" i="0" lang="en" sz="1400" u="none" cap="none" strike="noStrike">
                <a:solidFill>
                  <a:srgbClr val="FFFFFF"/>
                </a:solidFill>
                <a:latin typeface="Plus Jakarta Sans"/>
                <a:ea typeface="Plus Jakarta Sans"/>
                <a:cs typeface="Plus Jakarta Sans"/>
                <a:sym typeface="Plus Jakarta Sans"/>
              </a:rPr>
              <a:t>Una frase que conecte la imagen con tu mensaje: la conversación pasa en el bolsillo de tu cliente.</a:t>
            </a:r>
            <a:endParaRPr b="0" i="0" sz="1400" u="none" cap="none" strike="noStrike">
              <a:solidFill>
                <a:schemeClr val="dk1"/>
              </a:solidFill>
              <a:latin typeface="Calibri"/>
              <a:ea typeface="Calibri"/>
              <a:cs typeface="Calibri"/>
              <a:sym typeface="Calibri"/>
            </a:endParaRPr>
          </a:p>
        </p:txBody>
      </p:sp>
      <p:pic>
        <p:nvPicPr>
          <p:cNvPr descr="preencoded.png" id="968" name="Google Shape;968;p45"/>
          <p:cNvPicPr preferRelativeResize="0"/>
          <p:nvPr/>
        </p:nvPicPr>
        <p:blipFill rotWithShape="1">
          <a:blip r:embed="rId4">
            <a:alphaModFix/>
          </a:blip>
          <a:srcRect b="0" l="0" r="0" t="0"/>
          <a:stretch/>
        </p:blipFill>
        <p:spPr>
          <a:xfrm>
            <a:off x="571500" y="4767263"/>
            <a:ext cx="664369" cy="128588"/>
          </a:xfrm>
          <a:prstGeom prst="rect">
            <a:avLst/>
          </a:prstGeom>
          <a:noFill/>
          <a:ln>
            <a:noFill/>
          </a:ln>
        </p:spPr>
      </p:pic>
      <p:sp>
        <p:nvSpPr>
          <p:cNvPr id="969" name="Google Shape;969;p45"/>
          <p:cNvSpPr/>
          <p:nvPr/>
        </p:nvSpPr>
        <p:spPr>
          <a:xfrm>
            <a:off x="8466200" y="4777978"/>
            <a:ext cx="144401" cy="1262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700"/>
              <a:buFont typeface="Plus Jakarta Sans"/>
              <a:buNone/>
            </a:pPr>
            <a:r>
              <a:rPr b="1" i="0" lang="en" sz="700" u="none" cap="none" strike="noStrike">
                <a:solidFill>
                  <a:srgbClr val="FFFFFF"/>
                </a:solidFill>
                <a:latin typeface="Plus Jakarta Sans"/>
                <a:ea typeface="Plus Jakarta Sans"/>
                <a:cs typeface="Plus Jakarta Sans"/>
                <a:sym typeface="Plus Jakarta Sans"/>
              </a:rPr>
              <a:t>26</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pic>
        <p:nvPicPr>
          <p:cNvPr descr="preencoded.png" id="975" name="Google Shape;975;p46"/>
          <p:cNvPicPr preferRelativeResize="0"/>
          <p:nvPr/>
        </p:nvPicPr>
        <p:blipFill rotWithShape="1">
          <a:blip r:embed="rId3">
            <a:alphaModFix/>
          </a:blip>
          <a:srcRect b="0" l="17959" r="0" t="0"/>
          <a:stretch/>
        </p:blipFill>
        <p:spPr>
          <a:xfrm>
            <a:off x="0" y="0"/>
            <a:ext cx="4206224" cy="5143500"/>
          </a:xfrm>
          <a:prstGeom prst="rect">
            <a:avLst/>
          </a:prstGeom>
          <a:noFill/>
          <a:ln>
            <a:noFill/>
          </a:ln>
        </p:spPr>
      </p:pic>
      <p:sp>
        <p:nvSpPr>
          <p:cNvPr id="976" name="Google Shape;976;p46"/>
          <p:cNvSpPr/>
          <p:nvPr/>
        </p:nvSpPr>
        <p:spPr>
          <a:xfrm>
            <a:off x="4777718" y="864803"/>
            <a:ext cx="3908700" cy="201900"/>
          </a:xfrm>
          <a:prstGeom prst="rect">
            <a:avLst/>
          </a:prstGeom>
          <a:noFill/>
          <a:ln>
            <a:noFill/>
          </a:ln>
        </p:spPr>
        <p:txBody>
          <a:bodyPr anchorCtr="0" anchor="t" bIns="12700" lIns="12700" spcFirstLastPara="1" rIns="12700" wrap="square" tIns="12700">
            <a:noAutofit/>
          </a:bodyPr>
          <a:lstStyle/>
          <a:p>
            <a:pPr indent="0" lvl="0" marL="0" marR="0" rtl="0" algn="l">
              <a:lnSpc>
                <a:spcPct val="160000"/>
              </a:lnSpc>
              <a:spcBef>
                <a:spcPts val="0"/>
              </a:spcBef>
              <a:spcAft>
                <a:spcPts val="0"/>
              </a:spcAft>
              <a:buClr>
                <a:srgbClr val="437AEF"/>
              </a:buClr>
              <a:buSzPts val="900"/>
              <a:buFont typeface="Plus Jakarta Sans"/>
              <a:buNone/>
            </a:pPr>
            <a:r>
              <a:rPr b="1" i="0" lang="en" sz="1100" u="none" cap="none" strike="noStrike">
                <a:solidFill>
                  <a:srgbClr val="437AEF"/>
                </a:solidFill>
                <a:latin typeface="Plus Jakarta Sans"/>
                <a:ea typeface="Plus Jakarta Sans"/>
                <a:cs typeface="Plus Jakarta Sans"/>
                <a:sym typeface="Plus Jakarta Sans"/>
              </a:rPr>
              <a:t>PRODUCTIVIDAD</a:t>
            </a:r>
            <a:endParaRPr b="0" i="0" sz="1100" u="none" cap="none" strike="noStrike">
              <a:solidFill>
                <a:schemeClr val="dk1"/>
              </a:solidFill>
              <a:latin typeface="Calibri"/>
              <a:ea typeface="Calibri"/>
              <a:cs typeface="Calibri"/>
              <a:sym typeface="Calibri"/>
            </a:endParaRPr>
          </a:p>
        </p:txBody>
      </p:sp>
      <p:sp>
        <p:nvSpPr>
          <p:cNvPr id="977" name="Google Shape;977;p46"/>
          <p:cNvSpPr/>
          <p:nvPr/>
        </p:nvSpPr>
        <p:spPr>
          <a:xfrm>
            <a:off x="4777725" y="1133400"/>
            <a:ext cx="4055400" cy="1097400"/>
          </a:xfrm>
          <a:prstGeom prst="rect">
            <a:avLst/>
          </a:prstGeom>
          <a:noFill/>
          <a:ln>
            <a:noFill/>
          </a:ln>
        </p:spPr>
        <p:txBody>
          <a:bodyPr anchorCtr="0" anchor="t" bIns="12700" lIns="12700" spcFirstLastPara="1" rIns="12700" wrap="square" tIns="12700">
            <a:noAutofit/>
          </a:bodyPr>
          <a:lstStyle/>
          <a:p>
            <a:pPr indent="0" lvl="0" marL="0" marR="0" rtl="0" algn="l">
              <a:lnSpc>
                <a:spcPct val="102000"/>
              </a:lnSpc>
              <a:spcBef>
                <a:spcPts val="0"/>
              </a:spcBef>
              <a:spcAft>
                <a:spcPts val="0"/>
              </a:spcAft>
              <a:buClr>
                <a:srgbClr val="020617"/>
              </a:buClr>
              <a:buSzPts val="2800"/>
              <a:buFont typeface="Plus Jakarta Sans"/>
              <a:buNone/>
            </a:pPr>
            <a:r>
              <a:rPr i="0" lang="en" sz="2800" u="none" cap="none" strike="noStrike">
                <a:solidFill>
                  <a:srgbClr val="020617"/>
                </a:solidFill>
                <a:latin typeface="Plus Jakarta Sans ExtraBold"/>
                <a:ea typeface="Plus Jakarta Sans ExtraBold"/>
                <a:cs typeface="Plus Jakarta Sans ExtraBold"/>
                <a:sym typeface="Plus Jakarta Sans ExtraBold"/>
              </a:rPr>
              <a:t>Menos tareas manuales, </a:t>
            </a:r>
            <a:endParaRPr i="0" sz="2800" u="none" cap="none" strike="noStrike">
              <a:solidFill>
                <a:srgbClr val="020617"/>
              </a:solidFill>
              <a:latin typeface="Plus Jakarta Sans ExtraBold"/>
              <a:ea typeface="Plus Jakarta Sans ExtraBold"/>
              <a:cs typeface="Plus Jakarta Sans ExtraBold"/>
              <a:sym typeface="Plus Jakarta Sans ExtraBold"/>
            </a:endParaRPr>
          </a:p>
          <a:p>
            <a:pPr indent="0" lvl="0" marL="0" marR="0" rtl="0" algn="l">
              <a:lnSpc>
                <a:spcPct val="102000"/>
              </a:lnSpc>
              <a:spcBef>
                <a:spcPts val="0"/>
              </a:spcBef>
              <a:spcAft>
                <a:spcPts val="0"/>
              </a:spcAft>
              <a:buClr>
                <a:srgbClr val="020617"/>
              </a:buClr>
              <a:buSzPts val="2800"/>
              <a:buFont typeface="Plus Jakarta Sans"/>
              <a:buNone/>
            </a:pPr>
            <a:r>
              <a:rPr i="1" lang="en" sz="2800" u="none" cap="none" strike="noStrike">
                <a:solidFill>
                  <a:srgbClr val="437AEF"/>
                </a:solidFill>
                <a:latin typeface="Plus Jakarta Sans ExtraBold"/>
                <a:ea typeface="Plus Jakarta Sans ExtraBold"/>
                <a:cs typeface="Plus Jakarta Sans ExtraBold"/>
                <a:sym typeface="Plus Jakarta Sans ExtraBold"/>
              </a:rPr>
              <a:t>más cierres</a:t>
            </a:r>
            <a:endParaRPr i="0" sz="2800" u="none" cap="none" strike="noStrike">
              <a:solidFill>
                <a:schemeClr val="dk1"/>
              </a:solidFill>
              <a:latin typeface="Plus Jakarta Sans ExtraBold"/>
              <a:ea typeface="Plus Jakarta Sans ExtraBold"/>
              <a:cs typeface="Plus Jakarta Sans ExtraBold"/>
              <a:sym typeface="Plus Jakarta Sans ExtraBold"/>
            </a:endParaRPr>
          </a:p>
        </p:txBody>
      </p:sp>
      <p:sp>
        <p:nvSpPr>
          <p:cNvPr id="978" name="Google Shape;978;p46"/>
          <p:cNvSpPr/>
          <p:nvPr/>
        </p:nvSpPr>
        <p:spPr>
          <a:xfrm>
            <a:off x="4777725" y="2605288"/>
            <a:ext cx="3908700" cy="530400"/>
          </a:xfrm>
          <a:prstGeom prst="rect">
            <a:avLst/>
          </a:prstGeom>
          <a:noFill/>
          <a:ln>
            <a:noFill/>
          </a:ln>
        </p:spPr>
        <p:txBody>
          <a:bodyPr anchorCtr="0" anchor="t" bIns="12700" lIns="12700" spcFirstLastPara="1" rIns="12700" wrap="square" tIns="12700">
            <a:noAutofit/>
          </a:bodyPr>
          <a:lstStyle/>
          <a:p>
            <a:pPr indent="0" lvl="0" marL="0" marR="0" rtl="0" algn="l">
              <a:lnSpc>
                <a:spcPct val="115000"/>
              </a:lnSpc>
              <a:spcBef>
                <a:spcPts val="0"/>
              </a:spcBef>
              <a:spcAft>
                <a:spcPts val="0"/>
              </a:spcAft>
              <a:buClr>
                <a:srgbClr val="334155"/>
              </a:buClr>
              <a:buSzPts val="1400"/>
              <a:buFont typeface="Plus Jakarta Sans"/>
              <a:buNone/>
            </a:pPr>
            <a:r>
              <a:rPr b="0" i="0" lang="en" sz="1400" u="none" cap="none" strike="noStrike">
                <a:solidFill>
                  <a:srgbClr val="334155"/>
                </a:solidFill>
                <a:latin typeface="Plus Jakarta Sans"/>
                <a:ea typeface="Plus Jakarta Sans"/>
                <a:cs typeface="Plus Jakarta Sans"/>
                <a:sym typeface="Plus Jakarta Sans"/>
              </a:rPr>
              <a:t>Acompaña la imagen con el beneficio concreto para la persona que aparece en ella.</a:t>
            </a:r>
            <a:endParaRPr b="0" i="0" sz="1400" u="none" cap="none" strike="noStrike">
              <a:solidFill>
                <a:schemeClr val="dk1"/>
              </a:solidFill>
              <a:latin typeface="Calibri"/>
              <a:ea typeface="Calibri"/>
              <a:cs typeface="Calibri"/>
              <a:sym typeface="Calibri"/>
            </a:endParaRPr>
          </a:p>
        </p:txBody>
      </p:sp>
      <p:pic>
        <p:nvPicPr>
          <p:cNvPr descr="preencoded.png" id="979" name="Google Shape;979;p46"/>
          <p:cNvPicPr preferRelativeResize="0"/>
          <p:nvPr/>
        </p:nvPicPr>
        <p:blipFill rotWithShape="1">
          <a:blip r:embed="rId4">
            <a:alphaModFix/>
          </a:blip>
          <a:srcRect b="0" l="0" r="0" t="0"/>
          <a:stretch/>
        </p:blipFill>
        <p:spPr>
          <a:xfrm>
            <a:off x="4777718" y="3373822"/>
            <a:ext cx="200025" cy="200025"/>
          </a:xfrm>
          <a:prstGeom prst="rect">
            <a:avLst/>
          </a:prstGeom>
          <a:noFill/>
          <a:ln>
            <a:noFill/>
          </a:ln>
        </p:spPr>
      </p:pic>
      <p:sp>
        <p:nvSpPr>
          <p:cNvPr id="980" name="Google Shape;980;p46"/>
          <p:cNvSpPr/>
          <p:nvPr/>
        </p:nvSpPr>
        <p:spPr>
          <a:xfrm>
            <a:off x="5073002" y="3390500"/>
            <a:ext cx="3613500" cy="1857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334155"/>
              </a:buClr>
              <a:buSzPts val="1100"/>
              <a:buFont typeface="Plus Jakarta Sans"/>
              <a:buNone/>
            </a:pPr>
            <a:r>
              <a:rPr b="0" i="0" lang="en" sz="1100" u="none" cap="none" strike="noStrike">
                <a:solidFill>
                  <a:srgbClr val="334155"/>
                </a:solidFill>
                <a:latin typeface="Plus Jakarta Sans"/>
                <a:ea typeface="Plus Jakarta Sans"/>
                <a:cs typeface="Plus Jakarta Sans"/>
                <a:sym typeface="Plus Jakarta Sans"/>
              </a:rPr>
              <a:t>Responde y da seguimiento sin intervención.</a:t>
            </a:r>
            <a:endParaRPr b="0" i="0" sz="1100" u="none" cap="none" strike="noStrike">
              <a:solidFill>
                <a:schemeClr val="dk1"/>
              </a:solidFill>
              <a:latin typeface="Calibri"/>
              <a:ea typeface="Calibri"/>
              <a:cs typeface="Calibri"/>
              <a:sym typeface="Calibri"/>
            </a:endParaRPr>
          </a:p>
        </p:txBody>
      </p:sp>
      <p:pic>
        <p:nvPicPr>
          <p:cNvPr descr="preencoded.png" id="981" name="Google Shape;981;p46"/>
          <p:cNvPicPr preferRelativeResize="0"/>
          <p:nvPr/>
        </p:nvPicPr>
        <p:blipFill rotWithShape="1">
          <a:blip r:embed="rId4">
            <a:alphaModFix/>
          </a:blip>
          <a:srcRect b="0" l="0" r="0" t="0"/>
          <a:stretch/>
        </p:blipFill>
        <p:spPr>
          <a:xfrm>
            <a:off x="4777718" y="3688147"/>
            <a:ext cx="200025" cy="200025"/>
          </a:xfrm>
          <a:prstGeom prst="rect">
            <a:avLst/>
          </a:prstGeom>
          <a:noFill/>
          <a:ln>
            <a:noFill/>
          </a:ln>
        </p:spPr>
      </p:pic>
      <p:sp>
        <p:nvSpPr>
          <p:cNvPr id="982" name="Google Shape;982;p46"/>
          <p:cNvSpPr/>
          <p:nvPr/>
        </p:nvSpPr>
        <p:spPr>
          <a:xfrm>
            <a:off x="5073002" y="3704825"/>
            <a:ext cx="3537600" cy="1857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334155"/>
              </a:buClr>
              <a:buSzPts val="1100"/>
              <a:buFont typeface="Plus Jakarta Sans"/>
              <a:buNone/>
            </a:pPr>
            <a:r>
              <a:rPr b="0" i="0" lang="en" sz="1100" u="none" cap="none" strike="noStrike">
                <a:solidFill>
                  <a:srgbClr val="334155"/>
                </a:solidFill>
                <a:latin typeface="Plus Jakarta Sans"/>
                <a:ea typeface="Plus Jakarta Sans"/>
                <a:cs typeface="Plus Jakarta Sans"/>
                <a:sym typeface="Plus Jakarta Sans"/>
              </a:rPr>
              <a:t>El equipo dedica su tiempo a lo importante.</a:t>
            </a:r>
            <a:endParaRPr b="0" i="0" sz="1100" u="none" cap="none" strike="noStrike">
              <a:solidFill>
                <a:schemeClr val="dk1"/>
              </a:solidFill>
              <a:latin typeface="Calibri"/>
              <a:ea typeface="Calibri"/>
              <a:cs typeface="Calibri"/>
              <a:sym typeface="Calibri"/>
            </a:endParaRPr>
          </a:p>
        </p:txBody>
      </p:sp>
      <p:pic>
        <p:nvPicPr>
          <p:cNvPr descr="preencoded.png" id="983" name="Google Shape;983;p46"/>
          <p:cNvPicPr preferRelativeResize="0"/>
          <p:nvPr/>
        </p:nvPicPr>
        <p:blipFill rotWithShape="1">
          <a:blip r:embed="rId4">
            <a:alphaModFix/>
          </a:blip>
          <a:srcRect b="0" l="0" r="0" t="0"/>
          <a:stretch/>
        </p:blipFill>
        <p:spPr>
          <a:xfrm>
            <a:off x="4777718" y="4002472"/>
            <a:ext cx="200025" cy="200025"/>
          </a:xfrm>
          <a:prstGeom prst="rect">
            <a:avLst/>
          </a:prstGeom>
          <a:noFill/>
          <a:ln>
            <a:noFill/>
          </a:ln>
        </p:spPr>
      </p:pic>
      <p:sp>
        <p:nvSpPr>
          <p:cNvPr id="984" name="Google Shape;984;p46"/>
          <p:cNvSpPr/>
          <p:nvPr/>
        </p:nvSpPr>
        <p:spPr>
          <a:xfrm>
            <a:off x="5073004" y="4019150"/>
            <a:ext cx="3613500" cy="1857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334155"/>
              </a:buClr>
              <a:buSzPts val="1100"/>
              <a:buFont typeface="Plus Jakarta Sans"/>
              <a:buNone/>
            </a:pPr>
            <a:r>
              <a:rPr b="0" i="0" lang="en" sz="1100" u="none" cap="none" strike="noStrike">
                <a:solidFill>
                  <a:srgbClr val="334155"/>
                </a:solidFill>
                <a:latin typeface="Plus Jakarta Sans"/>
                <a:ea typeface="Plus Jakarta Sans"/>
                <a:cs typeface="Plus Jakarta Sans"/>
                <a:sym typeface="Plus Jakarta Sans"/>
              </a:rPr>
              <a:t>Cada conversación queda registrada.</a:t>
            </a:r>
            <a:endParaRPr b="0" i="0" sz="1100" u="none" cap="none" strike="noStrike">
              <a:solidFill>
                <a:schemeClr val="dk1"/>
              </a:solidFill>
              <a:latin typeface="Calibri"/>
              <a:ea typeface="Calibri"/>
              <a:cs typeface="Calibri"/>
              <a:sym typeface="Calibri"/>
            </a:endParaRPr>
          </a:p>
        </p:txBody>
      </p:sp>
      <p:pic>
        <p:nvPicPr>
          <p:cNvPr descr="preencoded.png" id="985" name="Google Shape;985;p46"/>
          <p:cNvPicPr preferRelativeResize="0"/>
          <p:nvPr/>
        </p:nvPicPr>
        <p:blipFill rotWithShape="1">
          <a:blip r:embed="rId5">
            <a:alphaModFix/>
          </a:blip>
          <a:srcRect b="0" l="0" r="0" t="0"/>
          <a:stretch/>
        </p:blipFill>
        <p:spPr>
          <a:xfrm>
            <a:off x="7687531" y="4767263"/>
            <a:ext cx="664369" cy="128588"/>
          </a:xfrm>
          <a:prstGeom prst="rect">
            <a:avLst/>
          </a:prstGeom>
          <a:noFill/>
          <a:ln>
            <a:noFill/>
          </a:ln>
        </p:spPr>
      </p:pic>
      <p:sp>
        <p:nvSpPr>
          <p:cNvPr id="986" name="Google Shape;986;p46"/>
          <p:cNvSpPr/>
          <p:nvPr/>
        </p:nvSpPr>
        <p:spPr>
          <a:xfrm>
            <a:off x="8466200" y="4777978"/>
            <a:ext cx="144401" cy="1262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94A3B8"/>
              </a:buClr>
              <a:buSzPts val="700"/>
              <a:buFont typeface="Plus Jakarta Sans"/>
              <a:buNone/>
            </a:pPr>
            <a:r>
              <a:rPr b="1" i="0" lang="en" sz="700" u="none" cap="none" strike="noStrike">
                <a:solidFill>
                  <a:srgbClr val="94A3B8"/>
                </a:solidFill>
                <a:latin typeface="Plus Jakarta Sans"/>
                <a:ea typeface="Plus Jakarta Sans"/>
                <a:cs typeface="Plus Jakarta Sans"/>
                <a:sym typeface="Plus Jakarta Sans"/>
              </a:rPr>
              <a:t>27</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192C"/>
        </a:solidFill>
      </p:bgPr>
    </p:bg>
    <p:spTree>
      <p:nvGrpSpPr>
        <p:cNvPr id="991" name="Shape 991"/>
        <p:cNvGrpSpPr/>
        <p:nvPr/>
      </p:nvGrpSpPr>
      <p:grpSpPr>
        <a:xfrm>
          <a:off x="0" y="0"/>
          <a:ext cx="0" cy="0"/>
          <a:chOff x="0" y="0"/>
          <a:chExt cx="0" cy="0"/>
        </a:xfrm>
      </p:grpSpPr>
      <p:pic>
        <p:nvPicPr>
          <p:cNvPr descr="preencoded.png" id="992" name="Google Shape;992;p47"/>
          <p:cNvPicPr preferRelativeResize="0"/>
          <p:nvPr/>
        </p:nvPicPr>
        <p:blipFill rotWithShape="1">
          <a:blip r:embed="rId3">
            <a:alphaModFix/>
          </a:blip>
          <a:srcRect b="0" l="0" r="0" t="0"/>
          <a:stretch/>
        </p:blipFill>
        <p:spPr>
          <a:xfrm>
            <a:off x="4023345" y="0"/>
            <a:ext cx="5120618" cy="5143500"/>
          </a:xfrm>
          <a:prstGeom prst="rect">
            <a:avLst/>
          </a:prstGeom>
          <a:noFill/>
          <a:ln>
            <a:noFill/>
          </a:ln>
        </p:spPr>
      </p:pic>
      <p:sp>
        <p:nvSpPr>
          <p:cNvPr id="993" name="Google Shape;993;p47"/>
          <p:cNvSpPr/>
          <p:nvPr/>
        </p:nvSpPr>
        <p:spPr>
          <a:xfrm>
            <a:off x="3544750" y="0"/>
            <a:ext cx="6084600" cy="5143500"/>
          </a:xfrm>
          <a:prstGeom prst="rect">
            <a:avLst/>
          </a:prstGeom>
          <a:gradFill>
            <a:gsLst>
              <a:gs pos="0">
                <a:srgbClr val="15192D">
                  <a:alpha val="0"/>
                </a:srgbClr>
              </a:gs>
              <a:gs pos="88000">
                <a:srgbClr val="15192D"/>
              </a:gs>
              <a:gs pos="100000">
                <a:srgbClr val="15192C"/>
              </a:gs>
            </a:gsLst>
            <a:lin ang="10800025"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preencoded.png" id="994" name="Google Shape;994;p47"/>
          <p:cNvPicPr preferRelativeResize="0"/>
          <p:nvPr/>
        </p:nvPicPr>
        <p:blipFill rotWithShape="1">
          <a:blip r:embed="rId4">
            <a:alphaModFix amt="90000"/>
          </a:blip>
          <a:srcRect b="0" l="0" r="0" t="0"/>
          <a:stretch/>
        </p:blipFill>
        <p:spPr>
          <a:xfrm>
            <a:off x="571500" y="457200"/>
            <a:ext cx="342900" cy="297582"/>
          </a:xfrm>
          <a:prstGeom prst="rect">
            <a:avLst/>
          </a:prstGeom>
          <a:noFill/>
          <a:ln>
            <a:noFill/>
          </a:ln>
        </p:spPr>
      </p:pic>
      <p:sp>
        <p:nvSpPr>
          <p:cNvPr id="995" name="Google Shape;995;p47"/>
          <p:cNvSpPr/>
          <p:nvPr/>
        </p:nvSpPr>
        <p:spPr>
          <a:xfrm>
            <a:off x="571500" y="897657"/>
            <a:ext cx="3335655" cy="1189435"/>
          </a:xfrm>
          <a:prstGeom prst="rect">
            <a:avLst/>
          </a:prstGeom>
          <a:noFill/>
          <a:ln>
            <a:noFill/>
          </a:ln>
        </p:spPr>
        <p:txBody>
          <a:bodyPr anchorCtr="0" anchor="t" bIns="12700" lIns="12700" spcFirstLastPara="1" rIns="12700" wrap="square" tIns="12700">
            <a:noAutofit/>
          </a:bodyPr>
          <a:lstStyle/>
          <a:p>
            <a:pPr indent="0" lvl="0" marL="0" marR="0" rtl="0" algn="l">
              <a:lnSpc>
                <a:spcPct val="128000"/>
              </a:lnSpc>
              <a:spcBef>
                <a:spcPts val="0"/>
              </a:spcBef>
              <a:spcAft>
                <a:spcPts val="0"/>
              </a:spcAft>
              <a:buClr>
                <a:srgbClr val="FFFFFF"/>
              </a:buClr>
              <a:buSzPts val="1800"/>
              <a:buFont typeface="Plus Jakarta Sans"/>
              <a:buNone/>
            </a:pPr>
            <a:r>
              <a:rPr i="0" lang="en" sz="1800" u="none" cap="none" strike="noStrike">
                <a:solidFill>
                  <a:srgbClr val="FFFFFF"/>
                </a:solidFill>
                <a:latin typeface="Plus Jakarta Sans SemiBold"/>
                <a:ea typeface="Plus Jakarta Sans SemiBold"/>
                <a:cs typeface="Plus Jakarta Sans SemiBold"/>
                <a:sym typeface="Plus Jakarta Sans SemiBold"/>
              </a:rPr>
              <a:t>Implementamos Vambe en dos semanas y el equipo lo adoptó sin fricción. </a:t>
            </a:r>
            <a:r>
              <a:rPr i="0" lang="en" sz="1800" u="none" cap="none" strike="noStrike">
                <a:solidFill>
                  <a:srgbClr val="779CEC"/>
                </a:solidFill>
                <a:latin typeface="Plus Jakarta Sans SemiBold"/>
                <a:ea typeface="Plus Jakarta Sans SemiBold"/>
                <a:cs typeface="Plus Jakarta Sans SemiBold"/>
                <a:sym typeface="Plus Jakarta Sans SemiBold"/>
              </a:rPr>
              <a:t>Hoy no volveríamos atrás.</a:t>
            </a:r>
            <a:endParaRPr i="0" sz="1800" u="none" cap="none" strike="noStrike">
              <a:solidFill>
                <a:schemeClr val="dk1"/>
              </a:solidFill>
              <a:latin typeface="Plus Jakarta Sans SemiBold"/>
              <a:ea typeface="Plus Jakarta Sans SemiBold"/>
              <a:cs typeface="Plus Jakarta Sans SemiBold"/>
              <a:sym typeface="Plus Jakarta Sans SemiBold"/>
            </a:endParaRPr>
          </a:p>
        </p:txBody>
      </p:sp>
      <p:sp>
        <p:nvSpPr>
          <p:cNvPr id="996" name="Google Shape;996;p47"/>
          <p:cNvSpPr/>
          <p:nvPr/>
        </p:nvSpPr>
        <p:spPr>
          <a:xfrm>
            <a:off x="571500" y="2489523"/>
            <a:ext cx="285900" cy="285900"/>
          </a:xfrm>
          <a:prstGeom prst="ellipse">
            <a:avLst/>
          </a:prstGeom>
          <a:solidFill>
            <a:schemeClr val="lt1"/>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descr="preencoded.png" id="997" name="Google Shape;997;p47"/>
          <p:cNvPicPr preferRelativeResize="0"/>
          <p:nvPr/>
        </p:nvPicPr>
        <p:blipFill rotWithShape="1">
          <a:blip r:embed="rId5">
            <a:alphaModFix/>
          </a:blip>
          <a:srcRect b="0" l="0" r="0" t="0"/>
          <a:stretch/>
        </p:blipFill>
        <p:spPr>
          <a:xfrm>
            <a:off x="642938" y="2560960"/>
            <a:ext cx="142875" cy="142875"/>
          </a:xfrm>
          <a:prstGeom prst="rect">
            <a:avLst/>
          </a:prstGeom>
          <a:noFill/>
          <a:ln>
            <a:noFill/>
          </a:ln>
        </p:spPr>
      </p:pic>
      <p:sp>
        <p:nvSpPr>
          <p:cNvPr id="998" name="Google Shape;998;p47"/>
          <p:cNvSpPr/>
          <p:nvPr/>
        </p:nvSpPr>
        <p:spPr>
          <a:xfrm>
            <a:off x="952500" y="2487150"/>
            <a:ext cx="2514600" cy="1761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1000"/>
              <a:buFont typeface="Plus Jakarta Sans"/>
              <a:buNone/>
            </a:pPr>
            <a:r>
              <a:rPr b="1" i="0" lang="en" sz="1000" u="none" cap="none" strike="noStrike">
                <a:solidFill>
                  <a:srgbClr val="FFFFFF"/>
                </a:solidFill>
                <a:latin typeface="Plus Jakarta Sans"/>
                <a:ea typeface="Plus Jakarta Sans"/>
                <a:cs typeface="Plus Jakarta Sans"/>
                <a:sym typeface="Plus Jakarta Sans"/>
              </a:rPr>
              <a:t>Nombre Apellido</a:t>
            </a:r>
            <a:endParaRPr b="0" i="0" sz="1000" u="none" cap="none" strike="noStrike">
              <a:solidFill>
                <a:schemeClr val="dk1"/>
              </a:solidFill>
              <a:latin typeface="Calibri"/>
              <a:ea typeface="Calibri"/>
              <a:cs typeface="Calibri"/>
              <a:sym typeface="Calibri"/>
            </a:endParaRPr>
          </a:p>
        </p:txBody>
      </p:sp>
      <p:sp>
        <p:nvSpPr>
          <p:cNvPr id="999" name="Google Shape;999;p47"/>
          <p:cNvSpPr/>
          <p:nvPr/>
        </p:nvSpPr>
        <p:spPr>
          <a:xfrm>
            <a:off x="952500" y="2644304"/>
            <a:ext cx="1056900" cy="1524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800"/>
              <a:buFont typeface="Plus Jakarta Sans"/>
              <a:buNone/>
            </a:pPr>
            <a:r>
              <a:rPr b="0" i="0" lang="en" sz="800" u="none" cap="none" strike="noStrike">
                <a:solidFill>
                  <a:srgbClr val="FFFFFF"/>
                </a:solidFill>
                <a:latin typeface="Plus Jakarta Sans"/>
                <a:ea typeface="Plus Jakarta Sans"/>
                <a:cs typeface="Plus Jakarta Sans"/>
                <a:sym typeface="Plus Jakarta Sans"/>
              </a:rPr>
              <a:t>Cargo · Empresa</a:t>
            </a:r>
            <a:endParaRPr b="0" i="0" sz="800" u="none" cap="none" strike="noStrike">
              <a:solidFill>
                <a:schemeClr val="dk1"/>
              </a:solidFill>
              <a:latin typeface="Calibri"/>
              <a:ea typeface="Calibri"/>
              <a:cs typeface="Calibri"/>
              <a:sym typeface="Calibri"/>
            </a:endParaRPr>
          </a:p>
        </p:txBody>
      </p:sp>
      <p:pic>
        <p:nvPicPr>
          <p:cNvPr descr="preencoded.png" id="1000" name="Google Shape;1000;p47"/>
          <p:cNvPicPr preferRelativeResize="0"/>
          <p:nvPr/>
        </p:nvPicPr>
        <p:blipFill rotWithShape="1">
          <a:blip r:embed="rId6">
            <a:alphaModFix/>
          </a:blip>
          <a:srcRect b="0" l="0" r="0" t="0"/>
          <a:stretch/>
        </p:blipFill>
        <p:spPr>
          <a:xfrm>
            <a:off x="571500" y="4767263"/>
            <a:ext cx="664369" cy="128588"/>
          </a:xfrm>
          <a:prstGeom prst="rect">
            <a:avLst/>
          </a:prstGeom>
          <a:noFill/>
          <a:ln>
            <a:noFill/>
          </a:ln>
        </p:spPr>
      </p:pic>
      <p:sp>
        <p:nvSpPr>
          <p:cNvPr id="1001" name="Google Shape;1001;p47"/>
          <p:cNvSpPr/>
          <p:nvPr/>
        </p:nvSpPr>
        <p:spPr>
          <a:xfrm>
            <a:off x="8466200" y="4777978"/>
            <a:ext cx="144401" cy="1262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700"/>
              <a:buFont typeface="Plus Jakarta Sans"/>
              <a:buNone/>
            </a:pPr>
            <a:r>
              <a:rPr b="1" i="0" lang="en" sz="700" u="none" cap="none" strike="noStrike">
                <a:solidFill>
                  <a:srgbClr val="FFFFFF"/>
                </a:solidFill>
                <a:latin typeface="Plus Jakarta Sans"/>
                <a:ea typeface="Plus Jakarta Sans"/>
                <a:cs typeface="Plus Jakarta Sans"/>
                <a:sym typeface="Plus Jakarta Sans"/>
              </a:rPr>
              <a:t>28</a:t>
            </a:r>
            <a:endParaRPr b="0" i="0" sz="700" u="none" cap="none" strike="noStrike">
              <a:solidFill>
                <a:schemeClr val="dk1"/>
              </a:solidFill>
              <a:latin typeface="Calibri"/>
              <a:ea typeface="Calibri"/>
              <a:cs typeface="Calibri"/>
              <a:sym typeface="Calibri"/>
            </a:endParaRPr>
          </a:p>
        </p:txBody>
      </p:sp>
      <p:sp>
        <p:nvSpPr>
          <p:cNvPr id="1002" name="Google Shape;1002;p47"/>
          <p:cNvSpPr/>
          <p:nvPr/>
        </p:nvSpPr>
        <p:spPr>
          <a:xfrm>
            <a:off x="610200" y="3274225"/>
            <a:ext cx="2321700" cy="654900"/>
          </a:xfrm>
          <a:prstGeom prst="roundRect">
            <a:avLst>
              <a:gd fmla="val 24996" name="adj"/>
            </a:avLst>
          </a:prstGeom>
          <a:solidFill>
            <a:srgbClr val="FFFFFF">
              <a:alpha val="180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lt1"/>
                </a:solidFill>
                <a:latin typeface="Plus Jakarta Sans"/>
                <a:ea typeface="Plus Jakarta Sans"/>
                <a:cs typeface="Plus Jakarta Sans"/>
                <a:sym typeface="Plus Jakarta Sans"/>
              </a:rPr>
              <a:t>AC</a:t>
            </a:r>
            <a:r>
              <a:rPr b="1" lang="en" sz="1200">
                <a:solidFill>
                  <a:schemeClr val="lt1"/>
                </a:solidFill>
                <a:latin typeface="Plus Jakarta Sans"/>
                <a:ea typeface="Plus Jakarta Sans"/>
                <a:cs typeface="Plus Jakarta Sans"/>
                <a:sym typeface="Plus Jakarta Sans"/>
              </a:rPr>
              <a:t>Á PUEDE IR UN LOGO</a:t>
            </a:r>
            <a:endParaRPr b="1" sz="1200">
              <a:solidFill>
                <a:schemeClr val="lt1"/>
              </a:solidFill>
              <a:latin typeface="Plus Jakarta Sans"/>
              <a:ea typeface="Plus Jakarta Sans"/>
              <a:cs typeface="Plus Jakarta Sans"/>
              <a:sym typeface="Plus Jakarta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192C"/>
        </a:solidFill>
      </p:bgPr>
    </p:bg>
    <p:spTree>
      <p:nvGrpSpPr>
        <p:cNvPr id="1007" name="Shape 1007"/>
        <p:cNvGrpSpPr/>
        <p:nvPr/>
      </p:nvGrpSpPr>
      <p:grpSpPr>
        <a:xfrm>
          <a:off x="0" y="0"/>
          <a:ext cx="0" cy="0"/>
          <a:chOff x="0" y="0"/>
          <a:chExt cx="0" cy="0"/>
        </a:xfrm>
      </p:grpSpPr>
      <p:pic>
        <p:nvPicPr>
          <p:cNvPr descr="preencoded.png" id="1008" name="Google Shape;1008;p48"/>
          <p:cNvPicPr preferRelativeResize="0"/>
          <p:nvPr/>
        </p:nvPicPr>
        <p:blipFill rotWithShape="1">
          <a:blip r:embed="rId3">
            <a:alphaModFix/>
          </a:blip>
          <a:srcRect b="0" l="0" r="0" t="0"/>
          <a:stretch/>
        </p:blipFill>
        <p:spPr>
          <a:xfrm>
            <a:off x="2950916" y="0"/>
            <a:ext cx="6193060" cy="5143499"/>
          </a:xfrm>
          <a:prstGeom prst="rect">
            <a:avLst/>
          </a:prstGeom>
          <a:noFill/>
          <a:ln>
            <a:noFill/>
          </a:ln>
        </p:spPr>
      </p:pic>
      <p:sp>
        <p:nvSpPr>
          <p:cNvPr id="1009" name="Google Shape;1009;p48"/>
          <p:cNvSpPr/>
          <p:nvPr/>
        </p:nvSpPr>
        <p:spPr>
          <a:xfrm>
            <a:off x="2937875" y="-5950"/>
            <a:ext cx="6206100" cy="5143500"/>
          </a:xfrm>
          <a:prstGeom prst="rect">
            <a:avLst/>
          </a:prstGeom>
          <a:gradFill>
            <a:gsLst>
              <a:gs pos="0">
                <a:srgbClr val="15192D">
                  <a:alpha val="0"/>
                </a:srgbClr>
              </a:gs>
              <a:gs pos="88000">
                <a:srgbClr val="15192D"/>
              </a:gs>
              <a:gs pos="100000">
                <a:srgbClr val="15192C"/>
              </a:gs>
            </a:gsLst>
            <a:lin ang="10800025"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10" name="Google Shape;1010;p48"/>
          <p:cNvSpPr/>
          <p:nvPr/>
        </p:nvSpPr>
        <p:spPr>
          <a:xfrm>
            <a:off x="571500" y="457200"/>
            <a:ext cx="8241030" cy="201922"/>
          </a:xfrm>
          <a:prstGeom prst="rect">
            <a:avLst/>
          </a:prstGeom>
          <a:noFill/>
          <a:ln>
            <a:noFill/>
          </a:ln>
        </p:spPr>
        <p:txBody>
          <a:bodyPr anchorCtr="0" anchor="t" bIns="12700" lIns="12700" spcFirstLastPara="1" rIns="12700" wrap="square" tIns="12700">
            <a:noAutofit/>
          </a:bodyPr>
          <a:lstStyle/>
          <a:p>
            <a:pPr indent="0" lvl="0" marL="0" marR="0" rtl="0" algn="l">
              <a:lnSpc>
                <a:spcPct val="160000"/>
              </a:lnSpc>
              <a:spcBef>
                <a:spcPts val="0"/>
              </a:spcBef>
              <a:spcAft>
                <a:spcPts val="0"/>
              </a:spcAft>
              <a:buClr>
                <a:srgbClr val="779CEC"/>
              </a:buClr>
              <a:buSzPts val="900"/>
              <a:buFont typeface="Plus Jakarta Sans"/>
              <a:buNone/>
            </a:pPr>
            <a:r>
              <a:rPr b="1" i="0" lang="en" sz="1100" u="none" cap="none" strike="noStrike">
                <a:solidFill>
                  <a:srgbClr val="779CEC"/>
                </a:solidFill>
                <a:latin typeface="Plus Jakarta Sans"/>
                <a:ea typeface="Plus Jakarta Sans"/>
                <a:cs typeface="Plus Jakarta Sans"/>
                <a:sym typeface="Plus Jakarta Sans"/>
              </a:rPr>
              <a:t>EXPERIENCIA</a:t>
            </a:r>
            <a:endParaRPr b="0" i="0" sz="1100" u="none" cap="none" strike="noStrike">
              <a:solidFill>
                <a:schemeClr val="dk1"/>
              </a:solidFill>
              <a:latin typeface="Calibri"/>
              <a:ea typeface="Calibri"/>
              <a:cs typeface="Calibri"/>
              <a:sym typeface="Calibri"/>
            </a:endParaRPr>
          </a:p>
        </p:txBody>
      </p:sp>
      <p:sp>
        <p:nvSpPr>
          <p:cNvPr id="1011" name="Google Shape;1011;p48"/>
          <p:cNvSpPr/>
          <p:nvPr/>
        </p:nvSpPr>
        <p:spPr>
          <a:xfrm>
            <a:off x="571500" y="725798"/>
            <a:ext cx="3728100" cy="738000"/>
          </a:xfrm>
          <a:prstGeom prst="rect">
            <a:avLst/>
          </a:prstGeom>
          <a:noFill/>
          <a:ln>
            <a:noFill/>
          </a:ln>
        </p:spPr>
        <p:txBody>
          <a:bodyPr anchorCtr="0" anchor="t" bIns="12700" lIns="12700" spcFirstLastPara="1" rIns="12700" wrap="square" tIns="12700">
            <a:noAutofit/>
          </a:bodyPr>
          <a:lstStyle/>
          <a:p>
            <a:pPr indent="0" lvl="0" marL="0" marR="0" rtl="0" algn="l">
              <a:lnSpc>
                <a:spcPct val="80000"/>
              </a:lnSpc>
              <a:spcBef>
                <a:spcPts val="0"/>
              </a:spcBef>
              <a:spcAft>
                <a:spcPts val="0"/>
              </a:spcAft>
              <a:buClr>
                <a:srgbClr val="FFFFFF"/>
              </a:buClr>
              <a:buSzPts val="2800"/>
              <a:buFont typeface="Plus Jakarta Sans"/>
              <a:buNone/>
            </a:pPr>
            <a:r>
              <a:rPr i="0" lang="en" sz="2800" u="none" cap="none" strike="noStrike">
                <a:solidFill>
                  <a:srgbClr val="FFFFFF"/>
                </a:solidFill>
                <a:latin typeface="Plus Jakarta Sans ExtraBold"/>
                <a:ea typeface="Plus Jakarta Sans ExtraBold"/>
                <a:cs typeface="Plus Jakarta Sans ExtraBold"/>
                <a:sym typeface="Plus Jakarta Sans ExtraBold"/>
              </a:rPr>
              <a:t>Atención que se siente </a:t>
            </a:r>
            <a:r>
              <a:rPr i="1" lang="en" sz="2800" u="none" cap="none" strike="noStrike">
                <a:solidFill>
                  <a:srgbClr val="779CEC"/>
                </a:solidFill>
                <a:latin typeface="Plus Jakarta Sans ExtraBold"/>
                <a:ea typeface="Plus Jakarta Sans ExtraBold"/>
                <a:cs typeface="Plus Jakarta Sans ExtraBold"/>
                <a:sym typeface="Plus Jakarta Sans ExtraBold"/>
              </a:rPr>
              <a:t>cercana</a:t>
            </a:r>
            <a:endParaRPr i="0" sz="2800" u="none" cap="none" strike="noStrike">
              <a:solidFill>
                <a:schemeClr val="dk1"/>
              </a:solidFill>
              <a:latin typeface="Plus Jakarta Sans ExtraBold"/>
              <a:ea typeface="Plus Jakarta Sans ExtraBold"/>
              <a:cs typeface="Plus Jakarta Sans ExtraBold"/>
              <a:sym typeface="Plus Jakarta Sans ExtraBold"/>
            </a:endParaRPr>
          </a:p>
        </p:txBody>
      </p:sp>
      <p:sp>
        <p:nvSpPr>
          <p:cNvPr id="1012" name="Google Shape;1012;p48"/>
          <p:cNvSpPr/>
          <p:nvPr/>
        </p:nvSpPr>
        <p:spPr>
          <a:xfrm>
            <a:off x="571500" y="1647757"/>
            <a:ext cx="2943300" cy="662100"/>
          </a:xfrm>
          <a:prstGeom prst="rect">
            <a:avLst/>
          </a:prstGeom>
          <a:noFill/>
          <a:ln>
            <a:noFill/>
          </a:ln>
        </p:spPr>
        <p:txBody>
          <a:bodyPr anchorCtr="0" anchor="t" bIns="12700" lIns="12700" spcFirstLastPara="1" rIns="12700" wrap="square" tIns="12700">
            <a:noAutofit/>
          </a:bodyPr>
          <a:lstStyle/>
          <a:p>
            <a:pPr indent="0" lvl="0" marL="0" marR="0" rtl="0" algn="l">
              <a:lnSpc>
                <a:spcPct val="125000"/>
              </a:lnSpc>
              <a:spcBef>
                <a:spcPts val="0"/>
              </a:spcBef>
              <a:spcAft>
                <a:spcPts val="0"/>
              </a:spcAft>
              <a:buClr>
                <a:srgbClr val="FFFFFF"/>
              </a:buClr>
              <a:buSzPts val="1400"/>
              <a:buFont typeface="Plus Jakarta Sans"/>
              <a:buNone/>
            </a:pPr>
            <a:r>
              <a:rPr b="0" i="0" lang="en" sz="1400" u="none" cap="none" strike="noStrike">
                <a:solidFill>
                  <a:srgbClr val="FFFFFF"/>
                </a:solidFill>
                <a:latin typeface="Plus Jakarta Sans"/>
                <a:ea typeface="Plus Jakarta Sans"/>
                <a:cs typeface="Plus Jakarta Sans"/>
                <a:sym typeface="Plus Jakarta Sans"/>
              </a:rPr>
              <a:t>Conversaciones naturales, en el canal favorito de tu cliente y a cualquier hora.</a:t>
            </a:r>
            <a:endParaRPr b="0" i="0" sz="1400" u="none" cap="none" strike="noStrike">
              <a:solidFill>
                <a:schemeClr val="dk1"/>
              </a:solidFill>
              <a:latin typeface="Calibri"/>
              <a:ea typeface="Calibri"/>
              <a:cs typeface="Calibri"/>
              <a:sym typeface="Calibri"/>
            </a:endParaRPr>
          </a:p>
        </p:txBody>
      </p:sp>
      <p:sp>
        <p:nvSpPr>
          <p:cNvPr id="1013" name="Google Shape;1013;p48"/>
          <p:cNvSpPr/>
          <p:nvPr/>
        </p:nvSpPr>
        <p:spPr>
          <a:xfrm>
            <a:off x="3238500" y="2381250"/>
            <a:ext cx="1809750" cy="796751"/>
          </a:xfrm>
          <a:prstGeom prst="roundRect">
            <a:avLst>
              <a:gd fmla="val 13150" name="adj"/>
            </a:avLst>
          </a:prstGeom>
          <a:solidFill>
            <a:srgbClr val="FFFFFF"/>
          </a:solidFill>
          <a:ln>
            <a:noFill/>
          </a:ln>
          <a:effectLst>
            <a:outerShdw blurRad="571500" rotWithShape="0" algn="bl" dir="5400000" dist="228600">
              <a:srgbClr val="060B1F">
                <a:alpha val="41960"/>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14" name="Google Shape;1014;p48"/>
          <p:cNvSpPr/>
          <p:nvPr/>
        </p:nvSpPr>
        <p:spPr>
          <a:xfrm>
            <a:off x="3362325" y="2496741"/>
            <a:ext cx="209550" cy="209550"/>
          </a:xfrm>
          <a:prstGeom prst="ellipse">
            <a:avLst/>
          </a:prstGeom>
          <a:gradFill>
            <a:gsLst>
              <a:gs pos="0">
                <a:srgbClr val="4D4D4D"/>
              </a:gs>
              <a:gs pos="100000">
                <a:srgbClr val="000000"/>
              </a:gs>
            </a:gsLst>
            <a:lin ang="5400012" scaled="0"/>
          </a:gra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15" name="Google Shape;1015;p48"/>
          <p:cNvSpPr/>
          <p:nvPr/>
        </p:nvSpPr>
        <p:spPr>
          <a:xfrm>
            <a:off x="3629025" y="2495550"/>
            <a:ext cx="721200" cy="1404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0F172A"/>
              </a:buClr>
              <a:buSzPts val="800"/>
              <a:buFont typeface="Plus Jakarta Sans"/>
              <a:buNone/>
            </a:pPr>
            <a:r>
              <a:rPr b="1" lang="en" sz="800">
                <a:solidFill>
                  <a:srgbClr val="0F172A"/>
                </a:solidFill>
                <a:latin typeface="Plus Jakarta Sans"/>
                <a:ea typeface="Plus Jakarta Sans"/>
                <a:cs typeface="Plus Jakarta Sans"/>
                <a:sym typeface="Plus Jakarta Sans"/>
              </a:rPr>
              <a:t>Tu cliente</a:t>
            </a:r>
            <a:endParaRPr b="0" i="0" sz="800" u="none" cap="none" strike="noStrike">
              <a:solidFill>
                <a:schemeClr val="dk1"/>
              </a:solidFill>
              <a:latin typeface="Calibri"/>
              <a:ea typeface="Calibri"/>
              <a:cs typeface="Calibri"/>
              <a:sym typeface="Calibri"/>
            </a:endParaRPr>
          </a:p>
        </p:txBody>
      </p:sp>
      <p:sp>
        <p:nvSpPr>
          <p:cNvPr id="1016" name="Google Shape;1016;p48"/>
          <p:cNvSpPr/>
          <p:nvPr/>
        </p:nvSpPr>
        <p:spPr>
          <a:xfrm>
            <a:off x="3629025" y="2616994"/>
            <a:ext cx="366192" cy="10953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94A3B8"/>
              </a:buClr>
              <a:buSzPts val="600"/>
              <a:buFont typeface="Plus Jakarta Sans"/>
              <a:buNone/>
            </a:pPr>
            <a:r>
              <a:rPr b="0" i="0" lang="en" sz="600" u="none" cap="none" strike="noStrike">
                <a:solidFill>
                  <a:srgbClr val="94A3B8"/>
                </a:solidFill>
                <a:latin typeface="Plus Jakarta Sans"/>
                <a:ea typeface="Plus Jakarta Sans"/>
                <a:cs typeface="Plus Jakarta Sans"/>
                <a:sym typeface="Plus Jakarta Sans"/>
              </a:rPr>
              <a:t>ahora</a:t>
            </a:r>
            <a:endParaRPr b="0" i="0" sz="600" u="none" cap="none" strike="noStrike">
              <a:solidFill>
                <a:schemeClr val="dk1"/>
              </a:solidFill>
              <a:latin typeface="Calibri"/>
              <a:ea typeface="Calibri"/>
              <a:cs typeface="Calibri"/>
              <a:sym typeface="Calibri"/>
            </a:endParaRPr>
          </a:p>
        </p:txBody>
      </p:sp>
      <p:sp>
        <p:nvSpPr>
          <p:cNvPr id="1017" name="Google Shape;1017;p48"/>
          <p:cNvSpPr/>
          <p:nvPr/>
        </p:nvSpPr>
        <p:spPr>
          <a:xfrm>
            <a:off x="3362325" y="2783681"/>
            <a:ext cx="1608963" cy="299070"/>
          </a:xfrm>
          <a:prstGeom prst="rect">
            <a:avLst/>
          </a:prstGeom>
          <a:noFill/>
          <a:ln>
            <a:noFill/>
          </a:ln>
        </p:spPr>
        <p:txBody>
          <a:bodyPr anchorCtr="0" anchor="t" bIns="12700" lIns="12700" spcFirstLastPara="1" rIns="12700" wrap="square" tIns="12700">
            <a:noAutofit/>
          </a:bodyPr>
          <a:lstStyle/>
          <a:p>
            <a:pPr indent="0" lvl="0" marL="0" marR="0" rtl="0" algn="l">
              <a:lnSpc>
                <a:spcPct val="115000"/>
              </a:lnSpc>
              <a:spcBef>
                <a:spcPts val="0"/>
              </a:spcBef>
              <a:spcAft>
                <a:spcPts val="0"/>
              </a:spcAft>
              <a:buClr>
                <a:srgbClr val="334155"/>
              </a:buClr>
              <a:buSzPts val="800"/>
              <a:buFont typeface="Plus Jakarta Sans"/>
              <a:buNone/>
            </a:pPr>
            <a:r>
              <a:rPr b="0" i="0" lang="en" sz="800" u="none" cap="none" strike="noStrike">
                <a:solidFill>
                  <a:srgbClr val="334155"/>
                </a:solidFill>
                <a:latin typeface="Plus Jakarta Sans"/>
                <a:ea typeface="Plus Jakarta Sans"/>
                <a:cs typeface="Plus Jakarta Sans"/>
                <a:sym typeface="Plus Jakarta Sans"/>
              </a:rPr>
              <a:t>¡Tu pedido va en camino! Te aviso apenas salga a reparto.</a:t>
            </a:r>
            <a:endParaRPr b="0" i="0" sz="800" u="none" cap="none" strike="noStrike">
              <a:solidFill>
                <a:schemeClr val="dk1"/>
              </a:solidFill>
              <a:latin typeface="Calibri"/>
              <a:ea typeface="Calibri"/>
              <a:cs typeface="Calibri"/>
              <a:sym typeface="Calibri"/>
            </a:endParaRPr>
          </a:p>
        </p:txBody>
      </p:sp>
      <p:pic>
        <p:nvPicPr>
          <p:cNvPr descr="preencoded.png" id="1018" name="Google Shape;1018;p48"/>
          <p:cNvPicPr preferRelativeResize="0"/>
          <p:nvPr/>
        </p:nvPicPr>
        <p:blipFill rotWithShape="1">
          <a:blip r:embed="rId4">
            <a:alphaModFix/>
          </a:blip>
          <a:srcRect b="0" l="0" r="0" t="0"/>
          <a:stretch/>
        </p:blipFill>
        <p:spPr>
          <a:xfrm>
            <a:off x="571500" y="4767263"/>
            <a:ext cx="664369" cy="128588"/>
          </a:xfrm>
          <a:prstGeom prst="rect">
            <a:avLst/>
          </a:prstGeom>
          <a:noFill/>
          <a:ln>
            <a:noFill/>
          </a:ln>
        </p:spPr>
      </p:pic>
      <p:sp>
        <p:nvSpPr>
          <p:cNvPr id="1019" name="Google Shape;1019;p48"/>
          <p:cNvSpPr/>
          <p:nvPr/>
        </p:nvSpPr>
        <p:spPr>
          <a:xfrm>
            <a:off x="8466200" y="4777978"/>
            <a:ext cx="144401" cy="1262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700"/>
              <a:buFont typeface="Plus Jakarta Sans"/>
              <a:buNone/>
            </a:pPr>
            <a:r>
              <a:rPr b="1" i="0" lang="en" sz="700" u="none" cap="none" strike="noStrike">
                <a:solidFill>
                  <a:srgbClr val="FFFFFF"/>
                </a:solidFill>
                <a:latin typeface="Plus Jakarta Sans"/>
                <a:ea typeface="Plus Jakarta Sans"/>
                <a:cs typeface="Plus Jakarta Sans"/>
                <a:sym typeface="Plus Jakarta Sans"/>
              </a:rPr>
              <a:t>29</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4" name="Shape 1024"/>
        <p:cNvGrpSpPr/>
        <p:nvPr/>
      </p:nvGrpSpPr>
      <p:grpSpPr>
        <a:xfrm>
          <a:off x="0" y="0"/>
          <a:ext cx="0" cy="0"/>
          <a:chOff x="0" y="0"/>
          <a:chExt cx="0" cy="0"/>
        </a:xfrm>
      </p:grpSpPr>
      <p:sp>
        <p:nvSpPr>
          <p:cNvPr id="1025" name="Google Shape;1025;p49"/>
          <p:cNvSpPr/>
          <p:nvPr/>
        </p:nvSpPr>
        <p:spPr>
          <a:xfrm>
            <a:off x="0" y="0"/>
            <a:ext cx="9144000" cy="5143500"/>
          </a:xfrm>
          <a:prstGeom prst="rect">
            <a:avLst/>
          </a:prstGeom>
          <a:solidFill>
            <a:srgbClr val="060B1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descr="preencoded.png" id="1026" name="Google Shape;1026;p49"/>
          <p:cNvPicPr preferRelativeResize="0"/>
          <p:nvPr/>
        </p:nvPicPr>
        <p:blipFill rotWithShape="1">
          <a:blip r:embed="rId3">
            <a:alphaModFix/>
          </a:blip>
          <a:srcRect b="0" l="0" r="0" t="0"/>
          <a:stretch/>
        </p:blipFill>
        <p:spPr>
          <a:xfrm>
            <a:off x="1660450" y="0"/>
            <a:ext cx="7483549" cy="5143500"/>
          </a:xfrm>
          <a:prstGeom prst="rect">
            <a:avLst/>
          </a:prstGeom>
          <a:noFill/>
          <a:ln>
            <a:noFill/>
          </a:ln>
        </p:spPr>
      </p:pic>
      <p:sp>
        <p:nvSpPr>
          <p:cNvPr id="1027" name="Google Shape;1027;p49"/>
          <p:cNvSpPr/>
          <p:nvPr/>
        </p:nvSpPr>
        <p:spPr>
          <a:xfrm>
            <a:off x="0" y="0"/>
            <a:ext cx="4206300" cy="5143500"/>
          </a:xfrm>
          <a:prstGeom prst="rect">
            <a:avLst/>
          </a:prstGeom>
          <a:solidFill>
            <a:srgbClr val="0A1C43"/>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28" name="Google Shape;1028;p49"/>
          <p:cNvSpPr/>
          <p:nvPr/>
        </p:nvSpPr>
        <p:spPr>
          <a:xfrm>
            <a:off x="428625" y="1462943"/>
            <a:ext cx="3449437" cy="201923"/>
          </a:xfrm>
          <a:prstGeom prst="rect">
            <a:avLst/>
          </a:prstGeom>
          <a:noFill/>
          <a:ln>
            <a:noFill/>
          </a:ln>
        </p:spPr>
        <p:txBody>
          <a:bodyPr anchorCtr="0" anchor="t" bIns="12700" lIns="12700" spcFirstLastPara="1" rIns="12700" wrap="square" tIns="12700">
            <a:noAutofit/>
          </a:bodyPr>
          <a:lstStyle/>
          <a:p>
            <a:pPr indent="0" lvl="0" marL="0" marR="0" rtl="0" algn="l">
              <a:lnSpc>
                <a:spcPct val="160000"/>
              </a:lnSpc>
              <a:spcBef>
                <a:spcPts val="0"/>
              </a:spcBef>
              <a:spcAft>
                <a:spcPts val="0"/>
              </a:spcAft>
              <a:buClr>
                <a:srgbClr val="FFFFFF"/>
              </a:buClr>
              <a:buSzPts val="900"/>
              <a:buFont typeface="Plus Jakarta Sans"/>
              <a:buNone/>
            </a:pPr>
            <a:r>
              <a:rPr b="1" i="0" lang="en" sz="1100" u="none" cap="none" strike="noStrike">
                <a:solidFill>
                  <a:srgbClr val="FFFFFF"/>
                </a:solidFill>
                <a:latin typeface="Plus Jakarta Sans"/>
                <a:ea typeface="Plus Jakarta Sans"/>
                <a:cs typeface="Plus Jakarta Sans"/>
                <a:sym typeface="Plus Jakarta Sans"/>
              </a:rPr>
              <a:t>CONEXIÓN</a:t>
            </a:r>
            <a:endParaRPr b="0" i="0" sz="1100" u="none" cap="none" strike="noStrike">
              <a:solidFill>
                <a:schemeClr val="dk1"/>
              </a:solidFill>
              <a:latin typeface="Calibri"/>
              <a:ea typeface="Calibri"/>
              <a:cs typeface="Calibri"/>
              <a:sym typeface="Calibri"/>
            </a:endParaRPr>
          </a:p>
        </p:txBody>
      </p:sp>
      <p:sp>
        <p:nvSpPr>
          <p:cNvPr id="1029" name="Google Shape;1029;p49"/>
          <p:cNvSpPr/>
          <p:nvPr/>
        </p:nvSpPr>
        <p:spPr>
          <a:xfrm>
            <a:off x="428625" y="1722016"/>
            <a:ext cx="3449437" cy="320204"/>
          </a:xfrm>
          <a:prstGeom prst="rect">
            <a:avLst/>
          </a:prstGeom>
          <a:noFill/>
          <a:ln>
            <a:noFill/>
          </a:ln>
        </p:spPr>
        <p:txBody>
          <a:bodyPr anchorCtr="0" anchor="t" bIns="12700" lIns="12700" spcFirstLastPara="1" rIns="12700" wrap="square" tIns="12700">
            <a:noAutofit/>
          </a:bodyPr>
          <a:lstStyle/>
          <a:p>
            <a:pPr indent="0" lvl="0" marL="0" marR="0" rtl="0" algn="l">
              <a:lnSpc>
                <a:spcPct val="102000"/>
              </a:lnSpc>
              <a:spcBef>
                <a:spcPts val="0"/>
              </a:spcBef>
              <a:spcAft>
                <a:spcPts val="0"/>
              </a:spcAft>
              <a:buClr>
                <a:srgbClr val="FFFFFF"/>
              </a:buClr>
              <a:buSzPts val="2300"/>
              <a:buFont typeface="Plus Jakarta Sans"/>
              <a:buNone/>
            </a:pPr>
            <a:r>
              <a:rPr i="0" lang="en" sz="2300" u="none" cap="none" strike="noStrike">
                <a:solidFill>
                  <a:srgbClr val="FFFFFF"/>
                </a:solidFill>
                <a:latin typeface="Plus Jakarta Sans ExtraBold"/>
                <a:ea typeface="Plus Jakarta Sans ExtraBold"/>
                <a:cs typeface="Plus Jakarta Sans ExtraBold"/>
                <a:sym typeface="Plus Jakarta Sans ExtraBold"/>
              </a:rPr>
              <a:t>Cerca de las personas</a:t>
            </a:r>
            <a:endParaRPr i="0" sz="2300" u="none" cap="none" strike="noStrike">
              <a:solidFill>
                <a:schemeClr val="dk1"/>
              </a:solidFill>
              <a:latin typeface="Plus Jakarta Sans ExtraBold"/>
              <a:ea typeface="Plus Jakarta Sans ExtraBold"/>
              <a:cs typeface="Plus Jakarta Sans ExtraBold"/>
              <a:sym typeface="Plus Jakarta Sans ExtraBold"/>
            </a:endParaRPr>
          </a:p>
        </p:txBody>
      </p:sp>
      <p:sp>
        <p:nvSpPr>
          <p:cNvPr id="1030" name="Google Shape;1030;p49"/>
          <p:cNvSpPr/>
          <p:nvPr/>
        </p:nvSpPr>
        <p:spPr>
          <a:xfrm>
            <a:off x="428625" y="2137475"/>
            <a:ext cx="3149700" cy="619200"/>
          </a:xfrm>
          <a:prstGeom prst="rect">
            <a:avLst/>
          </a:prstGeom>
          <a:noFill/>
          <a:ln>
            <a:noFill/>
          </a:ln>
        </p:spPr>
        <p:txBody>
          <a:bodyPr anchorCtr="0" anchor="t" bIns="12700" lIns="12700" spcFirstLastPara="1" rIns="12700" wrap="square" tIns="12700">
            <a:noAutofit/>
          </a:bodyPr>
          <a:lstStyle/>
          <a:p>
            <a:pPr indent="0" lvl="0" marL="0" marR="0" rtl="0" algn="l">
              <a:lnSpc>
                <a:spcPct val="115000"/>
              </a:lnSpc>
              <a:spcBef>
                <a:spcPts val="0"/>
              </a:spcBef>
              <a:spcAft>
                <a:spcPts val="0"/>
              </a:spcAft>
              <a:buClr>
                <a:srgbClr val="FFFFFF"/>
              </a:buClr>
              <a:buSzPts val="1100"/>
              <a:buFont typeface="Plus Jakarta Sans"/>
              <a:buNone/>
            </a:pPr>
            <a:r>
              <a:rPr b="0" i="0" lang="en" sz="1100" u="none" cap="none" strike="noStrike">
                <a:solidFill>
                  <a:srgbClr val="FFFFFF"/>
                </a:solidFill>
                <a:latin typeface="Plus Jakarta Sans"/>
                <a:ea typeface="Plus Jakarta Sans"/>
                <a:cs typeface="Plus Jakarta Sans"/>
                <a:sym typeface="Plus Jakarta Sans"/>
              </a:rPr>
              <a:t>Acompaña la imagen con el mensaje que conecta con tu audiencia y resume tu propuesta de valor.</a:t>
            </a:r>
            <a:endParaRPr b="0" i="0" sz="1100" u="none" cap="none" strike="noStrike">
              <a:solidFill>
                <a:schemeClr val="dk1"/>
              </a:solidFill>
              <a:latin typeface="Calibri"/>
              <a:ea typeface="Calibri"/>
              <a:cs typeface="Calibri"/>
              <a:sym typeface="Calibri"/>
            </a:endParaRPr>
          </a:p>
        </p:txBody>
      </p:sp>
      <p:sp>
        <p:nvSpPr>
          <p:cNvPr id="1031" name="Google Shape;1031;p49"/>
          <p:cNvSpPr/>
          <p:nvPr/>
        </p:nvSpPr>
        <p:spPr>
          <a:xfrm>
            <a:off x="428625" y="2928045"/>
            <a:ext cx="180975" cy="180975"/>
          </a:xfrm>
          <a:prstGeom prst="ellipse">
            <a:avLst/>
          </a:prstGeom>
          <a:solidFill>
            <a:srgbClr val="FFFF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descr="preencoded.png" id="1032" name="Google Shape;1032;p49"/>
          <p:cNvPicPr preferRelativeResize="0"/>
          <p:nvPr/>
        </p:nvPicPr>
        <p:blipFill rotWithShape="1">
          <a:blip r:embed="rId4">
            <a:alphaModFix/>
          </a:blip>
          <a:srcRect b="0" l="0" r="0" t="0"/>
          <a:stretch/>
        </p:blipFill>
        <p:spPr>
          <a:xfrm>
            <a:off x="461963" y="2961382"/>
            <a:ext cx="114300" cy="114300"/>
          </a:xfrm>
          <a:prstGeom prst="rect">
            <a:avLst/>
          </a:prstGeom>
          <a:noFill/>
          <a:ln>
            <a:noFill/>
          </a:ln>
        </p:spPr>
      </p:pic>
      <p:sp>
        <p:nvSpPr>
          <p:cNvPr id="1033" name="Google Shape;1033;p49"/>
          <p:cNvSpPr/>
          <p:nvPr/>
        </p:nvSpPr>
        <p:spPr>
          <a:xfrm>
            <a:off x="695325" y="2937570"/>
            <a:ext cx="586644" cy="180975"/>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1000"/>
              <a:buFont typeface="Plus Jakarta Sans"/>
              <a:buNone/>
            </a:pPr>
            <a:r>
              <a:rPr b="0" i="0" lang="en" sz="1000" u="none" cap="none" strike="noStrike">
                <a:solidFill>
                  <a:srgbClr val="FFFFFF"/>
                </a:solidFill>
                <a:latin typeface="Plus Jakarta Sans"/>
                <a:ea typeface="Plus Jakarta Sans"/>
                <a:cs typeface="Plus Jakarta Sans"/>
                <a:sym typeface="Plus Jakarta Sans"/>
              </a:rPr>
              <a:t>Cercanía</a:t>
            </a:r>
            <a:endParaRPr b="0" i="0" sz="1000" u="none" cap="none" strike="noStrike">
              <a:solidFill>
                <a:schemeClr val="dk1"/>
              </a:solidFill>
              <a:latin typeface="Calibri"/>
              <a:ea typeface="Calibri"/>
              <a:cs typeface="Calibri"/>
              <a:sym typeface="Calibri"/>
            </a:endParaRPr>
          </a:p>
        </p:txBody>
      </p:sp>
      <p:sp>
        <p:nvSpPr>
          <p:cNvPr id="1034" name="Google Shape;1034;p49"/>
          <p:cNvSpPr/>
          <p:nvPr/>
        </p:nvSpPr>
        <p:spPr>
          <a:xfrm>
            <a:off x="428625" y="3213795"/>
            <a:ext cx="180975" cy="180975"/>
          </a:xfrm>
          <a:prstGeom prst="ellipse">
            <a:avLst/>
          </a:prstGeom>
          <a:solidFill>
            <a:srgbClr val="FFFF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descr="preencoded.png" id="1035" name="Google Shape;1035;p49"/>
          <p:cNvPicPr preferRelativeResize="0"/>
          <p:nvPr/>
        </p:nvPicPr>
        <p:blipFill rotWithShape="1">
          <a:blip r:embed="rId4">
            <a:alphaModFix/>
          </a:blip>
          <a:srcRect b="0" l="0" r="0" t="0"/>
          <a:stretch/>
        </p:blipFill>
        <p:spPr>
          <a:xfrm>
            <a:off x="461963" y="3247132"/>
            <a:ext cx="114300" cy="114300"/>
          </a:xfrm>
          <a:prstGeom prst="rect">
            <a:avLst/>
          </a:prstGeom>
          <a:noFill/>
          <a:ln>
            <a:noFill/>
          </a:ln>
        </p:spPr>
      </p:pic>
      <p:sp>
        <p:nvSpPr>
          <p:cNvPr id="1036" name="Google Shape;1036;p49"/>
          <p:cNvSpPr/>
          <p:nvPr/>
        </p:nvSpPr>
        <p:spPr>
          <a:xfrm>
            <a:off x="695325" y="3223320"/>
            <a:ext cx="653653" cy="180975"/>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1000"/>
              <a:buFont typeface="Plus Jakarta Sans"/>
              <a:buNone/>
            </a:pPr>
            <a:r>
              <a:rPr b="0" i="0" lang="en" sz="1000" u="none" cap="none" strike="noStrike">
                <a:solidFill>
                  <a:srgbClr val="FFFFFF"/>
                </a:solidFill>
                <a:latin typeface="Plus Jakarta Sans"/>
                <a:ea typeface="Plus Jakarta Sans"/>
                <a:cs typeface="Plus Jakarta Sans"/>
                <a:sym typeface="Plus Jakarta Sans"/>
              </a:rPr>
              <a:t>Confianza</a:t>
            </a:r>
            <a:endParaRPr b="0" i="0" sz="1000" u="none" cap="none" strike="noStrike">
              <a:solidFill>
                <a:schemeClr val="dk1"/>
              </a:solidFill>
              <a:latin typeface="Calibri"/>
              <a:ea typeface="Calibri"/>
              <a:cs typeface="Calibri"/>
              <a:sym typeface="Calibri"/>
            </a:endParaRPr>
          </a:p>
        </p:txBody>
      </p:sp>
      <p:sp>
        <p:nvSpPr>
          <p:cNvPr id="1037" name="Google Shape;1037;p49"/>
          <p:cNvSpPr/>
          <p:nvPr/>
        </p:nvSpPr>
        <p:spPr>
          <a:xfrm>
            <a:off x="428625" y="3499545"/>
            <a:ext cx="180975" cy="180975"/>
          </a:xfrm>
          <a:prstGeom prst="ellipse">
            <a:avLst/>
          </a:prstGeom>
          <a:solidFill>
            <a:srgbClr val="FFFF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descr="preencoded.png" id="1038" name="Google Shape;1038;p49"/>
          <p:cNvPicPr preferRelativeResize="0"/>
          <p:nvPr/>
        </p:nvPicPr>
        <p:blipFill rotWithShape="1">
          <a:blip r:embed="rId4">
            <a:alphaModFix/>
          </a:blip>
          <a:srcRect b="0" l="0" r="0" t="0"/>
          <a:stretch/>
        </p:blipFill>
        <p:spPr>
          <a:xfrm>
            <a:off x="461963" y="3532882"/>
            <a:ext cx="114300" cy="114300"/>
          </a:xfrm>
          <a:prstGeom prst="rect">
            <a:avLst/>
          </a:prstGeom>
          <a:noFill/>
          <a:ln>
            <a:noFill/>
          </a:ln>
        </p:spPr>
      </p:pic>
      <p:sp>
        <p:nvSpPr>
          <p:cNvPr id="1039" name="Google Shape;1039;p49"/>
          <p:cNvSpPr/>
          <p:nvPr/>
        </p:nvSpPr>
        <p:spPr>
          <a:xfrm>
            <a:off x="695325" y="3509070"/>
            <a:ext cx="1652728" cy="180975"/>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1000"/>
              <a:buFont typeface="Plus Jakarta Sans"/>
              <a:buNone/>
            </a:pPr>
            <a:r>
              <a:rPr b="0" i="0" lang="en" sz="1000" u="none" cap="none" strike="noStrike">
                <a:solidFill>
                  <a:srgbClr val="FFFFFF"/>
                </a:solidFill>
                <a:latin typeface="Plus Jakarta Sans"/>
                <a:ea typeface="Plus Jakarta Sans"/>
                <a:cs typeface="Plus Jakarta Sans"/>
                <a:sym typeface="Plus Jakarta Sans"/>
              </a:rPr>
              <a:t>Capacidad de adaptación</a:t>
            </a:r>
            <a:endParaRPr b="0" i="0" sz="1000" u="none" cap="none" strike="noStrike">
              <a:solidFill>
                <a:schemeClr val="dk1"/>
              </a:solidFill>
              <a:latin typeface="Calibri"/>
              <a:ea typeface="Calibri"/>
              <a:cs typeface="Calibri"/>
              <a:sym typeface="Calibri"/>
            </a:endParaRPr>
          </a:p>
        </p:txBody>
      </p:sp>
      <p:pic>
        <p:nvPicPr>
          <p:cNvPr descr="preencoded.png" id="1040" name="Google Shape;1040;p49"/>
          <p:cNvPicPr preferRelativeResize="0"/>
          <p:nvPr/>
        </p:nvPicPr>
        <p:blipFill rotWithShape="1">
          <a:blip r:embed="rId5">
            <a:alphaModFix/>
          </a:blip>
          <a:srcRect b="0" l="0" r="0" t="0"/>
          <a:stretch/>
        </p:blipFill>
        <p:spPr>
          <a:xfrm>
            <a:off x="571500" y="4767263"/>
            <a:ext cx="664369" cy="128588"/>
          </a:xfrm>
          <a:prstGeom prst="rect">
            <a:avLst/>
          </a:prstGeom>
          <a:noFill/>
          <a:ln>
            <a:noFill/>
          </a:ln>
        </p:spPr>
      </p:pic>
      <p:sp>
        <p:nvSpPr>
          <p:cNvPr id="1041" name="Google Shape;1041;p49"/>
          <p:cNvSpPr/>
          <p:nvPr/>
        </p:nvSpPr>
        <p:spPr>
          <a:xfrm>
            <a:off x="8466200" y="4777978"/>
            <a:ext cx="144401" cy="1262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700"/>
              <a:buFont typeface="Plus Jakarta Sans"/>
              <a:buNone/>
            </a:pPr>
            <a:r>
              <a:rPr b="1" i="0" lang="en" sz="700" u="none" cap="none" strike="noStrike">
                <a:solidFill>
                  <a:srgbClr val="FFFFFF"/>
                </a:solidFill>
                <a:latin typeface="Plus Jakarta Sans"/>
                <a:ea typeface="Plus Jakarta Sans"/>
                <a:cs typeface="Plus Jakarta Sans"/>
                <a:sym typeface="Plus Jakarta Sans"/>
              </a:rPr>
              <a:t>30</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p50"/>
          <p:cNvSpPr/>
          <p:nvPr/>
        </p:nvSpPr>
        <p:spPr>
          <a:xfrm rot="5400000">
            <a:off x="5956350" y="-566375"/>
            <a:ext cx="641700" cy="4590600"/>
          </a:xfrm>
          <a:prstGeom prst="round2SameRect">
            <a:avLst>
              <a:gd fmla="val 16667" name="adj1"/>
              <a:gd fmla="val 0" name="adj2"/>
            </a:avLst>
          </a:prstGeom>
          <a:solidFill>
            <a:srgbClr val="FFFFFF"/>
          </a:solidFill>
          <a:ln>
            <a:noFill/>
          </a:ln>
          <a:effectLst>
            <a:outerShdw blurRad="57150" rotWithShape="0" algn="bl" dir="5400000" dist="19050">
              <a:srgbClr val="0A1C43">
                <a:alpha val="588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1048" name="Google Shape;1048;p50"/>
          <p:cNvSpPr/>
          <p:nvPr/>
        </p:nvSpPr>
        <p:spPr>
          <a:xfrm rot="5400000">
            <a:off x="5956350" y="947800"/>
            <a:ext cx="641700" cy="4590600"/>
          </a:xfrm>
          <a:prstGeom prst="round2SameRect">
            <a:avLst>
              <a:gd fmla="val 16667" name="adj1"/>
              <a:gd fmla="val 0" name="adj2"/>
            </a:avLst>
          </a:prstGeom>
          <a:solidFill>
            <a:srgbClr val="FFFFFF"/>
          </a:solidFill>
          <a:ln>
            <a:noFill/>
          </a:ln>
          <a:effectLst>
            <a:outerShdw blurRad="57150" rotWithShape="0" algn="bl" dir="5400000" dist="19050">
              <a:srgbClr val="0A1C43">
                <a:alpha val="588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1049" name="Google Shape;1049;p50"/>
          <p:cNvSpPr/>
          <p:nvPr/>
        </p:nvSpPr>
        <p:spPr>
          <a:xfrm rot="5400000">
            <a:off x="5956350" y="191450"/>
            <a:ext cx="641700" cy="4590600"/>
          </a:xfrm>
          <a:prstGeom prst="round2SameRect">
            <a:avLst>
              <a:gd fmla="val 16667" name="adj1"/>
              <a:gd fmla="val 0" name="adj2"/>
            </a:avLst>
          </a:prstGeom>
          <a:solidFill>
            <a:srgbClr val="FFFFFF"/>
          </a:solidFill>
          <a:ln>
            <a:noFill/>
          </a:ln>
          <a:effectLst>
            <a:outerShdw blurRad="57150" rotWithShape="0" algn="bl" dir="5400000" dist="19050">
              <a:srgbClr val="0A1C43">
                <a:alpha val="588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1050" name="Google Shape;1050;p50"/>
          <p:cNvSpPr/>
          <p:nvPr/>
        </p:nvSpPr>
        <p:spPr>
          <a:xfrm>
            <a:off x="1238473" y="1385888"/>
            <a:ext cx="1619250" cy="1619250"/>
          </a:xfrm>
          <a:prstGeom prst="ellipse">
            <a:avLst/>
          </a:prstGeom>
          <a:noFill/>
          <a:ln cap="flat" cmpd="sng" w="57150">
            <a:solidFill>
              <a:srgbClr val="FFFFFF"/>
            </a:solidFill>
            <a:prstDash val="solid"/>
            <a:round/>
            <a:headEnd len="sm" w="sm" type="none"/>
            <a:tailEnd len="sm" w="sm" type="none"/>
          </a:ln>
          <a:effectLst>
            <a:outerShdw blurRad="476250" rotWithShape="0" algn="bl" dir="5400000" dist="190500">
              <a:srgbClr val="0A1C43">
                <a:alpha val="18039"/>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51" name="Google Shape;1051;p50"/>
          <p:cNvSpPr/>
          <p:nvPr/>
        </p:nvSpPr>
        <p:spPr>
          <a:xfrm>
            <a:off x="1193911" y="3148013"/>
            <a:ext cx="1708374" cy="271463"/>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Clr>
                <a:srgbClr val="437AEF"/>
              </a:buClr>
              <a:buSzPts val="1600"/>
              <a:buFont typeface="Plus Jakarta Sans"/>
              <a:buNone/>
            </a:pPr>
            <a:r>
              <a:rPr b="1" i="0" lang="en" sz="1600" u="none" cap="none" strike="noStrike">
                <a:solidFill>
                  <a:srgbClr val="437AEF"/>
                </a:solidFill>
                <a:latin typeface="Plus Jakarta Sans"/>
                <a:ea typeface="Plus Jakarta Sans"/>
                <a:cs typeface="Plus Jakarta Sans"/>
                <a:sym typeface="Plus Jakarta Sans"/>
              </a:rPr>
              <a:t>Nombre Apellido</a:t>
            </a:r>
            <a:endParaRPr b="0" i="0" sz="1600" u="none" cap="none" strike="noStrike">
              <a:solidFill>
                <a:schemeClr val="dk1"/>
              </a:solidFill>
              <a:latin typeface="Calibri"/>
              <a:ea typeface="Calibri"/>
              <a:cs typeface="Calibri"/>
              <a:sym typeface="Calibri"/>
            </a:endParaRPr>
          </a:p>
        </p:txBody>
      </p:sp>
      <p:sp>
        <p:nvSpPr>
          <p:cNvPr id="1052" name="Google Shape;1052;p50"/>
          <p:cNvSpPr/>
          <p:nvPr/>
        </p:nvSpPr>
        <p:spPr>
          <a:xfrm>
            <a:off x="1543311" y="3429000"/>
            <a:ext cx="1009538" cy="176213"/>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Clr>
                <a:srgbClr val="64748B"/>
              </a:buClr>
              <a:buSzPts val="1000"/>
              <a:buFont typeface="Plus Jakarta Sans"/>
              <a:buNone/>
            </a:pPr>
            <a:r>
              <a:rPr b="0" i="0" lang="en" sz="1000" u="none" cap="none" strike="noStrike">
                <a:solidFill>
                  <a:srgbClr val="64748B"/>
                </a:solidFill>
                <a:latin typeface="Plus Jakarta Sans"/>
                <a:ea typeface="Plus Jakarta Sans"/>
                <a:cs typeface="Plus Jakarta Sans"/>
                <a:sym typeface="Plus Jakarta Sans"/>
              </a:rPr>
              <a:t>Cargo · Empresa</a:t>
            </a:r>
            <a:endParaRPr b="0" i="0" sz="1000" u="none" cap="none" strike="noStrike">
              <a:solidFill>
                <a:schemeClr val="dk1"/>
              </a:solidFill>
              <a:latin typeface="Calibri"/>
              <a:ea typeface="Calibri"/>
              <a:cs typeface="Calibri"/>
              <a:sym typeface="Calibri"/>
            </a:endParaRPr>
          </a:p>
        </p:txBody>
      </p:sp>
      <p:sp>
        <p:nvSpPr>
          <p:cNvPr id="1053" name="Google Shape;1053;p50"/>
          <p:cNvSpPr/>
          <p:nvPr/>
        </p:nvSpPr>
        <p:spPr>
          <a:xfrm>
            <a:off x="3953322" y="1405905"/>
            <a:ext cx="28575" cy="643867"/>
          </a:xfrm>
          <a:prstGeom prst="rect">
            <a:avLst/>
          </a:prstGeom>
          <a:solidFill>
            <a:srgbClr val="437AE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54" name="Google Shape;1054;p50"/>
          <p:cNvSpPr/>
          <p:nvPr/>
        </p:nvSpPr>
        <p:spPr>
          <a:xfrm>
            <a:off x="4153347" y="1548780"/>
            <a:ext cx="4375135" cy="18573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0F172A"/>
              </a:buClr>
              <a:buSzPts val="1100"/>
              <a:buFont typeface="Plus Jakarta Sans"/>
              <a:buNone/>
            </a:pPr>
            <a:r>
              <a:rPr b="1" i="0" lang="en" sz="1100" u="none" cap="none" strike="noStrike">
                <a:solidFill>
                  <a:srgbClr val="0F172A"/>
                </a:solidFill>
                <a:latin typeface="Plus Jakarta Sans"/>
                <a:ea typeface="Plus Jakarta Sans"/>
                <a:cs typeface="Plus Jakarta Sans"/>
                <a:sym typeface="Plus Jakarta Sans"/>
              </a:rPr>
              <a:t>Cercanía</a:t>
            </a:r>
            <a:endParaRPr b="0" i="0" sz="1100" u="none" cap="none" strike="noStrike">
              <a:solidFill>
                <a:schemeClr val="dk1"/>
              </a:solidFill>
              <a:latin typeface="Calibri"/>
              <a:ea typeface="Calibri"/>
              <a:cs typeface="Calibri"/>
              <a:sym typeface="Calibri"/>
            </a:endParaRPr>
          </a:p>
        </p:txBody>
      </p:sp>
      <p:sp>
        <p:nvSpPr>
          <p:cNvPr id="1055" name="Google Shape;1055;p50"/>
          <p:cNvSpPr/>
          <p:nvPr/>
        </p:nvSpPr>
        <p:spPr>
          <a:xfrm>
            <a:off x="4153347" y="1753568"/>
            <a:ext cx="4375135" cy="172380"/>
          </a:xfrm>
          <a:prstGeom prst="rect">
            <a:avLst/>
          </a:prstGeom>
          <a:noFill/>
          <a:ln>
            <a:noFill/>
          </a:ln>
        </p:spPr>
        <p:txBody>
          <a:bodyPr anchorCtr="0" anchor="t" bIns="12700" lIns="12700" spcFirstLastPara="1" rIns="12700" wrap="square" tIns="12700">
            <a:noAutofit/>
          </a:bodyPr>
          <a:lstStyle/>
          <a:p>
            <a:pPr indent="0" lvl="0" marL="0" marR="0" rtl="0" algn="l">
              <a:lnSpc>
                <a:spcPct val="140000"/>
              </a:lnSpc>
              <a:spcBef>
                <a:spcPts val="0"/>
              </a:spcBef>
              <a:spcAft>
                <a:spcPts val="0"/>
              </a:spcAft>
              <a:buClr>
                <a:srgbClr val="475569"/>
              </a:buClr>
              <a:buSzPts val="900"/>
              <a:buFont typeface="Plus Jakarta Sans"/>
              <a:buNone/>
            </a:pPr>
            <a:r>
              <a:rPr b="0" i="0" lang="en" sz="900" u="none" cap="none" strike="noStrike">
                <a:solidFill>
                  <a:srgbClr val="475569"/>
                </a:solidFill>
                <a:latin typeface="Plus Jakarta Sans"/>
                <a:ea typeface="Plus Jakarta Sans"/>
                <a:cs typeface="Plus Jakarta Sans"/>
                <a:sym typeface="Plus Jakarta Sans"/>
              </a:rPr>
              <a:t>Una o dos líneas que describan este atributo o logro destacado.</a:t>
            </a:r>
            <a:endParaRPr b="0" i="0" sz="900" u="none" cap="none" strike="noStrike">
              <a:solidFill>
                <a:schemeClr val="dk1"/>
              </a:solidFill>
              <a:latin typeface="Calibri"/>
              <a:ea typeface="Calibri"/>
              <a:cs typeface="Calibri"/>
              <a:sym typeface="Calibri"/>
            </a:endParaRPr>
          </a:p>
        </p:txBody>
      </p:sp>
      <p:sp>
        <p:nvSpPr>
          <p:cNvPr id="1056" name="Google Shape;1056;p50"/>
          <p:cNvSpPr/>
          <p:nvPr/>
        </p:nvSpPr>
        <p:spPr>
          <a:xfrm>
            <a:off x="3953322" y="2164073"/>
            <a:ext cx="28575" cy="643867"/>
          </a:xfrm>
          <a:prstGeom prst="rect">
            <a:avLst/>
          </a:prstGeom>
          <a:solidFill>
            <a:srgbClr val="437AE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57" name="Google Shape;1057;p50"/>
          <p:cNvSpPr/>
          <p:nvPr/>
        </p:nvSpPr>
        <p:spPr>
          <a:xfrm>
            <a:off x="4153347" y="2306948"/>
            <a:ext cx="4375135" cy="18573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0F172A"/>
              </a:buClr>
              <a:buSzPts val="1100"/>
              <a:buFont typeface="Plus Jakarta Sans"/>
              <a:buNone/>
            </a:pPr>
            <a:r>
              <a:rPr b="1" i="0" lang="en" sz="1100" u="none" cap="none" strike="noStrike">
                <a:solidFill>
                  <a:srgbClr val="0F172A"/>
                </a:solidFill>
                <a:latin typeface="Plus Jakarta Sans"/>
                <a:ea typeface="Plus Jakarta Sans"/>
                <a:cs typeface="Plus Jakarta Sans"/>
                <a:sym typeface="Plus Jakarta Sans"/>
              </a:rPr>
              <a:t>Visión</a:t>
            </a:r>
            <a:endParaRPr b="0" i="0" sz="1100" u="none" cap="none" strike="noStrike">
              <a:solidFill>
                <a:schemeClr val="dk1"/>
              </a:solidFill>
              <a:latin typeface="Calibri"/>
              <a:ea typeface="Calibri"/>
              <a:cs typeface="Calibri"/>
              <a:sym typeface="Calibri"/>
            </a:endParaRPr>
          </a:p>
        </p:txBody>
      </p:sp>
      <p:sp>
        <p:nvSpPr>
          <p:cNvPr id="1058" name="Google Shape;1058;p50"/>
          <p:cNvSpPr/>
          <p:nvPr/>
        </p:nvSpPr>
        <p:spPr>
          <a:xfrm>
            <a:off x="4153347" y="2511735"/>
            <a:ext cx="4375135" cy="172380"/>
          </a:xfrm>
          <a:prstGeom prst="rect">
            <a:avLst/>
          </a:prstGeom>
          <a:noFill/>
          <a:ln>
            <a:noFill/>
          </a:ln>
        </p:spPr>
        <p:txBody>
          <a:bodyPr anchorCtr="0" anchor="t" bIns="12700" lIns="12700" spcFirstLastPara="1" rIns="12700" wrap="square" tIns="12700">
            <a:noAutofit/>
          </a:bodyPr>
          <a:lstStyle/>
          <a:p>
            <a:pPr indent="0" lvl="0" marL="0" marR="0" rtl="0" algn="l">
              <a:lnSpc>
                <a:spcPct val="140000"/>
              </a:lnSpc>
              <a:spcBef>
                <a:spcPts val="0"/>
              </a:spcBef>
              <a:spcAft>
                <a:spcPts val="0"/>
              </a:spcAft>
              <a:buClr>
                <a:srgbClr val="475569"/>
              </a:buClr>
              <a:buSzPts val="900"/>
              <a:buFont typeface="Plus Jakarta Sans"/>
              <a:buNone/>
            </a:pPr>
            <a:r>
              <a:rPr b="0" i="0" lang="en" sz="900" u="none" cap="none" strike="noStrike">
                <a:solidFill>
                  <a:srgbClr val="475569"/>
                </a:solidFill>
                <a:latin typeface="Plus Jakarta Sans"/>
                <a:ea typeface="Plus Jakarta Sans"/>
                <a:cs typeface="Plus Jakarta Sans"/>
                <a:sym typeface="Plus Jakarta Sans"/>
              </a:rPr>
              <a:t>Una o dos líneas que describan este atributo o logro destacado.</a:t>
            </a:r>
            <a:endParaRPr b="0" i="0" sz="900" u="none" cap="none" strike="noStrike">
              <a:solidFill>
                <a:schemeClr val="dk1"/>
              </a:solidFill>
              <a:latin typeface="Calibri"/>
              <a:ea typeface="Calibri"/>
              <a:cs typeface="Calibri"/>
              <a:sym typeface="Calibri"/>
            </a:endParaRPr>
          </a:p>
        </p:txBody>
      </p:sp>
      <p:sp>
        <p:nvSpPr>
          <p:cNvPr id="1059" name="Google Shape;1059;p50"/>
          <p:cNvSpPr/>
          <p:nvPr/>
        </p:nvSpPr>
        <p:spPr>
          <a:xfrm>
            <a:off x="3953322" y="2922240"/>
            <a:ext cx="28575" cy="643868"/>
          </a:xfrm>
          <a:prstGeom prst="rect">
            <a:avLst/>
          </a:prstGeom>
          <a:solidFill>
            <a:srgbClr val="437AE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60" name="Google Shape;1060;p50"/>
          <p:cNvSpPr/>
          <p:nvPr/>
        </p:nvSpPr>
        <p:spPr>
          <a:xfrm>
            <a:off x="4153347" y="3065115"/>
            <a:ext cx="4375135" cy="18573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0F172A"/>
              </a:buClr>
              <a:buSzPts val="1100"/>
              <a:buFont typeface="Plus Jakarta Sans"/>
              <a:buNone/>
            </a:pPr>
            <a:r>
              <a:rPr b="1" i="0" lang="en" sz="1100" u="none" cap="none" strike="noStrike">
                <a:solidFill>
                  <a:srgbClr val="0F172A"/>
                </a:solidFill>
                <a:latin typeface="Plus Jakarta Sans"/>
                <a:ea typeface="Plus Jakarta Sans"/>
                <a:cs typeface="Plus Jakarta Sans"/>
                <a:sym typeface="Plus Jakarta Sans"/>
              </a:rPr>
              <a:t>Profesionalismo</a:t>
            </a:r>
            <a:endParaRPr b="0" i="0" sz="1100" u="none" cap="none" strike="noStrike">
              <a:solidFill>
                <a:schemeClr val="dk1"/>
              </a:solidFill>
              <a:latin typeface="Calibri"/>
              <a:ea typeface="Calibri"/>
              <a:cs typeface="Calibri"/>
              <a:sym typeface="Calibri"/>
            </a:endParaRPr>
          </a:p>
        </p:txBody>
      </p:sp>
      <p:sp>
        <p:nvSpPr>
          <p:cNvPr id="1061" name="Google Shape;1061;p50"/>
          <p:cNvSpPr/>
          <p:nvPr/>
        </p:nvSpPr>
        <p:spPr>
          <a:xfrm>
            <a:off x="4153347" y="3269903"/>
            <a:ext cx="4375135" cy="172380"/>
          </a:xfrm>
          <a:prstGeom prst="rect">
            <a:avLst/>
          </a:prstGeom>
          <a:noFill/>
          <a:ln>
            <a:noFill/>
          </a:ln>
        </p:spPr>
        <p:txBody>
          <a:bodyPr anchorCtr="0" anchor="t" bIns="12700" lIns="12700" spcFirstLastPara="1" rIns="12700" wrap="square" tIns="12700">
            <a:noAutofit/>
          </a:bodyPr>
          <a:lstStyle/>
          <a:p>
            <a:pPr indent="0" lvl="0" marL="0" marR="0" rtl="0" algn="l">
              <a:lnSpc>
                <a:spcPct val="140000"/>
              </a:lnSpc>
              <a:spcBef>
                <a:spcPts val="0"/>
              </a:spcBef>
              <a:spcAft>
                <a:spcPts val="0"/>
              </a:spcAft>
              <a:buClr>
                <a:srgbClr val="475569"/>
              </a:buClr>
              <a:buSzPts val="900"/>
              <a:buFont typeface="Plus Jakarta Sans"/>
              <a:buNone/>
            </a:pPr>
            <a:r>
              <a:rPr b="0" i="0" lang="en" sz="900" u="none" cap="none" strike="noStrike">
                <a:solidFill>
                  <a:srgbClr val="475569"/>
                </a:solidFill>
                <a:latin typeface="Plus Jakarta Sans"/>
                <a:ea typeface="Plus Jakarta Sans"/>
                <a:cs typeface="Plus Jakarta Sans"/>
                <a:sym typeface="Plus Jakarta Sans"/>
              </a:rPr>
              <a:t>Una o dos líneas que describan este atributo o logro destacado.</a:t>
            </a:r>
            <a:endParaRPr b="0" i="0" sz="900" u="none" cap="none" strike="noStrike">
              <a:solidFill>
                <a:schemeClr val="dk1"/>
              </a:solidFill>
              <a:latin typeface="Calibri"/>
              <a:ea typeface="Calibri"/>
              <a:cs typeface="Calibri"/>
              <a:sym typeface="Calibri"/>
            </a:endParaRPr>
          </a:p>
        </p:txBody>
      </p:sp>
      <p:pic>
        <p:nvPicPr>
          <p:cNvPr descr="preencoded.png" id="1062" name="Google Shape;1062;p50"/>
          <p:cNvPicPr preferRelativeResize="0"/>
          <p:nvPr/>
        </p:nvPicPr>
        <p:blipFill rotWithShape="1">
          <a:blip r:embed="rId3">
            <a:alphaModFix/>
          </a:blip>
          <a:srcRect b="0" l="0" r="0" t="0"/>
          <a:stretch/>
        </p:blipFill>
        <p:spPr>
          <a:xfrm>
            <a:off x="571500" y="4767263"/>
            <a:ext cx="664369" cy="128588"/>
          </a:xfrm>
          <a:prstGeom prst="rect">
            <a:avLst/>
          </a:prstGeom>
          <a:noFill/>
          <a:ln>
            <a:noFill/>
          </a:ln>
        </p:spPr>
      </p:pic>
      <p:sp>
        <p:nvSpPr>
          <p:cNvPr id="1063" name="Google Shape;1063;p50"/>
          <p:cNvSpPr/>
          <p:nvPr/>
        </p:nvSpPr>
        <p:spPr>
          <a:xfrm>
            <a:off x="8466200" y="4777978"/>
            <a:ext cx="144401" cy="1262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94A3B8"/>
              </a:buClr>
              <a:buSzPts val="700"/>
              <a:buFont typeface="Plus Jakarta Sans"/>
              <a:buNone/>
            </a:pPr>
            <a:r>
              <a:rPr b="1" i="0" lang="en" sz="700" u="none" cap="none" strike="noStrike">
                <a:solidFill>
                  <a:srgbClr val="94A3B8"/>
                </a:solidFill>
                <a:latin typeface="Plus Jakarta Sans"/>
                <a:ea typeface="Plus Jakarta Sans"/>
                <a:cs typeface="Plus Jakarta Sans"/>
                <a:sym typeface="Plus Jakarta Sans"/>
              </a:rPr>
              <a:t>31</a:t>
            </a:r>
            <a:endParaRPr b="0" i="0" sz="700" u="none" cap="none" strike="noStrike">
              <a:solidFill>
                <a:schemeClr val="dk1"/>
              </a:solidFill>
              <a:latin typeface="Calibri"/>
              <a:ea typeface="Calibri"/>
              <a:cs typeface="Calibri"/>
              <a:sym typeface="Calibri"/>
            </a:endParaRPr>
          </a:p>
        </p:txBody>
      </p:sp>
      <p:pic>
        <p:nvPicPr>
          <p:cNvPr id="1064" name="Google Shape;1064;p50" title="image 35.png"/>
          <p:cNvPicPr preferRelativeResize="0"/>
          <p:nvPr/>
        </p:nvPicPr>
        <p:blipFill>
          <a:blip r:embed="rId4">
            <a:alphaModFix/>
          </a:blip>
          <a:stretch>
            <a:fillRect/>
          </a:stretch>
        </p:blipFill>
        <p:spPr>
          <a:xfrm>
            <a:off x="1258450" y="1405900"/>
            <a:ext cx="1579250" cy="15792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9" name="Shape 1069"/>
        <p:cNvGrpSpPr/>
        <p:nvPr/>
      </p:nvGrpSpPr>
      <p:grpSpPr>
        <a:xfrm>
          <a:off x="0" y="0"/>
          <a:ext cx="0" cy="0"/>
          <a:chOff x="0" y="0"/>
          <a:chExt cx="0" cy="0"/>
        </a:xfrm>
      </p:grpSpPr>
      <p:pic>
        <p:nvPicPr>
          <p:cNvPr descr="preencoded.png" id="1070" name="Google Shape;1070;p51"/>
          <p:cNvPicPr preferRelativeResize="0"/>
          <p:nvPr/>
        </p:nvPicPr>
        <p:blipFill rotWithShape="1">
          <a:blip r:embed="rId3">
            <a:alphaModFix/>
          </a:blip>
          <a:srcRect b="0" l="5450" r="18539" t="0"/>
          <a:stretch/>
        </p:blipFill>
        <p:spPr>
          <a:xfrm>
            <a:off x="5399599" y="0"/>
            <a:ext cx="3744399" cy="5143500"/>
          </a:xfrm>
          <a:prstGeom prst="rect">
            <a:avLst/>
          </a:prstGeom>
          <a:noFill/>
          <a:ln>
            <a:noFill/>
          </a:ln>
        </p:spPr>
      </p:pic>
      <p:sp>
        <p:nvSpPr>
          <p:cNvPr id="1071" name="Google Shape;1071;p51"/>
          <p:cNvSpPr/>
          <p:nvPr/>
        </p:nvSpPr>
        <p:spPr>
          <a:xfrm>
            <a:off x="571500" y="1911251"/>
            <a:ext cx="3967491" cy="201922"/>
          </a:xfrm>
          <a:prstGeom prst="rect">
            <a:avLst/>
          </a:prstGeom>
          <a:noFill/>
          <a:ln>
            <a:noFill/>
          </a:ln>
        </p:spPr>
        <p:txBody>
          <a:bodyPr anchorCtr="0" anchor="t" bIns="12700" lIns="12700" spcFirstLastPara="1" rIns="12700" wrap="square" tIns="12700">
            <a:noAutofit/>
          </a:bodyPr>
          <a:lstStyle/>
          <a:p>
            <a:pPr indent="0" lvl="0" marL="0" marR="0" rtl="0" algn="l">
              <a:lnSpc>
                <a:spcPct val="160000"/>
              </a:lnSpc>
              <a:spcBef>
                <a:spcPts val="0"/>
              </a:spcBef>
              <a:spcAft>
                <a:spcPts val="0"/>
              </a:spcAft>
              <a:buClr>
                <a:srgbClr val="437AEF"/>
              </a:buClr>
              <a:buSzPts val="900"/>
              <a:buFont typeface="Plus Jakarta Sans"/>
              <a:buNone/>
            </a:pPr>
            <a:r>
              <a:rPr b="1" i="0" lang="en" sz="900" u="none" cap="none" strike="noStrike">
                <a:solidFill>
                  <a:srgbClr val="437AEF"/>
                </a:solidFill>
                <a:latin typeface="Plus Jakarta Sans"/>
                <a:ea typeface="Plus Jakarta Sans"/>
                <a:cs typeface="Plus Jakarta Sans"/>
                <a:sym typeface="Plus Jakarta Sans"/>
              </a:rPr>
              <a:t>NUESTRO EQUIPO</a:t>
            </a:r>
            <a:endParaRPr b="0" i="0" sz="900" u="none" cap="none" strike="noStrike">
              <a:solidFill>
                <a:schemeClr val="dk1"/>
              </a:solidFill>
              <a:latin typeface="Calibri"/>
              <a:ea typeface="Calibri"/>
              <a:cs typeface="Calibri"/>
              <a:sym typeface="Calibri"/>
            </a:endParaRPr>
          </a:p>
        </p:txBody>
      </p:sp>
      <p:sp>
        <p:nvSpPr>
          <p:cNvPr id="1072" name="Google Shape;1072;p51"/>
          <p:cNvSpPr/>
          <p:nvPr/>
        </p:nvSpPr>
        <p:spPr>
          <a:xfrm>
            <a:off x="571500" y="2170324"/>
            <a:ext cx="3967491" cy="378507"/>
          </a:xfrm>
          <a:prstGeom prst="rect">
            <a:avLst/>
          </a:prstGeom>
          <a:noFill/>
          <a:ln>
            <a:noFill/>
          </a:ln>
        </p:spPr>
        <p:txBody>
          <a:bodyPr anchorCtr="0" anchor="t" bIns="12700" lIns="12700" spcFirstLastPara="1" rIns="12700" wrap="square" tIns="12700">
            <a:noAutofit/>
          </a:bodyPr>
          <a:lstStyle/>
          <a:p>
            <a:pPr indent="0" lvl="0" marL="0" marR="0" rtl="0" algn="l">
              <a:lnSpc>
                <a:spcPct val="102000"/>
              </a:lnSpc>
              <a:spcBef>
                <a:spcPts val="0"/>
              </a:spcBef>
              <a:spcAft>
                <a:spcPts val="0"/>
              </a:spcAft>
              <a:buClr>
                <a:srgbClr val="020617"/>
              </a:buClr>
              <a:buSzPts val="2800"/>
              <a:buFont typeface="Plus Jakarta Sans"/>
              <a:buNone/>
            </a:pPr>
            <a:r>
              <a:rPr b="1" i="0" lang="en" sz="2800" u="none" cap="none" strike="noStrike">
                <a:solidFill>
                  <a:srgbClr val="020617"/>
                </a:solidFill>
                <a:latin typeface="Plus Jakarta Sans"/>
                <a:ea typeface="Plus Jakarta Sans"/>
                <a:cs typeface="Plus Jakarta Sans"/>
                <a:sym typeface="Plus Jakarta Sans"/>
              </a:rPr>
              <a:t>Conoce al equipo</a:t>
            </a:r>
            <a:endParaRPr b="0" i="0" sz="2800" u="none" cap="none" strike="noStrike">
              <a:solidFill>
                <a:schemeClr val="dk1"/>
              </a:solidFill>
              <a:latin typeface="Calibri"/>
              <a:ea typeface="Calibri"/>
              <a:cs typeface="Calibri"/>
              <a:sym typeface="Calibri"/>
            </a:endParaRPr>
          </a:p>
        </p:txBody>
      </p:sp>
      <p:sp>
        <p:nvSpPr>
          <p:cNvPr id="1073" name="Google Shape;1073;p51"/>
          <p:cNvSpPr/>
          <p:nvPr/>
        </p:nvSpPr>
        <p:spPr>
          <a:xfrm>
            <a:off x="571500" y="2653606"/>
            <a:ext cx="2747010" cy="597694"/>
          </a:xfrm>
          <a:prstGeom prst="rect">
            <a:avLst/>
          </a:prstGeom>
          <a:noFill/>
          <a:ln>
            <a:noFill/>
          </a:ln>
        </p:spPr>
        <p:txBody>
          <a:bodyPr anchorCtr="0" anchor="t" bIns="12700" lIns="12700" spcFirstLastPara="1" rIns="12700" wrap="square" tIns="12700">
            <a:noAutofit/>
          </a:bodyPr>
          <a:lstStyle/>
          <a:p>
            <a:pPr indent="0" lvl="0" marL="0" marR="0" rtl="0" algn="l">
              <a:lnSpc>
                <a:spcPct val="150000"/>
              </a:lnSpc>
              <a:spcBef>
                <a:spcPts val="0"/>
              </a:spcBef>
              <a:spcAft>
                <a:spcPts val="0"/>
              </a:spcAft>
              <a:buClr>
                <a:srgbClr val="475569"/>
              </a:buClr>
              <a:buSzPts val="1000"/>
              <a:buFont typeface="Plus Jakarta Sans"/>
              <a:buNone/>
            </a:pPr>
            <a:r>
              <a:rPr b="0" i="0" lang="en" sz="1000" u="none" cap="none" strike="noStrike">
                <a:solidFill>
                  <a:srgbClr val="475569"/>
                </a:solidFill>
                <a:latin typeface="Plus Jakarta Sans"/>
                <a:ea typeface="Plus Jakarta Sans"/>
                <a:cs typeface="Plus Jakarta Sans"/>
                <a:sym typeface="Plus Jakarta Sans"/>
              </a:rPr>
              <a:t>Presenta a las personas o áreas detrás del proyecto. Usa este espacio para contar quiénes son y qué los mueve.</a:t>
            </a:r>
            <a:endParaRPr b="0" i="0" sz="1000" u="none" cap="none" strike="noStrike">
              <a:solidFill>
                <a:schemeClr val="dk1"/>
              </a:solidFill>
              <a:latin typeface="Calibri"/>
              <a:ea typeface="Calibri"/>
              <a:cs typeface="Calibri"/>
              <a:sym typeface="Calibri"/>
            </a:endParaRPr>
          </a:p>
        </p:txBody>
      </p:sp>
      <p:sp>
        <p:nvSpPr>
          <p:cNvPr id="1074" name="Google Shape;1074;p51"/>
          <p:cNvSpPr/>
          <p:nvPr/>
        </p:nvSpPr>
        <p:spPr>
          <a:xfrm>
            <a:off x="4423433" y="0"/>
            <a:ext cx="1428750" cy="5143500"/>
          </a:xfrm>
          <a:prstGeom prst="rect">
            <a:avLst/>
          </a:prstGeom>
          <a:solidFill>
            <a:srgbClr val="437AE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75" name="Google Shape;1075;p51"/>
          <p:cNvSpPr/>
          <p:nvPr/>
        </p:nvSpPr>
        <p:spPr>
          <a:xfrm>
            <a:off x="4952070" y="1468040"/>
            <a:ext cx="371475" cy="371475"/>
          </a:xfrm>
          <a:prstGeom prst="roundRect">
            <a:avLst>
              <a:gd fmla="val 30769" name="adj"/>
            </a:avLst>
          </a:prstGeom>
          <a:solidFill>
            <a:srgbClr val="FFFFFF">
              <a:alpha val="1607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76" name="Google Shape;1076;p51"/>
          <p:cNvSpPr/>
          <p:nvPr/>
        </p:nvSpPr>
        <p:spPr>
          <a:xfrm>
            <a:off x="4914119" y="1906191"/>
            <a:ext cx="485478" cy="145256"/>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800"/>
              <a:buFont typeface="Plus Jakarta Sans"/>
              <a:buNone/>
            </a:pPr>
            <a:r>
              <a:rPr b="1" i="0" lang="en" sz="800" u="none" cap="none" strike="noStrike">
                <a:solidFill>
                  <a:srgbClr val="FFFFFF"/>
                </a:solidFill>
                <a:latin typeface="Plus Jakarta Sans"/>
                <a:ea typeface="Plus Jakarta Sans"/>
                <a:cs typeface="Plus Jakarta Sans"/>
                <a:sym typeface="Plus Jakarta Sans"/>
              </a:rPr>
              <a:t>VENTAS</a:t>
            </a:r>
            <a:endParaRPr b="0" i="0" sz="800" u="none" cap="none" strike="noStrike">
              <a:solidFill>
                <a:schemeClr val="dk1"/>
              </a:solidFill>
              <a:latin typeface="Calibri"/>
              <a:ea typeface="Calibri"/>
              <a:cs typeface="Calibri"/>
              <a:sym typeface="Calibri"/>
            </a:endParaRPr>
          </a:p>
        </p:txBody>
      </p:sp>
      <p:sp>
        <p:nvSpPr>
          <p:cNvPr id="1077" name="Google Shape;1077;p51"/>
          <p:cNvSpPr/>
          <p:nvPr/>
        </p:nvSpPr>
        <p:spPr>
          <a:xfrm>
            <a:off x="4952070" y="2289572"/>
            <a:ext cx="371475" cy="371475"/>
          </a:xfrm>
          <a:prstGeom prst="roundRect">
            <a:avLst>
              <a:gd fmla="val 30769" name="adj"/>
            </a:avLst>
          </a:prstGeom>
          <a:solidFill>
            <a:srgbClr val="FFFFFF">
              <a:alpha val="1607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78" name="Google Shape;1078;p51"/>
          <p:cNvSpPr/>
          <p:nvPr/>
        </p:nvSpPr>
        <p:spPr>
          <a:xfrm>
            <a:off x="4861397" y="2727722"/>
            <a:ext cx="590922" cy="145256"/>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800"/>
              <a:buFont typeface="Plus Jakarta Sans"/>
              <a:buNone/>
            </a:pPr>
            <a:r>
              <a:rPr b="1" i="0" lang="en" sz="800" u="none" cap="none" strike="noStrike">
                <a:solidFill>
                  <a:srgbClr val="FFFFFF"/>
                </a:solidFill>
                <a:latin typeface="Plus Jakarta Sans"/>
                <a:ea typeface="Plus Jakarta Sans"/>
                <a:cs typeface="Plus Jakarta Sans"/>
                <a:sym typeface="Plus Jakarta Sans"/>
              </a:rPr>
              <a:t>SOPORTE</a:t>
            </a:r>
            <a:endParaRPr b="0" i="0" sz="800" u="none" cap="none" strike="noStrike">
              <a:solidFill>
                <a:schemeClr val="dk1"/>
              </a:solidFill>
              <a:latin typeface="Calibri"/>
              <a:ea typeface="Calibri"/>
              <a:cs typeface="Calibri"/>
              <a:sym typeface="Calibri"/>
            </a:endParaRPr>
          </a:p>
        </p:txBody>
      </p:sp>
      <p:sp>
        <p:nvSpPr>
          <p:cNvPr id="1079" name="Google Shape;1079;p51"/>
          <p:cNvSpPr/>
          <p:nvPr/>
        </p:nvSpPr>
        <p:spPr>
          <a:xfrm>
            <a:off x="4952033" y="3111103"/>
            <a:ext cx="371475" cy="371475"/>
          </a:xfrm>
          <a:prstGeom prst="roundRect">
            <a:avLst>
              <a:gd fmla="val 30769" name="adj"/>
            </a:avLst>
          </a:prstGeom>
          <a:solidFill>
            <a:srgbClr val="FFFFFF">
              <a:alpha val="1607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80" name="Google Shape;1080;p51"/>
          <p:cNvSpPr/>
          <p:nvPr/>
        </p:nvSpPr>
        <p:spPr>
          <a:xfrm>
            <a:off x="4713908" y="3549253"/>
            <a:ext cx="885862" cy="14525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FFFFFF"/>
              </a:buClr>
              <a:buSzPts val="800"/>
              <a:buFont typeface="Plus Jakarta Sans"/>
              <a:buNone/>
            </a:pPr>
            <a:r>
              <a:rPr b="1" i="0" lang="en" sz="800" u="none" cap="none" strike="noStrike">
                <a:solidFill>
                  <a:srgbClr val="FFFFFF"/>
                </a:solidFill>
                <a:latin typeface="Plus Jakarta Sans"/>
                <a:ea typeface="Plus Jakarta Sans"/>
                <a:cs typeface="Plus Jakarta Sans"/>
                <a:sym typeface="Plus Jakarta Sans"/>
              </a:rPr>
              <a:t>OPERACIONES</a:t>
            </a:r>
            <a:endParaRPr b="0" i="0" sz="800" u="none" cap="none" strike="noStrike">
              <a:solidFill>
                <a:schemeClr val="dk1"/>
              </a:solidFill>
              <a:latin typeface="Calibri"/>
              <a:ea typeface="Calibri"/>
              <a:cs typeface="Calibri"/>
              <a:sym typeface="Calibri"/>
            </a:endParaRPr>
          </a:p>
        </p:txBody>
      </p:sp>
      <p:pic>
        <p:nvPicPr>
          <p:cNvPr descr="preencoded.png" id="1081" name="Google Shape;1081;p51"/>
          <p:cNvPicPr preferRelativeResize="0"/>
          <p:nvPr/>
        </p:nvPicPr>
        <p:blipFill rotWithShape="1">
          <a:blip r:embed="rId4">
            <a:alphaModFix/>
          </a:blip>
          <a:srcRect b="0" l="0" r="0" t="0"/>
          <a:stretch/>
        </p:blipFill>
        <p:spPr>
          <a:xfrm>
            <a:off x="571500" y="4767263"/>
            <a:ext cx="664369" cy="128588"/>
          </a:xfrm>
          <a:prstGeom prst="rect">
            <a:avLst/>
          </a:prstGeom>
          <a:noFill/>
          <a:ln>
            <a:noFill/>
          </a:ln>
        </p:spPr>
      </p:pic>
      <p:sp>
        <p:nvSpPr>
          <p:cNvPr id="1082" name="Google Shape;1082;p51"/>
          <p:cNvSpPr/>
          <p:nvPr/>
        </p:nvSpPr>
        <p:spPr>
          <a:xfrm>
            <a:off x="5038973" y="2369613"/>
            <a:ext cx="211374" cy="211392"/>
          </a:xfrm>
          <a:custGeom>
            <a:rect b="b" l="l" r="r" t="t"/>
            <a:pathLst>
              <a:path extrusionOk="0" fill="none" h="2400" w="2400">
                <a:moveTo>
                  <a:pt x="1600" y="1100"/>
                </a:moveTo>
                <a:lnTo>
                  <a:pt x="1800" y="1300"/>
                </a:lnTo>
                <a:lnTo>
                  <a:pt x="2200" y="900"/>
                </a:lnTo>
                <a:moveTo>
                  <a:pt x="1600" y="2100"/>
                </a:moveTo>
                <a:lnTo>
                  <a:pt x="1600" y="1900"/>
                </a:lnTo>
                <a:lnTo>
                  <a:pt x="1598" y="1861"/>
                </a:lnTo>
                <a:lnTo>
                  <a:pt x="1592" y="1822"/>
                </a:lnTo>
                <a:lnTo>
                  <a:pt x="1583" y="1784"/>
                </a:lnTo>
                <a:lnTo>
                  <a:pt x="1570" y="1747"/>
                </a:lnTo>
                <a:lnTo>
                  <a:pt x="1553" y="1711"/>
                </a:lnTo>
                <a:lnTo>
                  <a:pt x="1533" y="1678"/>
                </a:lnTo>
                <a:lnTo>
                  <a:pt x="1509" y="1646"/>
                </a:lnTo>
                <a:lnTo>
                  <a:pt x="1483" y="1617"/>
                </a:lnTo>
                <a:lnTo>
                  <a:pt x="1454" y="1591"/>
                </a:lnTo>
                <a:lnTo>
                  <a:pt x="1422" y="1567"/>
                </a:lnTo>
                <a:lnTo>
                  <a:pt x="1389" y="1547"/>
                </a:lnTo>
                <a:lnTo>
                  <a:pt x="1353" y="1530"/>
                </a:lnTo>
                <a:lnTo>
                  <a:pt x="1316" y="1517"/>
                </a:lnTo>
                <a:lnTo>
                  <a:pt x="1278" y="1508"/>
                </a:lnTo>
                <a:lnTo>
                  <a:pt x="1239" y="1502"/>
                </a:lnTo>
                <a:lnTo>
                  <a:pt x="1200" y="1500"/>
                </a:lnTo>
                <a:lnTo>
                  <a:pt x="600" y="1500"/>
                </a:lnTo>
                <a:lnTo>
                  <a:pt x="561" y="1502"/>
                </a:lnTo>
                <a:lnTo>
                  <a:pt x="522" y="1508"/>
                </a:lnTo>
                <a:lnTo>
                  <a:pt x="484" y="1517"/>
                </a:lnTo>
                <a:lnTo>
                  <a:pt x="447" y="1530"/>
                </a:lnTo>
                <a:lnTo>
                  <a:pt x="411" y="1547"/>
                </a:lnTo>
                <a:lnTo>
                  <a:pt x="378" y="1567"/>
                </a:lnTo>
                <a:lnTo>
                  <a:pt x="346" y="1591"/>
                </a:lnTo>
                <a:lnTo>
                  <a:pt x="317" y="1617"/>
                </a:lnTo>
                <a:lnTo>
                  <a:pt x="291" y="1646"/>
                </a:lnTo>
                <a:lnTo>
                  <a:pt x="267" y="1678"/>
                </a:lnTo>
                <a:lnTo>
                  <a:pt x="247" y="1711"/>
                </a:lnTo>
                <a:lnTo>
                  <a:pt x="230" y="1747"/>
                </a:lnTo>
                <a:lnTo>
                  <a:pt x="217" y="1784"/>
                </a:lnTo>
                <a:lnTo>
                  <a:pt x="208" y="1822"/>
                </a:lnTo>
                <a:lnTo>
                  <a:pt x="202" y="1861"/>
                </a:lnTo>
                <a:lnTo>
                  <a:pt x="200" y="1900"/>
                </a:lnTo>
                <a:lnTo>
                  <a:pt x="200" y="2100"/>
                </a:lnTo>
                <a:moveTo>
                  <a:pt x="1300" y="700"/>
                </a:moveTo>
                <a:cubicBezTo>
                  <a:pt x="1300" y="921"/>
                  <a:pt x="1121" y="1100"/>
                  <a:pt x="900" y="1100"/>
                </a:cubicBezTo>
                <a:cubicBezTo>
                  <a:pt x="679" y="1100"/>
                  <a:pt x="500" y="921"/>
                  <a:pt x="500" y="700"/>
                </a:cubicBezTo>
                <a:cubicBezTo>
                  <a:pt x="500" y="479"/>
                  <a:pt x="679" y="300"/>
                  <a:pt x="900" y="300"/>
                </a:cubicBezTo>
                <a:cubicBezTo>
                  <a:pt x="1121" y="300"/>
                  <a:pt x="1300" y="479"/>
                  <a:pt x="1300" y="700"/>
                </a:cubicBezTo>
                <a:close/>
              </a:path>
            </a:pathLst>
          </a:custGeom>
          <a:noFill/>
          <a:ln cap="rnd" cmpd="sng" w="19050">
            <a:solidFill>
              <a:schemeClr val="lt1"/>
            </a:solidFill>
            <a:prstDash val="solid"/>
            <a:round/>
            <a:headEnd len="sm" w="sm" type="none"/>
            <a:tailEnd len="sm" w="sm" type="none"/>
          </a:ln>
        </p:spPr>
        <p:txBody>
          <a:bodyPr anchorCtr="0" anchor="t" bIns="28100" lIns="56300" spcFirstLastPara="1" rIns="56300" wrap="square" tIns="28100">
            <a:noAutofit/>
          </a:bodyPr>
          <a:lstStyle/>
          <a:p>
            <a:pPr indent="0" lvl="0" marL="0" marR="0" rtl="0" algn="l">
              <a:spcBef>
                <a:spcPts val="0"/>
              </a:spcBef>
              <a:spcAft>
                <a:spcPts val="0"/>
              </a:spcAft>
              <a:buNone/>
            </a:pPr>
            <a:r>
              <a:t/>
            </a:r>
            <a:endParaRPr sz="1149">
              <a:solidFill>
                <a:schemeClr val="dk1"/>
              </a:solidFill>
              <a:latin typeface="Calibri"/>
              <a:ea typeface="Calibri"/>
              <a:cs typeface="Calibri"/>
              <a:sym typeface="Calibri"/>
            </a:endParaRPr>
          </a:p>
        </p:txBody>
      </p:sp>
      <p:sp>
        <p:nvSpPr>
          <p:cNvPr id="1083" name="Google Shape;1083;p51"/>
          <p:cNvSpPr/>
          <p:nvPr/>
        </p:nvSpPr>
        <p:spPr>
          <a:xfrm>
            <a:off x="5026764" y="1560332"/>
            <a:ext cx="211374" cy="211356"/>
          </a:xfrm>
          <a:custGeom>
            <a:rect b="b" l="l" r="r" t="t"/>
            <a:pathLst>
              <a:path extrusionOk="0" fill="none" h="2400" w="2400">
                <a:moveTo>
                  <a:pt x="1100" y="1700"/>
                </a:moveTo>
                <a:lnTo>
                  <a:pt x="1300" y="1900"/>
                </a:lnTo>
                <a:lnTo>
                  <a:pt x="1332" y="1926"/>
                </a:lnTo>
                <a:lnTo>
                  <a:pt x="1369" y="1946"/>
                </a:lnTo>
                <a:lnTo>
                  <a:pt x="1409" y="1958"/>
                </a:lnTo>
                <a:lnTo>
                  <a:pt x="1450" y="1962"/>
                </a:lnTo>
                <a:lnTo>
                  <a:pt x="1491" y="1958"/>
                </a:lnTo>
                <a:lnTo>
                  <a:pt x="1531" y="1946"/>
                </a:lnTo>
                <a:lnTo>
                  <a:pt x="1568" y="1926"/>
                </a:lnTo>
                <a:lnTo>
                  <a:pt x="1600" y="1900"/>
                </a:lnTo>
                <a:lnTo>
                  <a:pt x="1626" y="1868"/>
                </a:lnTo>
                <a:lnTo>
                  <a:pt x="1646" y="1831"/>
                </a:lnTo>
                <a:lnTo>
                  <a:pt x="1658" y="1791"/>
                </a:lnTo>
                <a:lnTo>
                  <a:pt x="1662" y="1750"/>
                </a:lnTo>
                <a:lnTo>
                  <a:pt x="1658" y="1709"/>
                </a:lnTo>
                <a:lnTo>
                  <a:pt x="1646" y="1669"/>
                </a:lnTo>
                <a:lnTo>
                  <a:pt x="1626" y="1632"/>
                </a:lnTo>
                <a:lnTo>
                  <a:pt x="1600" y="1600"/>
                </a:lnTo>
                <a:moveTo>
                  <a:pt x="1400" y="1400"/>
                </a:moveTo>
                <a:lnTo>
                  <a:pt x="1650" y="1650"/>
                </a:lnTo>
                <a:lnTo>
                  <a:pt x="1682" y="1676"/>
                </a:lnTo>
                <a:lnTo>
                  <a:pt x="1719" y="1696"/>
                </a:lnTo>
                <a:lnTo>
                  <a:pt x="1759" y="1708"/>
                </a:lnTo>
                <a:lnTo>
                  <a:pt x="1800" y="1712"/>
                </a:lnTo>
                <a:lnTo>
                  <a:pt x="1841" y="1708"/>
                </a:lnTo>
                <a:lnTo>
                  <a:pt x="1881" y="1696"/>
                </a:lnTo>
                <a:lnTo>
                  <a:pt x="1918" y="1676"/>
                </a:lnTo>
                <a:lnTo>
                  <a:pt x="1950" y="1650"/>
                </a:lnTo>
                <a:lnTo>
                  <a:pt x="1976" y="1618"/>
                </a:lnTo>
                <a:lnTo>
                  <a:pt x="1996" y="1581"/>
                </a:lnTo>
                <a:lnTo>
                  <a:pt x="2008" y="1541"/>
                </a:lnTo>
                <a:lnTo>
                  <a:pt x="2012" y="1500"/>
                </a:lnTo>
                <a:lnTo>
                  <a:pt x="2008" y="1459"/>
                </a:lnTo>
                <a:lnTo>
                  <a:pt x="1996" y="1419"/>
                </a:lnTo>
                <a:lnTo>
                  <a:pt x="1976" y="1382"/>
                </a:lnTo>
                <a:lnTo>
                  <a:pt x="1950" y="1350"/>
                </a:lnTo>
                <a:lnTo>
                  <a:pt x="1562" y="962"/>
                </a:lnTo>
                <a:lnTo>
                  <a:pt x="1540" y="942"/>
                </a:lnTo>
                <a:lnTo>
                  <a:pt x="1517" y="925"/>
                </a:lnTo>
                <a:lnTo>
                  <a:pt x="1491" y="910"/>
                </a:lnTo>
                <a:lnTo>
                  <a:pt x="1465" y="897"/>
                </a:lnTo>
                <a:lnTo>
                  <a:pt x="1437" y="887"/>
                </a:lnTo>
                <a:lnTo>
                  <a:pt x="1408" y="880"/>
                </a:lnTo>
                <a:lnTo>
                  <a:pt x="1379" y="876"/>
                </a:lnTo>
                <a:lnTo>
                  <a:pt x="1350" y="874"/>
                </a:lnTo>
                <a:lnTo>
                  <a:pt x="1321" y="876"/>
                </a:lnTo>
                <a:lnTo>
                  <a:pt x="1292" y="880"/>
                </a:lnTo>
                <a:lnTo>
                  <a:pt x="1263" y="887"/>
                </a:lnTo>
                <a:lnTo>
                  <a:pt x="1235" y="897"/>
                </a:lnTo>
                <a:lnTo>
                  <a:pt x="1209" y="910"/>
                </a:lnTo>
                <a:lnTo>
                  <a:pt x="1183" y="925"/>
                </a:lnTo>
                <a:lnTo>
                  <a:pt x="1160" y="942"/>
                </a:lnTo>
                <a:lnTo>
                  <a:pt x="1138" y="962"/>
                </a:lnTo>
                <a:lnTo>
                  <a:pt x="1050" y="1050"/>
                </a:lnTo>
                <a:lnTo>
                  <a:pt x="1018" y="1076"/>
                </a:lnTo>
                <a:lnTo>
                  <a:pt x="981" y="1096"/>
                </a:lnTo>
                <a:lnTo>
                  <a:pt x="941" y="1108"/>
                </a:lnTo>
                <a:lnTo>
                  <a:pt x="900" y="1112"/>
                </a:lnTo>
                <a:lnTo>
                  <a:pt x="859" y="1108"/>
                </a:lnTo>
                <a:lnTo>
                  <a:pt x="819" y="1096"/>
                </a:lnTo>
                <a:lnTo>
                  <a:pt x="782" y="1076"/>
                </a:lnTo>
                <a:lnTo>
                  <a:pt x="750" y="1050"/>
                </a:lnTo>
                <a:lnTo>
                  <a:pt x="724" y="1018"/>
                </a:lnTo>
                <a:lnTo>
                  <a:pt x="704" y="981"/>
                </a:lnTo>
                <a:lnTo>
                  <a:pt x="692" y="941"/>
                </a:lnTo>
                <a:lnTo>
                  <a:pt x="688" y="900"/>
                </a:lnTo>
                <a:lnTo>
                  <a:pt x="692" y="859"/>
                </a:lnTo>
                <a:lnTo>
                  <a:pt x="704" y="819"/>
                </a:lnTo>
                <a:lnTo>
                  <a:pt x="724" y="782"/>
                </a:lnTo>
                <a:lnTo>
                  <a:pt x="750" y="750"/>
                </a:lnTo>
                <a:lnTo>
                  <a:pt x="1031" y="469"/>
                </a:lnTo>
                <a:lnTo>
                  <a:pt x="1066" y="437"/>
                </a:lnTo>
                <a:lnTo>
                  <a:pt x="1104" y="407"/>
                </a:lnTo>
                <a:lnTo>
                  <a:pt x="1144" y="381"/>
                </a:lnTo>
                <a:lnTo>
                  <a:pt x="1186" y="358"/>
                </a:lnTo>
                <a:lnTo>
                  <a:pt x="1230" y="339"/>
                </a:lnTo>
                <a:lnTo>
                  <a:pt x="1275" y="324"/>
                </a:lnTo>
                <a:lnTo>
                  <a:pt x="1322" y="312"/>
                </a:lnTo>
                <a:lnTo>
                  <a:pt x="1369" y="304"/>
                </a:lnTo>
                <a:lnTo>
                  <a:pt x="1417" y="300"/>
                </a:lnTo>
                <a:lnTo>
                  <a:pt x="1465" y="300"/>
                </a:lnTo>
                <a:lnTo>
                  <a:pt x="1512" y="305"/>
                </a:lnTo>
                <a:lnTo>
                  <a:pt x="1560" y="312"/>
                </a:lnTo>
                <a:lnTo>
                  <a:pt x="1606" y="324"/>
                </a:lnTo>
                <a:lnTo>
                  <a:pt x="1651" y="340"/>
                </a:lnTo>
                <a:lnTo>
                  <a:pt x="1695" y="359"/>
                </a:lnTo>
                <a:lnTo>
                  <a:pt x="1737" y="382"/>
                </a:lnTo>
                <a:lnTo>
                  <a:pt x="1784" y="410"/>
                </a:lnTo>
                <a:lnTo>
                  <a:pt x="1792" y="415"/>
                </a:lnTo>
                <a:lnTo>
                  <a:pt x="1800" y="419"/>
                </a:lnTo>
                <a:lnTo>
                  <a:pt x="1809" y="423"/>
                </a:lnTo>
                <a:lnTo>
                  <a:pt x="1817" y="426"/>
                </a:lnTo>
                <a:lnTo>
                  <a:pt x="1826" y="429"/>
                </a:lnTo>
                <a:lnTo>
                  <a:pt x="1835" y="432"/>
                </a:lnTo>
                <a:lnTo>
                  <a:pt x="1844" y="434"/>
                </a:lnTo>
                <a:lnTo>
                  <a:pt x="1853" y="436"/>
                </a:lnTo>
                <a:lnTo>
                  <a:pt x="1862" y="437"/>
                </a:lnTo>
                <a:lnTo>
                  <a:pt x="1871" y="438"/>
                </a:lnTo>
                <a:lnTo>
                  <a:pt x="1880" y="439"/>
                </a:lnTo>
                <a:lnTo>
                  <a:pt x="1889" y="439"/>
                </a:lnTo>
                <a:lnTo>
                  <a:pt x="1899" y="438"/>
                </a:lnTo>
                <a:lnTo>
                  <a:pt x="1908" y="438"/>
                </a:lnTo>
                <a:lnTo>
                  <a:pt x="1917" y="437"/>
                </a:lnTo>
                <a:lnTo>
                  <a:pt x="1926" y="435"/>
                </a:lnTo>
                <a:lnTo>
                  <a:pt x="2100" y="400"/>
                </a:lnTo>
                <a:moveTo>
                  <a:pt x="2100" y="300"/>
                </a:moveTo>
                <a:lnTo>
                  <a:pt x="2200" y="1400"/>
                </a:lnTo>
                <a:lnTo>
                  <a:pt x="2000" y="1400"/>
                </a:lnTo>
                <a:moveTo>
                  <a:pt x="300" y="300"/>
                </a:moveTo>
                <a:lnTo>
                  <a:pt x="200" y="1400"/>
                </a:lnTo>
                <a:lnTo>
                  <a:pt x="850" y="2050"/>
                </a:lnTo>
                <a:lnTo>
                  <a:pt x="882" y="2076"/>
                </a:lnTo>
                <a:lnTo>
                  <a:pt x="919" y="2096"/>
                </a:lnTo>
                <a:lnTo>
                  <a:pt x="959" y="2108"/>
                </a:lnTo>
                <a:lnTo>
                  <a:pt x="1000" y="2112"/>
                </a:lnTo>
                <a:lnTo>
                  <a:pt x="1041" y="2108"/>
                </a:lnTo>
                <a:lnTo>
                  <a:pt x="1081" y="2096"/>
                </a:lnTo>
                <a:lnTo>
                  <a:pt x="1118" y="2076"/>
                </a:lnTo>
                <a:lnTo>
                  <a:pt x="1150" y="2050"/>
                </a:lnTo>
                <a:lnTo>
                  <a:pt x="1176" y="2018"/>
                </a:lnTo>
                <a:lnTo>
                  <a:pt x="1196" y="1981"/>
                </a:lnTo>
                <a:lnTo>
                  <a:pt x="1208" y="1941"/>
                </a:lnTo>
                <a:lnTo>
                  <a:pt x="1212" y="1900"/>
                </a:lnTo>
                <a:lnTo>
                  <a:pt x="1208" y="1859"/>
                </a:lnTo>
                <a:lnTo>
                  <a:pt x="1196" y="1819"/>
                </a:lnTo>
                <a:lnTo>
                  <a:pt x="1176" y="1782"/>
                </a:lnTo>
                <a:lnTo>
                  <a:pt x="1150" y="1750"/>
                </a:lnTo>
                <a:moveTo>
                  <a:pt x="300" y="400"/>
                </a:moveTo>
                <a:lnTo>
                  <a:pt x="1100" y="400"/>
                </a:lnTo>
              </a:path>
            </a:pathLst>
          </a:custGeom>
          <a:noFill/>
          <a:ln cap="rnd" cmpd="sng" w="19050">
            <a:solidFill>
              <a:schemeClr val="lt1"/>
            </a:solidFill>
            <a:prstDash val="solid"/>
            <a:round/>
            <a:headEnd len="sm" w="sm" type="none"/>
            <a:tailEnd len="sm" w="sm" type="none"/>
          </a:ln>
        </p:spPr>
        <p:txBody>
          <a:bodyPr anchorCtr="0" anchor="t" bIns="28100" lIns="56300" spcFirstLastPara="1" rIns="56300" wrap="square" tIns="28100">
            <a:noAutofit/>
          </a:bodyPr>
          <a:lstStyle/>
          <a:p>
            <a:pPr indent="0" lvl="0" marL="0" marR="0" rtl="0" algn="l">
              <a:spcBef>
                <a:spcPts val="0"/>
              </a:spcBef>
              <a:spcAft>
                <a:spcPts val="0"/>
              </a:spcAft>
              <a:buNone/>
            </a:pPr>
            <a:r>
              <a:t/>
            </a:r>
            <a:endParaRPr sz="1149">
              <a:solidFill>
                <a:schemeClr val="dk1"/>
              </a:solidFill>
              <a:latin typeface="Calibri"/>
              <a:ea typeface="Calibri"/>
              <a:cs typeface="Calibri"/>
              <a:sym typeface="Calibri"/>
            </a:endParaRPr>
          </a:p>
        </p:txBody>
      </p:sp>
      <p:sp>
        <p:nvSpPr>
          <p:cNvPr id="1084" name="Google Shape;1084;p51"/>
          <p:cNvSpPr/>
          <p:nvPr/>
        </p:nvSpPr>
        <p:spPr>
          <a:xfrm>
            <a:off x="5032079" y="3191158"/>
            <a:ext cx="211374" cy="211356"/>
          </a:xfrm>
          <a:custGeom>
            <a:rect b="b" l="l" r="r" t="t"/>
            <a:pathLst>
              <a:path extrusionOk="0" fill="none" h="2400" w="2400">
                <a:moveTo>
                  <a:pt x="2000" y="1300"/>
                </a:moveTo>
                <a:cubicBezTo>
                  <a:pt x="2000" y="1800"/>
                  <a:pt x="1650" y="2050"/>
                  <a:pt x="1234" y="2195"/>
                </a:cubicBezTo>
                <a:lnTo>
                  <a:pt x="1230" y="2196"/>
                </a:lnTo>
                <a:lnTo>
                  <a:pt x="1226" y="2197"/>
                </a:lnTo>
                <a:lnTo>
                  <a:pt x="1222" y="2198"/>
                </a:lnTo>
                <a:lnTo>
                  <a:pt x="1217" y="2199"/>
                </a:lnTo>
                <a:lnTo>
                  <a:pt x="1213" y="2200"/>
                </a:lnTo>
                <a:lnTo>
                  <a:pt x="1209" y="2200"/>
                </a:lnTo>
                <a:lnTo>
                  <a:pt x="1205" y="2200"/>
                </a:lnTo>
                <a:lnTo>
                  <a:pt x="1200" y="2200"/>
                </a:lnTo>
                <a:lnTo>
                  <a:pt x="1196" y="2200"/>
                </a:lnTo>
                <a:lnTo>
                  <a:pt x="1192" y="2200"/>
                </a:lnTo>
                <a:lnTo>
                  <a:pt x="1188" y="2199"/>
                </a:lnTo>
                <a:lnTo>
                  <a:pt x="1183" y="2199"/>
                </a:lnTo>
                <a:lnTo>
                  <a:pt x="1179" y="2198"/>
                </a:lnTo>
                <a:lnTo>
                  <a:pt x="1175" y="2197"/>
                </a:lnTo>
                <a:lnTo>
                  <a:pt x="1171" y="2195"/>
                </a:lnTo>
                <a:lnTo>
                  <a:pt x="1167" y="2194"/>
                </a:lnTo>
                <a:cubicBezTo>
                  <a:pt x="750" y="2050"/>
                  <a:pt x="400" y="1800"/>
                  <a:pt x="400" y="1300"/>
                </a:cubicBezTo>
                <a:lnTo>
                  <a:pt x="400" y="600"/>
                </a:lnTo>
                <a:lnTo>
                  <a:pt x="400" y="590"/>
                </a:lnTo>
                <a:lnTo>
                  <a:pt x="402" y="580"/>
                </a:lnTo>
                <a:lnTo>
                  <a:pt x="404" y="571"/>
                </a:lnTo>
                <a:lnTo>
                  <a:pt x="408" y="562"/>
                </a:lnTo>
                <a:lnTo>
                  <a:pt x="412" y="553"/>
                </a:lnTo>
                <a:lnTo>
                  <a:pt x="417" y="544"/>
                </a:lnTo>
                <a:lnTo>
                  <a:pt x="423" y="537"/>
                </a:lnTo>
                <a:lnTo>
                  <a:pt x="429" y="529"/>
                </a:lnTo>
                <a:lnTo>
                  <a:pt x="437" y="523"/>
                </a:lnTo>
                <a:lnTo>
                  <a:pt x="444" y="517"/>
                </a:lnTo>
                <a:lnTo>
                  <a:pt x="453" y="512"/>
                </a:lnTo>
                <a:lnTo>
                  <a:pt x="462" y="508"/>
                </a:lnTo>
                <a:lnTo>
                  <a:pt x="471" y="504"/>
                </a:lnTo>
                <a:lnTo>
                  <a:pt x="480" y="502"/>
                </a:lnTo>
                <a:lnTo>
                  <a:pt x="490" y="500"/>
                </a:lnTo>
                <a:lnTo>
                  <a:pt x="500" y="500"/>
                </a:lnTo>
                <a:cubicBezTo>
                  <a:pt x="700" y="500"/>
                  <a:pt x="950" y="380"/>
                  <a:pt x="1124" y="228"/>
                </a:cubicBezTo>
                <a:lnTo>
                  <a:pt x="1132" y="222"/>
                </a:lnTo>
                <a:lnTo>
                  <a:pt x="1141" y="216"/>
                </a:lnTo>
                <a:lnTo>
                  <a:pt x="1150" y="211"/>
                </a:lnTo>
                <a:lnTo>
                  <a:pt x="1159" y="207"/>
                </a:lnTo>
                <a:lnTo>
                  <a:pt x="1169" y="204"/>
                </a:lnTo>
                <a:lnTo>
                  <a:pt x="1179" y="202"/>
                </a:lnTo>
                <a:lnTo>
                  <a:pt x="1190" y="200"/>
                </a:lnTo>
                <a:lnTo>
                  <a:pt x="1200" y="200"/>
                </a:lnTo>
                <a:lnTo>
                  <a:pt x="1210" y="200"/>
                </a:lnTo>
                <a:lnTo>
                  <a:pt x="1221" y="202"/>
                </a:lnTo>
                <a:lnTo>
                  <a:pt x="1231" y="204"/>
                </a:lnTo>
                <a:lnTo>
                  <a:pt x="1241" y="207"/>
                </a:lnTo>
                <a:lnTo>
                  <a:pt x="1250" y="211"/>
                </a:lnTo>
                <a:lnTo>
                  <a:pt x="1259" y="216"/>
                </a:lnTo>
                <a:lnTo>
                  <a:pt x="1268" y="222"/>
                </a:lnTo>
                <a:lnTo>
                  <a:pt x="1276" y="228"/>
                </a:lnTo>
                <a:cubicBezTo>
                  <a:pt x="1451" y="381"/>
                  <a:pt x="1700" y="500"/>
                  <a:pt x="1900" y="500"/>
                </a:cubicBezTo>
                <a:lnTo>
                  <a:pt x="1910" y="500"/>
                </a:lnTo>
                <a:lnTo>
                  <a:pt x="1920" y="502"/>
                </a:lnTo>
                <a:lnTo>
                  <a:pt x="1929" y="504"/>
                </a:lnTo>
                <a:lnTo>
                  <a:pt x="1938" y="508"/>
                </a:lnTo>
                <a:lnTo>
                  <a:pt x="1947" y="512"/>
                </a:lnTo>
                <a:lnTo>
                  <a:pt x="1956" y="517"/>
                </a:lnTo>
                <a:lnTo>
                  <a:pt x="1963" y="523"/>
                </a:lnTo>
                <a:lnTo>
                  <a:pt x="1971" y="529"/>
                </a:lnTo>
                <a:lnTo>
                  <a:pt x="1977" y="537"/>
                </a:lnTo>
                <a:lnTo>
                  <a:pt x="1983" y="544"/>
                </a:lnTo>
                <a:lnTo>
                  <a:pt x="1988" y="553"/>
                </a:lnTo>
                <a:lnTo>
                  <a:pt x="1992" y="562"/>
                </a:lnTo>
                <a:lnTo>
                  <a:pt x="1996" y="571"/>
                </a:lnTo>
                <a:lnTo>
                  <a:pt x="1998" y="580"/>
                </a:lnTo>
                <a:lnTo>
                  <a:pt x="2000" y="590"/>
                </a:lnTo>
                <a:lnTo>
                  <a:pt x="2000" y="600"/>
                </a:lnTo>
                <a:lnTo>
                  <a:pt x="2000" y="1300"/>
                </a:lnTo>
                <a:moveTo>
                  <a:pt x="900" y="1200"/>
                </a:moveTo>
                <a:lnTo>
                  <a:pt x="1100" y="1400"/>
                </a:lnTo>
                <a:lnTo>
                  <a:pt x="1500" y="1000"/>
                </a:lnTo>
              </a:path>
            </a:pathLst>
          </a:custGeom>
          <a:noFill/>
          <a:ln cap="rnd" cmpd="sng" w="19050">
            <a:solidFill>
              <a:schemeClr val="lt1"/>
            </a:solidFill>
            <a:prstDash val="solid"/>
            <a:round/>
            <a:headEnd len="sm" w="sm" type="none"/>
            <a:tailEnd len="sm" w="sm" type="none"/>
          </a:ln>
        </p:spPr>
        <p:txBody>
          <a:bodyPr anchorCtr="0" anchor="t" bIns="28100" lIns="56300" spcFirstLastPara="1" rIns="56300" wrap="square" tIns="28100">
            <a:noAutofit/>
          </a:bodyPr>
          <a:lstStyle/>
          <a:p>
            <a:pPr indent="0" lvl="0" marL="0" marR="0" rtl="0" algn="l">
              <a:spcBef>
                <a:spcPts val="0"/>
              </a:spcBef>
              <a:spcAft>
                <a:spcPts val="0"/>
              </a:spcAft>
              <a:buNone/>
            </a:pPr>
            <a:r>
              <a:t/>
            </a:r>
            <a:endParaRPr sz="1149">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9" name="Shape 1089"/>
        <p:cNvGrpSpPr/>
        <p:nvPr/>
      </p:nvGrpSpPr>
      <p:grpSpPr>
        <a:xfrm>
          <a:off x="0" y="0"/>
          <a:ext cx="0" cy="0"/>
          <a:chOff x="0" y="0"/>
          <a:chExt cx="0" cy="0"/>
        </a:xfrm>
      </p:grpSpPr>
      <p:sp>
        <p:nvSpPr>
          <p:cNvPr id="1090" name="Google Shape;1090;p52"/>
          <p:cNvSpPr/>
          <p:nvPr/>
        </p:nvSpPr>
        <p:spPr>
          <a:xfrm>
            <a:off x="7750746" y="457200"/>
            <a:ext cx="821754" cy="285750"/>
          </a:xfrm>
          <a:prstGeom prst="rect">
            <a:avLst/>
          </a:prstGeom>
          <a:noFill/>
          <a:ln>
            <a:noFill/>
          </a:ln>
        </p:spPr>
        <p:txBody>
          <a:bodyPr anchorCtr="0" anchor="t" bIns="12700" lIns="12700" spcFirstLastPara="1" rIns="12700" wrap="square" tIns="12700">
            <a:noAutofit/>
          </a:bodyPr>
          <a:lstStyle/>
          <a:p>
            <a:pPr indent="0" lvl="0" marL="0" marR="0" rtl="0" algn="r">
              <a:lnSpc>
                <a:spcPct val="140000"/>
              </a:lnSpc>
              <a:spcBef>
                <a:spcPts val="0"/>
              </a:spcBef>
              <a:spcAft>
                <a:spcPts val="0"/>
              </a:spcAft>
              <a:buClr>
                <a:srgbClr val="94A3B8"/>
              </a:buClr>
              <a:buSzPts val="800"/>
              <a:buFont typeface="Plus Jakarta Sans"/>
              <a:buNone/>
            </a:pPr>
            <a:r>
              <a:rPr b="1" i="0" lang="en" sz="800" u="none" cap="none" strike="noStrike">
                <a:solidFill>
                  <a:srgbClr val="94A3B8"/>
                </a:solidFill>
                <a:latin typeface="Plus Jakarta Sans"/>
                <a:ea typeface="Plus Jakarta Sans"/>
                <a:cs typeface="Plus Jakarta Sans"/>
                <a:sym typeface="Plus Jakarta Sans"/>
              </a:rPr>
              <a:t>Nombre Apellido </a:t>
            </a:r>
            <a:r>
              <a:rPr b="1" i="0" lang="en" sz="800" u="none" cap="none" strike="noStrike">
                <a:solidFill>
                  <a:srgbClr val="437AEF"/>
                </a:solidFill>
                <a:latin typeface="Plus Jakarta Sans"/>
                <a:ea typeface="Plus Jakarta Sans"/>
                <a:cs typeface="Plus Jakarta Sans"/>
                <a:sym typeface="Plus Jakarta Sans"/>
              </a:rPr>
              <a:t>Empresa</a:t>
            </a:r>
            <a:endParaRPr b="0" i="0" sz="800" u="none" cap="none" strike="noStrike">
              <a:solidFill>
                <a:schemeClr val="dk1"/>
              </a:solidFill>
              <a:latin typeface="Calibri"/>
              <a:ea typeface="Calibri"/>
              <a:cs typeface="Calibri"/>
              <a:sym typeface="Calibri"/>
            </a:endParaRPr>
          </a:p>
        </p:txBody>
      </p:sp>
      <p:sp>
        <p:nvSpPr>
          <p:cNvPr id="1091" name="Google Shape;1091;p52"/>
          <p:cNvSpPr/>
          <p:nvPr/>
        </p:nvSpPr>
        <p:spPr>
          <a:xfrm>
            <a:off x="571500" y="1512243"/>
            <a:ext cx="4120477" cy="436810"/>
          </a:xfrm>
          <a:prstGeom prst="rect">
            <a:avLst/>
          </a:prstGeom>
          <a:noFill/>
          <a:ln>
            <a:noFill/>
          </a:ln>
        </p:spPr>
        <p:txBody>
          <a:bodyPr anchorCtr="0" anchor="t" bIns="12700" lIns="12700" spcFirstLastPara="1" rIns="12700" wrap="square" tIns="12700">
            <a:noAutofit/>
          </a:bodyPr>
          <a:lstStyle/>
          <a:p>
            <a:pPr indent="0" lvl="0" marL="0" marR="0" rtl="0" algn="l">
              <a:lnSpc>
                <a:spcPct val="102000"/>
              </a:lnSpc>
              <a:spcBef>
                <a:spcPts val="0"/>
              </a:spcBef>
              <a:spcAft>
                <a:spcPts val="0"/>
              </a:spcAft>
              <a:buClr>
                <a:srgbClr val="437AEF"/>
              </a:buClr>
              <a:buSzPts val="3200"/>
              <a:buFont typeface="Plus Jakarta Sans"/>
              <a:buNone/>
            </a:pPr>
            <a:r>
              <a:rPr b="1" i="0" lang="en" sz="3200" u="none" cap="none" strike="noStrike">
                <a:solidFill>
                  <a:srgbClr val="0A1C43"/>
                </a:solidFill>
                <a:latin typeface="Plus Jakarta Sans"/>
                <a:ea typeface="Plus Jakarta Sans"/>
                <a:cs typeface="Plus Jakarta Sans"/>
                <a:sym typeface="Plus Jakarta Sans"/>
              </a:rPr>
              <a:t>Quiénes somos</a:t>
            </a:r>
            <a:endParaRPr b="0" i="0" sz="3200" u="none" cap="none" strike="noStrike">
              <a:solidFill>
                <a:srgbClr val="0A1C43"/>
              </a:solidFill>
              <a:latin typeface="Calibri"/>
              <a:ea typeface="Calibri"/>
              <a:cs typeface="Calibri"/>
              <a:sym typeface="Calibri"/>
            </a:endParaRPr>
          </a:p>
        </p:txBody>
      </p:sp>
      <p:sp>
        <p:nvSpPr>
          <p:cNvPr id="1092" name="Google Shape;1092;p52"/>
          <p:cNvSpPr/>
          <p:nvPr/>
        </p:nvSpPr>
        <p:spPr>
          <a:xfrm>
            <a:off x="571500" y="2156124"/>
            <a:ext cx="3041400" cy="616800"/>
          </a:xfrm>
          <a:prstGeom prst="rect">
            <a:avLst/>
          </a:prstGeom>
          <a:noFill/>
          <a:ln>
            <a:noFill/>
          </a:ln>
        </p:spPr>
        <p:txBody>
          <a:bodyPr anchorCtr="0" anchor="t" bIns="12700" lIns="12700" spcFirstLastPara="1" rIns="12700" wrap="square" tIns="12700">
            <a:noAutofit/>
          </a:bodyPr>
          <a:lstStyle/>
          <a:p>
            <a:pPr indent="0" lvl="0" marL="0" marR="0" rtl="0" algn="l">
              <a:lnSpc>
                <a:spcPct val="115000"/>
              </a:lnSpc>
              <a:spcBef>
                <a:spcPts val="0"/>
              </a:spcBef>
              <a:spcAft>
                <a:spcPts val="0"/>
              </a:spcAft>
              <a:buClr>
                <a:srgbClr val="475569"/>
              </a:buClr>
              <a:buSzPts val="1000"/>
              <a:buFont typeface="Plus Jakarta Sans"/>
              <a:buNone/>
            </a:pPr>
            <a:r>
              <a:rPr b="0" i="0" lang="en" sz="1000" u="none" cap="none" strike="noStrike">
                <a:solidFill>
                  <a:srgbClr val="475569"/>
                </a:solidFill>
                <a:latin typeface="Plus Jakarta Sans"/>
                <a:ea typeface="Plus Jakarta Sans"/>
                <a:cs typeface="Plus Jakarta Sans"/>
                <a:sym typeface="Plus Jakarta Sans"/>
              </a:rPr>
              <a:t>Resume la identidad de tu empresa o equipo en un párrafo: a qué se dedican, qué los distingue y por qué importa.</a:t>
            </a:r>
            <a:endParaRPr b="0" i="0" sz="1000" u="none" cap="none" strike="noStrike">
              <a:solidFill>
                <a:schemeClr val="dk1"/>
              </a:solidFill>
              <a:latin typeface="Calibri"/>
              <a:ea typeface="Calibri"/>
              <a:cs typeface="Calibri"/>
              <a:sym typeface="Calibri"/>
            </a:endParaRPr>
          </a:p>
        </p:txBody>
      </p:sp>
      <p:sp>
        <p:nvSpPr>
          <p:cNvPr id="1093" name="Google Shape;1093;p52"/>
          <p:cNvSpPr/>
          <p:nvPr/>
        </p:nvSpPr>
        <p:spPr>
          <a:xfrm>
            <a:off x="571500" y="2842171"/>
            <a:ext cx="3048000" cy="617636"/>
          </a:xfrm>
          <a:prstGeom prst="roundRect">
            <a:avLst>
              <a:gd fmla="val 16964" name="adj"/>
            </a:avLst>
          </a:prstGeom>
          <a:solidFill>
            <a:srgbClr val="FFFFFF"/>
          </a:solidFill>
          <a:ln cap="flat" cmpd="sng" w="14275">
            <a:solidFill>
              <a:srgbClr val="D3DFFB"/>
            </a:solidFill>
            <a:prstDash val="solid"/>
            <a:round/>
            <a:headEnd len="sm" w="sm" type="none"/>
            <a:tailEnd len="sm" w="sm" type="none"/>
          </a:ln>
          <a:effectLst>
            <a:outerShdw blurRad="57150" rotWithShape="0" algn="bl" dir="5400000" dist="19050">
              <a:srgbClr val="0A1C43">
                <a:alpha val="5882"/>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94" name="Google Shape;1094;p52"/>
          <p:cNvSpPr/>
          <p:nvPr/>
        </p:nvSpPr>
        <p:spPr>
          <a:xfrm>
            <a:off x="740569" y="2998589"/>
            <a:ext cx="304800" cy="304800"/>
          </a:xfrm>
          <a:prstGeom prst="roundRect">
            <a:avLst>
              <a:gd fmla="val 31250" name="adj"/>
            </a:avLst>
          </a:prstGeom>
          <a:solidFill>
            <a:srgbClr val="E2EA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95" name="Google Shape;1095;p52"/>
          <p:cNvSpPr/>
          <p:nvPr/>
        </p:nvSpPr>
        <p:spPr>
          <a:xfrm>
            <a:off x="1159669" y="2992189"/>
            <a:ext cx="2359485" cy="336649"/>
          </a:xfrm>
          <a:prstGeom prst="rect">
            <a:avLst/>
          </a:prstGeom>
          <a:noFill/>
          <a:ln>
            <a:noFill/>
          </a:ln>
        </p:spPr>
        <p:txBody>
          <a:bodyPr anchorCtr="0" anchor="t" bIns="12700" lIns="12700" spcFirstLastPara="1" rIns="12700" wrap="square" tIns="12700">
            <a:noAutofit/>
          </a:bodyPr>
          <a:lstStyle/>
          <a:p>
            <a:pPr indent="0" lvl="0" marL="0" marR="0" rtl="0" algn="l">
              <a:lnSpc>
                <a:spcPct val="145000"/>
              </a:lnSpc>
              <a:spcBef>
                <a:spcPts val="0"/>
              </a:spcBef>
              <a:spcAft>
                <a:spcPts val="0"/>
              </a:spcAft>
              <a:buClr>
                <a:srgbClr val="475569"/>
              </a:buClr>
              <a:buSzPts val="900"/>
              <a:buFont typeface="Plus Jakarta Sans"/>
              <a:buNone/>
            </a:pPr>
            <a:r>
              <a:rPr b="0" i="0" lang="en" sz="900" u="none" cap="none" strike="noStrike">
                <a:solidFill>
                  <a:srgbClr val="475569"/>
                </a:solidFill>
                <a:latin typeface="Plus Jakarta Sans"/>
                <a:ea typeface="Plus Jakarta Sans"/>
                <a:cs typeface="Plus Jakarta Sans"/>
                <a:sym typeface="Plus Jakarta Sans"/>
              </a:rPr>
              <a:t>Un dato, cita o diferenciador clave que quieras resaltar dentro de esta tarjeta.</a:t>
            </a:r>
            <a:endParaRPr b="0" i="0" sz="900" u="none" cap="none" strike="noStrike">
              <a:solidFill>
                <a:schemeClr val="dk1"/>
              </a:solidFill>
              <a:latin typeface="Calibri"/>
              <a:ea typeface="Calibri"/>
              <a:cs typeface="Calibri"/>
              <a:sym typeface="Calibri"/>
            </a:endParaRPr>
          </a:p>
        </p:txBody>
      </p:sp>
      <p:sp>
        <p:nvSpPr>
          <p:cNvPr id="1096" name="Google Shape;1096;p52"/>
          <p:cNvSpPr/>
          <p:nvPr/>
        </p:nvSpPr>
        <p:spPr>
          <a:xfrm>
            <a:off x="4952963" y="1009650"/>
            <a:ext cx="3619500" cy="2952750"/>
          </a:xfrm>
          <a:prstGeom prst="roundRect">
            <a:avLst>
              <a:gd fmla="val 4516" name="adj"/>
            </a:avLst>
          </a:prstGeom>
          <a:noFill/>
          <a:ln>
            <a:noFill/>
          </a:ln>
          <a:effectLst>
            <a:outerShdw blurRad="571500" rotWithShape="0" algn="bl" dir="5400000" dist="228600">
              <a:srgbClr val="0A1C43">
                <a:alpha val="16078"/>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descr="preencoded.png" id="1097" name="Google Shape;1097;p52"/>
          <p:cNvPicPr preferRelativeResize="0"/>
          <p:nvPr/>
        </p:nvPicPr>
        <p:blipFill rotWithShape="1">
          <a:blip r:embed="rId3">
            <a:alphaModFix/>
          </a:blip>
          <a:srcRect b="0" l="11014" r="6911" t="0"/>
          <a:stretch/>
        </p:blipFill>
        <p:spPr>
          <a:xfrm>
            <a:off x="4826398" y="0"/>
            <a:ext cx="4317601" cy="5143500"/>
          </a:xfrm>
          <a:prstGeom prst="rect">
            <a:avLst/>
          </a:prstGeom>
          <a:noFill/>
          <a:ln>
            <a:noFill/>
          </a:ln>
        </p:spPr>
      </p:pic>
      <p:pic>
        <p:nvPicPr>
          <p:cNvPr descr="preencoded.png" id="1098" name="Google Shape;1098;p52"/>
          <p:cNvPicPr preferRelativeResize="0"/>
          <p:nvPr/>
        </p:nvPicPr>
        <p:blipFill rotWithShape="1">
          <a:blip r:embed="rId4">
            <a:alphaModFix/>
          </a:blip>
          <a:srcRect b="0" l="0" r="0" t="0"/>
          <a:stretch/>
        </p:blipFill>
        <p:spPr>
          <a:xfrm>
            <a:off x="571500" y="4767263"/>
            <a:ext cx="664369" cy="128588"/>
          </a:xfrm>
          <a:prstGeom prst="rect">
            <a:avLst/>
          </a:prstGeom>
          <a:noFill/>
          <a:ln>
            <a:noFill/>
          </a:ln>
        </p:spPr>
      </p:pic>
      <p:sp>
        <p:nvSpPr>
          <p:cNvPr id="1099" name="Google Shape;1099;p52"/>
          <p:cNvSpPr/>
          <p:nvPr/>
        </p:nvSpPr>
        <p:spPr>
          <a:xfrm>
            <a:off x="8466200" y="4777978"/>
            <a:ext cx="144401" cy="1262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94A3B8"/>
              </a:buClr>
              <a:buSzPts val="700"/>
              <a:buFont typeface="Plus Jakarta Sans"/>
              <a:buNone/>
            </a:pPr>
            <a:r>
              <a:rPr b="1" i="0" lang="en" sz="700" u="none" cap="none" strike="noStrike">
                <a:solidFill>
                  <a:srgbClr val="94A3B8"/>
                </a:solidFill>
                <a:latin typeface="Plus Jakarta Sans"/>
                <a:ea typeface="Plus Jakarta Sans"/>
                <a:cs typeface="Plus Jakarta Sans"/>
                <a:sym typeface="Plus Jakarta Sans"/>
              </a:rPr>
              <a:t>33</a:t>
            </a:r>
            <a:endParaRPr b="0" i="0" sz="700" u="none" cap="none" strike="noStrike">
              <a:solidFill>
                <a:schemeClr val="dk1"/>
              </a:solidFill>
              <a:latin typeface="Calibri"/>
              <a:ea typeface="Calibri"/>
              <a:cs typeface="Calibri"/>
              <a:sym typeface="Calibri"/>
            </a:endParaRPr>
          </a:p>
        </p:txBody>
      </p:sp>
      <p:sp>
        <p:nvSpPr>
          <p:cNvPr id="1100" name="Google Shape;1100;p52"/>
          <p:cNvSpPr/>
          <p:nvPr/>
        </p:nvSpPr>
        <p:spPr>
          <a:xfrm>
            <a:off x="784204" y="3054846"/>
            <a:ext cx="211374" cy="211356"/>
          </a:xfrm>
          <a:custGeom>
            <a:rect b="b" l="l" r="r" t="t"/>
            <a:pathLst>
              <a:path extrusionOk="0" fill="none" h="2400" w="2400">
                <a:moveTo>
                  <a:pt x="2000" y="1300"/>
                </a:moveTo>
                <a:cubicBezTo>
                  <a:pt x="2000" y="1800"/>
                  <a:pt x="1650" y="2050"/>
                  <a:pt x="1234" y="2195"/>
                </a:cubicBezTo>
                <a:lnTo>
                  <a:pt x="1230" y="2196"/>
                </a:lnTo>
                <a:lnTo>
                  <a:pt x="1226" y="2197"/>
                </a:lnTo>
                <a:lnTo>
                  <a:pt x="1222" y="2198"/>
                </a:lnTo>
                <a:lnTo>
                  <a:pt x="1217" y="2199"/>
                </a:lnTo>
                <a:lnTo>
                  <a:pt x="1213" y="2200"/>
                </a:lnTo>
                <a:lnTo>
                  <a:pt x="1209" y="2200"/>
                </a:lnTo>
                <a:lnTo>
                  <a:pt x="1205" y="2200"/>
                </a:lnTo>
                <a:lnTo>
                  <a:pt x="1200" y="2200"/>
                </a:lnTo>
                <a:lnTo>
                  <a:pt x="1196" y="2200"/>
                </a:lnTo>
                <a:lnTo>
                  <a:pt x="1192" y="2200"/>
                </a:lnTo>
                <a:lnTo>
                  <a:pt x="1188" y="2199"/>
                </a:lnTo>
                <a:lnTo>
                  <a:pt x="1183" y="2199"/>
                </a:lnTo>
                <a:lnTo>
                  <a:pt x="1179" y="2198"/>
                </a:lnTo>
                <a:lnTo>
                  <a:pt x="1175" y="2197"/>
                </a:lnTo>
                <a:lnTo>
                  <a:pt x="1171" y="2195"/>
                </a:lnTo>
                <a:lnTo>
                  <a:pt x="1167" y="2194"/>
                </a:lnTo>
                <a:cubicBezTo>
                  <a:pt x="750" y="2050"/>
                  <a:pt x="400" y="1800"/>
                  <a:pt x="400" y="1300"/>
                </a:cubicBezTo>
                <a:lnTo>
                  <a:pt x="400" y="600"/>
                </a:lnTo>
                <a:lnTo>
                  <a:pt x="400" y="590"/>
                </a:lnTo>
                <a:lnTo>
                  <a:pt x="402" y="580"/>
                </a:lnTo>
                <a:lnTo>
                  <a:pt x="404" y="571"/>
                </a:lnTo>
                <a:lnTo>
                  <a:pt x="408" y="562"/>
                </a:lnTo>
                <a:lnTo>
                  <a:pt x="412" y="553"/>
                </a:lnTo>
                <a:lnTo>
                  <a:pt x="417" y="544"/>
                </a:lnTo>
                <a:lnTo>
                  <a:pt x="423" y="537"/>
                </a:lnTo>
                <a:lnTo>
                  <a:pt x="429" y="529"/>
                </a:lnTo>
                <a:lnTo>
                  <a:pt x="437" y="523"/>
                </a:lnTo>
                <a:lnTo>
                  <a:pt x="444" y="517"/>
                </a:lnTo>
                <a:lnTo>
                  <a:pt x="453" y="512"/>
                </a:lnTo>
                <a:lnTo>
                  <a:pt x="462" y="508"/>
                </a:lnTo>
                <a:lnTo>
                  <a:pt x="471" y="504"/>
                </a:lnTo>
                <a:lnTo>
                  <a:pt x="480" y="502"/>
                </a:lnTo>
                <a:lnTo>
                  <a:pt x="490" y="500"/>
                </a:lnTo>
                <a:lnTo>
                  <a:pt x="500" y="500"/>
                </a:lnTo>
                <a:cubicBezTo>
                  <a:pt x="700" y="500"/>
                  <a:pt x="950" y="380"/>
                  <a:pt x="1124" y="228"/>
                </a:cubicBezTo>
                <a:lnTo>
                  <a:pt x="1132" y="222"/>
                </a:lnTo>
                <a:lnTo>
                  <a:pt x="1141" y="216"/>
                </a:lnTo>
                <a:lnTo>
                  <a:pt x="1150" y="211"/>
                </a:lnTo>
                <a:lnTo>
                  <a:pt x="1159" y="207"/>
                </a:lnTo>
                <a:lnTo>
                  <a:pt x="1169" y="204"/>
                </a:lnTo>
                <a:lnTo>
                  <a:pt x="1179" y="202"/>
                </a:lnTo>
                <a:lnTo>
                  <a:pt x="1190" y="200"/>
                </a:lnTo>
                <a:lnTo>
                  <a:pt x="1200" y="200"/>
                </a:lnTo>
                <a:lnTo>
                  <a:pt x="1210" y="200"/>
                </a:lnTo>
                <a:lnTo>
                  <a:pt x="1221" y="202"/>
                </a:lnTo>
                <a:lnTo>
                  <a:pt x="1231" y="204"/>
                </a:lnTo>
                <a:lnTo>
                  <a:pt x="1241" y="207"/>
                </a:lnTo>
                <a:lnTo>
                  <a:pt x="1250" y="211"/>
                </a:lnTo>
                <a:lnTo>
                  <a:pt x="1259" y="216"/>
                </a:lnTo>
                <a:lnTo>
                  <a:pt x="1268" y="222"/>
                </a:lnTo>
                <a:lnTo>
                  <a:pt x="1276" y="228"/>
                </a:lnTo>
                <a:cubicBezTo>
                  <a:pt x="1451" y="381"/>
                  <a:pt x="1700" y="500"/>
                  <a:pt x="1900" y="500"/>
                </a:cubicBezTo>
                <a:lnTo>
                  <a:pt x="1910" y="500"/>
                </a:lnTo>
                <a:lnTo>
                  <a:pt x="1920" y="502"/>
                </a:lnTo>
                <a:lnTo>
                  <a:pt x="1929" y="504"/>
                </a:lnTo>
                <a:lnTo>
                  <a:pt x="1938" y="508"/>
                </a:lnTo>
                <a:lnTo>
                  <a:pt x="1947" y="512"/>
                </a:lnTo>
                <a:lnTo>
                  <a:pt x="1956" y="517"/>
                </a:lnTo>
                <a:lnTo>
                  <a:pt x="1963" y="523"/>
                </a:lnTo>
                <a:lnTo>
                  <a:pt x="1971" y="529"/>
                </a:lnTo>
                <a:lnTo>
                  <a:pt x="1977" y="537"/>
                </a:lnTo>
                <a:lnTo>
                  <a:pt x="1983" y="544"/>
                </a:lnTo>
                <a:lnTo>
                  <a:pt x="1988" y="553"/>
                </a:lnTo>
                <a:lnTo>
                  <a:pt x="1992" y="562"/>
                </a:lnTo>
                <a:lnTo>
                  <a:pt x="1996" y="571"/>
                </a:lnTo>
                <a:lnTo>
                  <a:pt x="1998" y="580"/>
                </a:lnTo>
                <a:lnTo>
                  <a:pt x="2000" y="590"/>
                </a:lnTo>
                <a:lnTo>
                  <a:pt x="2000" y="600"/>
                </a:lnTo>
                <a:lnTo>
                  <a:pt x="2000" y="1300"/>
                </a:lnTo>
                <a:moveTo>
                  <a:pt x="900" y="1200"/>
                </a:moveTo>
                <a:lnTo>
                  <a:pt x="1100" y="1400"/>
                </a:lnTo>
                <a:lnTo>
                  <a:pt x="1500" y="1000"/>
                </a:lnTo>
              </a:path>
            </a:pathLst>
          </a:custGeom>
          <a:noFill/>
          <a:ln cap="rnd" cmpd="sng" w="19050">
            <a:solidFill>
              <a:srgbClr val="006BFE"/>
            </a:solidFill>
            <a:prstDash val="solid"/>
            <a:round/>
            <a:headEnd len="sm" w="sm" type="none"/>
            <a:tailEnd len="sm" w="sm" type="none"/>
          </a:ln>
        </p:spPr>
        <p:txBody>
          <a:bodyPr anchorCtr="0" anchor="t" bIns="28100" lIns="56300" spcFirstLastPara="1" rIns="56300" wrap="square" tIns="28100">
            <a:noAutofit/>
          </a:bodyPr>
          <a:lstStyle/>
          <a:p>
            <a:pPr indent="0" lvl="0" marL="0" marR="0" rtl="0" algn="l">
              <a:spcBef>
                <a:spcPts val="0"/>
              </a:spcBef>
              <a:spcAft>
                <a:spcPts val="0"/>
              </a:spcAft>
              <a:buNone/>
            </a:pPr>
            <a:r>
              <a:t/>
            </a:r>
            <a:endParaRPr sz="1149">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5" name="Shape 1105"/>
        <p:cNvGrpSpPr/>
        <p:nvPr/>
      </p:nvGrpSpPr>
      <p:grpSpPr>
        <a:xfrm>
          <a:off x="0" y="0"/>
          <a:ext cx="0" cy="0"/>
          <a:chOff x="0" y="0"/>
          <a:chExt cx="0" cy="0"/>
        </a:xfrm>
      </p:grpSpPr>
      <p:sp>
        <p:nvSpPr>
          <p:cNvPr id="1106" name="Google Shape;1106;p53"/>
          <p:cNvSpPr/>
          <p:nvPr/>
        </p:nvSpPr>
        <p:spPr>
          <a:xfrm>
            <a:off x="8077200" y="457200"/>
            <a:ext cx="495300" cy="495300"/>
          </a:xfrm>
          <a:prstGeom prst="roundRect">
            <a:avLst>
              <a:gd fmla="val 26923" name="adj"/>
            </a:avLst>
          </a:prstGeom>
          <a:solidFill>
            <a:srgbClr val="437AE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107" name="Google Shape;1107;p53"/>
          <p:cNvSpPr/>
          <p:nvPr/>
        </p:nvSpPr>
        <p:spPr>
          <a:xfrm>
            <a:off x="8058150" y="457200"/>
            <a:ext cx="533400" cy="514350"/>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FFFFFF"/>
              </a:buClr>
              <a:buSzPts val="1800"/>
              <a:buFont typeface="Plus Jakarta Sans"/>
              <a:buNone/>
            </a:pPr>
            <a:r>
              <a:rPr b="1" i="0" lang="en" sz="1800" u="none" cap="none" strike="noStrike">
                <a:solidFill>
                  <a:srgbClr val="FFFFFF"/>
                </a:solidFill>
                <a:latin typeface="Plus Jakarta Sans"/>
                <a:ea typeface="Plus Jakarta Sans"/>
                <a:cs typeface="Plus Jakarta Sans"/>
                <a:sym typeface="Plus Jakarta Sans"/>
              </a:rPr>
              <a:t>01</a:t>
            </a:r>
            <a:endParaRPr b="0" i="0" sz="1800" u="none" cap="none" strike="noStrike">
              <a:solidFill>
                <a:schemeClr val="dk1"/>
              </a:solidFill>
              <a:latin typeface="Calibri"/>
              <a:ea typeface="Calibri"/>
              <a:cs typeface="Calibri"/>
              <a:sym typeface="Calibri"/>
            </a:endParaRPr>
          </a:p>
        </p:txBody>
      </p:sp>
      <p:sp>
        <p:nvSpPr>
          <p:cNvPr id="1108" name="Google Shape;1108;p53"/>
          <p:cNvSpPr/>
          <p:nvPr/>
        </p:nvSpPr>
        <p:spPr>
          <a:xfrm>
            <a:off x="571500" y="457200"/>
            <a:ext cx="8241030" cy="201922"/>
          </a:xfrm>
          <a:prstGeom prst="rect">
            <a:avLst/>
          </a:prstGeom>
          <a:noFill/>
          <a:ln>
            <a:noFill/>
          </a:ln>
        </p:spPr>
        <p:txBody>
          <a:bodyPr anchorCtr="0" anchor="t" bIns="12700" lIns="12700" spcFirstLastPara="1" rIns="12700" wrap="square" tIns="12700">
            <a:noAutofit/>
          </a:bodyPr>
          <a:lstStyle/>
          <a:p>
            <a:pPr indent="0" lvl="0" marL="0" marR="0" rtl="0" algn="l">
              <a:lnSpc>
                <a:spcPct val="160000"/>
              </a:lnSpc>
              <a:spcBef>
                <a:spcPts val="0"/>
              </a:spcBef>
              <a:spcAft>
                <a:spcPts val="0"/>
              </a:spcAft>
              <a:buClr>
                <a:srgbClr val="437AEF"/>
              </a:buClr>
              <a:buSzPts val="900"/>
              <a:buFont typeface="Plus Jakarta Sans"/>
              <a:buNone/>
            </a:pPr>
            <a:r>
              <a:rPr b="1" i="0" lang="en" sz="1100" u="none" cap="none" strike="noStrike">
                <a:solidFill>
                  <a:srgbClr val="437AEF"/>
                </a:solidFill>
                <a:latin typeface="Plus Jakarta Sans"/>
                <a:ea typeface="Plus Jakarta Sans"/>
                <a:cs typeface="Plus Jakarta Sans"/>
                <a:sym typeface="Plus Jakarta Sans"/>
              </a:rPr>
              <a:t>CASO DE USO</a:t>
            </a:r>
            <a:endParaRPr b="0" i="0" sz="1100" u="none" cap="none" strike="noStrike">
              <a:solidFill>
                <a:schemeClr val="dk1"/>
              </a:solidFill>
              <a:latin typeface="Calibri"/>
              <a:ea typeface="Calibri"/>
              <a:cs typeface="Calibri"/>
              <a:sym typeface="Calibri"/>
            </a:endParaRPr>
          </a:p>
        </p:txBody>
      </p:sp>
      <p:sp>
        <p:nvSpPr>
          <p:cNvPr id="1109" name="Google Shape;1109;p53"/>
          <p:cNvSpPr/>
          <p:nvPr/>
        </p:nvSpPr>
        <p:spPr>
          <a:xfrm>
            <a:off x="571500" y="716273"/>
            <a:ext cx="6278880" cy="378507"/>
          </a:xfrm>
          <a:prstGeom prst="rect">
            <a:avLst/>
          </a:prstGeom>
          <a:noFill/>
          <a:ln>
            <a:noFill/>
          </a:ln>
        </p:spPr>
        <p:txBody>
          <a:bodyPr anchorCtr="0" anchor="t" bIns="12700" lIns="12700" spcFirstLastPara="1" rIns="12700" wrap="square" tIns="12700">
            <a:noAutofit/>
          </a:bodyPr>
          <a:lstStyle/>
          <a:p>
            <a:pPr indent="0" lvl="0" marL="0" marR="0" rtl="0" algn="l">
              <a:lnSpc>
                <a:spcPct val="102000"/>
              </a:lnSpc>
              <a:spcBef>
                <a:spcPts val="0"/>
              </a:spcBef>
              <a:spcAft>
                <a:spcPts val="0"/>
              </a:spcAft>
              <a:buClr>
                <a:srgbClr val="020617"/>
              </a:buClr>
              <a:buSzPts val="2800"/>
              <a:buFont typeface="Plus Jakarta Sans"/>
              <a:buNone/>
            </a:pPr>
            <a:r>
              <a:rPr i="0" lang="en" sz="2800" u="none" cap="none" strike="noStrike">
                <a:solidFill>
                  <a:srgbClr val="020617"/>
                </a:solidFill>
                <a:latin typeface="Plus Jakarta Sans ExtraBold"/>
                <a:ea typeface="Plus Jakarta Sans ExtraBold"/>
                <a:cs typeface="Plus Jakarta Sans ExtraBold"/>
                <a:sym typeface="Plus Jakarta Sans ExtraBold"/>
              </a:rPr>
              <a:t>Una mirada al problema</a:t>
            </a:r>
            <a:endParaRPr i="0" sz="2800" u="none" cap="none" strike="noStrike">
              <a:solidFill>
                <a:schemeClr val="dk1"/>
              </a:solidFill>
              <a:latin typeface="Plus Jakarta Sans ExtraBold"/>
              <a:ea typeface="Plus Jakarta Sans ExtraBold"/>
              <a:cs typeface="Plus Jakarta Sans ExtraBold"/>
              <a:sym typeface="Plus Jakarta Sans ExtraBold"/>
            </a:endParaRPr>
          </a:p>
        </p:txBody>
      </p:sp>
      <p:sp>
        <p:nvSpPr>
          <p:cNvPr id="1110" name="Google Shape;1110;p53"/>
          <p:cNvSpPr/>
          <p:nvPr/>
        </p:nvSpPr>
        <p:spPr>
          <a:xfrm>
            <a:off x="571500" y="1237655"/>
            <a:ext cx="571500" cy="14288"/>
          </a:xfrm>
          <a:prstGeom prst="rect">
            <a:avLst/>
          </a:prstGeom>
          <a:solidFill>
            <a:srgbClr val="437AE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111" name="Google Shape;1111;p53"/>
          <p:cNvSpPr/>
          <p:nvPr/>
        </p:nvSpPr>
        <p:spPr>
          <a:xfrm>
            <a:off x="571500" y="1738015"/>
            <a:ext cx="232500" cy="223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37AEF"/>
              </a:buClr>
              <a:buSzPts val="1300"/>
              <a:buFont typeface="Plus Jakarta Sans"/>
              <a:buNone/>
            </a:pPr>
            <a:r>
              <a:rPr b="1" i="0" lang="en" sz="1300" u="none" cap="none" strike="noStrike">
                <a:solidFill>
                  <a:srgbClr val="437AEF"/>
                </a:solidFill>
                <a:latin typeface="Plus Jakarta Sans"/>
                <a:ea typeface="Plus Jakarta Sans"/>
                <a:cs typeface="Plus Jakarta Sans"/>
                <a:sym typeface="Plus Jakarta Sans"/>
              </a:rPr>
              <a:t>01</a:t>
            </a:r>
            <a:endParaRPr b="0" i="0" sz="1300" u="none" cap="none" strike="noStrike">
              <a:solidFill>
                <a:schemeClr val="dk1"/>
              </a:solidFill>
              <a:latin typeface="Calibri"/>
              <a:ea typeface="Calibri"/>
              <a:cs typeface="Calibri"/>
              <a:sym typeface="Calibri"/>
            </a:endParaRPr>
          </a:p>
        </p:txBody>
      </p:sp>
      <p:sp>
        <p:nvSpPr>
          <p:cNvPr id="1112" name="Google Shape;1112;p53"/>
          <p:cNvSpPr/>
          <p:nvPr/>
        </p:nvSpPr>
        <p:spPr>
          <a:xfrm>
            <a:off x="832508" y="1788021"/>
            <a:ext cx="1083600" cy="1644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0F172A"/>
              </a:buClr>
              <a:buSzPts val="900"/>
              <a:buFont typeface="Plus Jakarta Sans"/>
              <a:buNone/>
            </a:pPr>
            <a:r>
              <a:rPr b="1" i="0" lang="en" sz="1000" u="none" cap="none" strike="noStrike">
                <a:solidFill>
                  <a:srgbClr val="0F172A"/>
                </a:solidFill>
                <a:latin typeface="Plus Jakarta Sans"/>
                <a:ea typeface="Plus Jakarta Sans"/>
                <a:cs typeface="Plus Jakarta Sans"/>
                <a:sym typeface="Plus Jakarta Sans"/>
              </a:rPr>
              <a:t>PROBLEMA UNO</a:t>
            </a:r>
            <a:endParaRPr b="0" i="0" sz="1000" u="none" cap="none" strike="noStrike">
              <a:solidFill>
                <a:schemeClr val="dk1"/>
              </a:solidFill>
              <a:latin typeface="Calibri"/>
              <a:ea typeface="Calibri"/>
              <a:cs typeface="Calibri"/>
              <a:sym typeface="Calibri"/>
            </a:endParaRPr>
          </a:p>
        </p:txBody>
      </p:sp>
      <p:sp>
        <p:nvSpPr>
          <p:cNvPr id="1113" name="Google Shape;1113;p53"/>
          <p:cNvSpPr/>
          <p:nvPr/>
        </p:nvSpPr>
        <p:spPr>
          <a:xfrm>
            <a:off x="571500" y="2028528"/>
            <a:ext cx="2463900" cy="9600"/>
          </a:xfrm>
          <a:prstGeom prst="rect">
            <a:avLst/>
          </a:prstGeom>
          <a:solidFill>
            <a:srgbClr val="E2E8F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114" name="Google Shape;1114;p53"/>
          <p:cNvSpPr/>
          <p:nvPr/>
        </p:nvSpPr>
        <p:spPr>
          <a:xfrm>
            <a:off x="571500" y="2142825"/>
            <a:ext cx="2358300" cy="2304900"/>
          </a:xfrm>
          <a:prstGeom prst="rect">
            <a:avLst/>
          </a:prstGeom>
          <a:noFill/>
          <a:ln>
            <a:noFill/>
          </a:ln>
        </p:spPr>
        <p:txBody>
          <a:bodyPr anchorCtr="0" anchor="t" bIns="12700" lIns="12700" spcFirstLastPara="1" rIns="12700" wrap="square" tIns="12700">
            <a:noAutofit/>
          </a:bodyPr>
          <a:lstStyle/>
          <a:p>
            <a:pPr indent="0" lvl="0" marL="0" marR="0" rtl="0" algn="l">
              <a:lnSpc>
                <a:spcPct val="150000"/>
              </a:lnSpc>
              <a:spcBef>
                <a:spcPts val="0"/>
              </a:spcBef>
              <a:spcAft>
                <a:spcPts val="0"/>
              </a:spcAft>
              <a:buClr>
                <a:srgbClr val="475569"/>
              </a:buClr>
              <a:buSzPts val="900"/>
              <a:buFont typeface="Plus Jakarta Sans"/>
              <a:buNone/>
            </a:pPr>
            <a:r>
              <a:rPr b="0" i="0" lang="en" sz="900" u="none" cap="none" strike="noStrike">
                <a:solidFill>
                  <a:srgbClr val="475569"/>
                </a:solidFill>
                <a:latin typeface="Plus Jakarta Sans"/>
                <a:ea typeface="Plus Jakarta Sans"/>
                <a:cs typeface="Plus Jakarta Sans"/>
                <a:sym typeface="Plus Jakarta Sans"/>
              </a:rPr>
              <a:t>Describe el primer punto de dolor de tu cliente y por qué hoy lo resuelve de forma deficient</a:t>
            </a:r>
            <a:r>
              <a:rPr lang="en" sz="900">
                <a:solidFill>
                  <a:srgbClr val="475569"/>
                </a:solidFill>
                <a:latin typeface="Plus Jakarta Sans"/>
                <a:ea typeface="Plus Jakarta Sans"/>
                <a:cs typeface="Plus Jakarta Sans"/>
                <a:sym typeface="Plus Jakarta Sans"/>
              </a:rPr>
              <a:t>e. Lorem ipsum dolor sit amet, consectetur adipiscing elit, sed do eiusmod tempor incididunt ut labore et dolore magna aliqua. Ut enim ad minim veniam. </a:t>
            </a:r>
            <a:endParaRPr sz="900">
              <a:solidFill>
                <a:srgbClr val="475569"/>
              </a:solidFill>
              <a:latin typeface="Plus Jakarta Sans"/>
              <a:ea typeface="Plus Jakarta Sans"/>
              <a:cs typeface="Plus Jakarta Sans"/>
              <a:sym typeface="Plus Jakarta Sans"/>
            </a:endParaRPr>
          </a:p>
        </p:txBody>
      </p:sp>
      <p:sp>
        <p:nvSpPr>
          <p:cNvPr id="1115" name="Google Shape;1115;p53"/>
          <p:cNvSpPr/>
          <p:nvPr/>
        </p:nvSpPr>
        <p:spPr>
          <a:xfrm>
            <a:off x="3297247" y="1738025"/>
            <a:ext cx="275400" cy="223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37AEF"/>
              </a:buClr>
              <a:buSzPts val="1300"/>
              <a:buFont typeface="Plus Jakarta Sans"/>
              <a:buNone/>
            </a:pPr>
            <a:r>
              <a:rPr b="1" i="0" lang="en" sz="1300" u="none" cap="none" strike="noStrike">
                <a:solidFill>
                  <a:srgbClr val="437AEF"/>
                </a:solidFill>
                <a:latin typeface="Plus Jakarta Sans"/>
                <a:ea typeface="Plus Jakarta Sans"/>
                <a:cs typeface="Plus Jakarta Sans"/>
                <a:sym typeface="Plus Jakarta Sans"/>
              </a:rPr>
              <a:t>02</a:t>
            </a:r>
            <a:endParaRPr b="0" i="0" sz="1300" u="none" cap="none" strike="noStrike">
              <a:solidFill>
                <a:schemeClr val="dk1"/>
              </a:solidFill>
              <a:latin typeface="Calibri"/>
              <a:ea typeface="Calibri"/>
              <a:cs typeface="Calibri"/>
              <a:sym typeface="Calibri"/>
            </a:endParaRPr>
          </a:p>
        </p:txBody>
      </p:sp>
      <p:sp>
        <p:nvSpPr>
          <p:cNvPr id="1116" name="Google Shape;1116;p53"/>
          <p:cNvSpPr/>
          <p:nvPr/>
        </p:nvSpPr>
        <p:spPr>
          <a:xfrm>
            <a:off x="3601082" y="1788021"/>
            <a:ext cx="1074600" cy="1644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0F172A"/>
              </a:buClr>
              <a:buSzPts val="900"/>
              <a:buFont typeface="Plus Jakarta Sans"/>
              <a:buNone/>
            </a:pPr>
            <a:r>
              <a:rPr b="1" i="0" lang="en" sz="1000" u="none" cap="none" strike="noStrike">
                <a:solidFill>
                  <a:srgbClr val="0F172A"/>
                </a:solidFill>
                <a:latin typeface="Plus Jakarta Sans"/>
                <a:ea typeface="Plus Jakarta Sans"/>
                <a:cs typeface="Plus Jakarta Sans"/>
                <a:sym typeface="Plus Jakarta Sans"/>
              </a:rPr>
              <a:t>PROBLEMA DOS</a:t>
            </a:r>
            <a:endParaRPr b="0" i="0" sz="1000" u="none" cap="none" strike="noStrike">
              <a:solidFill>
                <a:schemeClr val="dk1"/>
              </a:solidFill>
              <a:latin typeface="Calibri"/>
              <a:ea typeface="Calibri"/>
              <a:cs typeface="Calibri"/>
              <a:sym typeface="Calibri"/>
            </a:endParaRPr>
          </a:p>
        </p:txBody>
      </p:sp>
      <p:sp>
        <p:nvSpPr>
          <p:cNvPr id="1117" name="Google Shape;1117;p53"/>
          <p:cNvSpPr/>
          <p:nvPr/>
        </p:nvSpPr>
        <p:spPr>
          <a:xfrm>
            <a:off x="3340075" y="2028528"/>
            <a:ext cx="2463900" cy="9600"/>
          </a:xfrm>
          <a:prstGeom prst="rect">
            <a:avLst/>
          </a:prstGeom>
          <a:solidFill>
            <a:srgbClr val="E2E8F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118" name="Google Shape;1118;p53"/>
          <p:cNvSpPr/>
          <p:nvPr/>
        </p:nvSpPr>
        <p:spPr>
          <a:xfrm>
            <a:off x="3340075" y="2142825"/>
            <a:ext cx="2358300" cy="362100"/>
          </a:xfrm>
          <a:prstGeom prst="rect">
            <a:avLst/>
          </a:prstGeom>
          <a:noFill/>
          <a:ln>
            <a:noFill/>
          </a:ln>
        </p:spPr>
        <p:txBody>
          <a:bodyPr anchorCtr="0" anchor="t" bIns="12700" lIns="12700" spcFirstLastPara="1" rIns="12700" wrap="square" tIns="12700">
            <a:noAutofit/>
          </a:bodyPr>
          <a:lstStyle/>
          <a:p>
            <a:pPr indent="0" lvl="0" marL="0" marR="0" rtl="0" algn="l">
              <a:lnSpc>
                <a:spcPct val="150000"/>
              </a:lnSpc>
              <a:spcBef>
                <a:spcPts val="0"/>
              </a:spcBef>
              <a:spcAft>
                <a:spcPts val="0"/>
              </a:spcAft>
              <a:buClr>
                <a:srgbClr val="475569"/>
              </a:buClr>
              <a:buSzPts val="900"/>
              <a:buFont typeface="Plus Jakarta Sans"/>
              <a:buNone/>
            </a:pPr>
            <a:r>
              <a:rPr b="0" i="0" lang="en" sz="900" u="none" cap="none" strike="noStrike">
                <a:solidFill>
                  <a:srgbClr val="475569"/>
                </a:solidFill>
                <a:latin typeface="Plus Jakarta Sans"/>
                <a:ea typeface="Plus Jakarta Sans"/>
                <a:cs typeface="Plus Jakarta Sans"/>
                <a:sym typeface="Plus Jakarta Sans"/>
              </a:rPr>
              <a:t>Describe el segundo punto de dolor y el costo que implica para el negocio. </a:t>
            </a:r>
            <a:r>
              <a:rPr lang="en" sz="900">
                <a:solidFill>
                  <a:srgbClr val="475569"/>
                </a:solidFill>
                <a:latin typeface="Plus Jakarta Sans"/>
                <a:ea typeface="Plus Jakarta Sans"/>
                <a:cs typeface="Plus Jakarta Sans"/>
                <a:sym typeface="Plus Jakarta Sans"/>
              </a:rPr>
              <a:t>Lorem ipsum dolor sit amet, consectetur adipiscing elit, sed do eiusmod tempor incididunt ut labore et dolore magna aliqua. Ut enim ad minim veniam. </a:t>
            </a:r>
            <a:endParaRPr b="0" i="0" sz="900" u="none" cap="none" strike="noStrike">
              <a:solidFill>
                <a:schemeClr val="dk1"/>
              </a:solidFill>
              <a:latin typeface="Calibri"/>
              <a:ea typeface="Calibri"/>
              <a:cs typeface="Calibri"/>
              <a:sym typeface="Calibri"/>
            </a:endParaRPr>
          </a:p>
        </p:txBody>
      </p:sp>
      <p:sp>
        <p:nvSpPr>
          <p:cNvPr id="1119" name="Google Shape;1119;p53"/>
          <p:cNvSpPr/>
          <p:nvPr/>
        </p:nvSpPr>
        <p:spPr>
          <a:xfrm>
            <a:off x="6065803" y="1738025"/>
            <a:ext cx="275400" cy="2238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37AEF"/>
              </a:buClr>
              <a:buSzPts val="1300"/>
              <a:buFont typeface="Plus Jakarta Sans"/>
              <a:buNone/>
            </a:pPr>
            <a:r>
              <a:rPr b="1" i="0" lang="en" sz="1300" u="none" cap="none" strike="noStrike">
                <a:solidFill>
                  <a:srgbClr val="437AEF"/>
                </a:solidFill>
                <a:latin typeface="Plus Jakarta Sans"/>
                <a:ea typeface="Plus Jakarta Sans"/>
                <a:cs typeface="Plus Jakarta Sans"/>
                <a:sym typeface="Plus Jakarta Sans"/>
              </a:rPr>
              <a:t>03</a:t>
            </a:r>
            <a:endParaRPr b="0" i="0" sz="1300" u="none" cap="none" strike="noStrike">
              <a:solidFill>
                <a:schemeClr val="dk1"/>
              </a:solidFill>
              <a:latin typeface="Calibri"/>
              <a:ea typeface="Calibri"/>
              <a:cs typeface="Calibri"/>
              <a:sym typeface="Calibri"/>
            </a:endParaRPr>
          </a:p>
        </p:txBody>
      </p:sp>
      <p:sp>
        <p:nvSpPr>
          <p:cNvPr id="1120" name="Google Shape;1120;p53"/>
          <p:cNvSpPr/>
          <p:nvPr/>
        </p:nvSpPr>
        <p:spPr>
          <a:xfrm>
            <a:off x="6369695" y="1788021"/>
            <a:ext cx="1105500" cy="1644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0F172A"/>
              </a:buClr>
              <a:buSzPts val="900"/>
              <a:buFont typeface="Plus Jakarta Sans"/>
              <a:buNone/>
            </a:pPr>
            <a:r>
              <a:rPr b="1" i="0" lang="en" sz="1000" u="none" cap="none" strike="noStrike">
                <a:solidFill>
                  <a:srgbClr val="0F172A"/>
                </a:solidFill>
                <a:latin typeface="Plus Jakarta Sans"/>
                <a:ea typeface="Plus Jakarta Sans"/>
                <a:cs typeface="Plus Jakarta Sans"/>
                <a:sym typeface="Plus Jakarta Sans"/>
              </a:rPr>
              <a:t>PROBLEMA TRES</a:t>
            </a:r>
            <a:endParaRPr b="0" i="0" sz="1000" u="none" cap="none" strike="noStrike">
              <a:solidFill>
                <a:schemeClr val="dk1"/>
              </a:solidFill>
              <a:latin typeface="Calibri"/>
              <a:ea typeface="Calibri"/>
              <a:cs typeface="Calibri"/>
              <a:sym typeface="Calibri"/>
            </a:endParaRPr>
          </a:p>
        </p:txBody>
      </p:sp>
      <p:sp>
        <p:nvSpPr>
          <p:cNvPr id="1121" name="Google Shape;1121;p53"/>
          <p:cNvSpPr/>
          <p:nvPr/>
        </p:nvSpPr>
        <p:spPr>
          <a:xfrm>
            <a:off x="6108688" y="2028528"/>
            <a:ext cx="2463900" cy="9600"/>
          </a:xfrm>
          <a:prstGeom prst="rect">
            <a:avLst/>
          </a:prstGeom>
          <a:solidFill>
            <a:srgbClr val="E2E8F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122" name="Google Shape;1122;p53"/>
          <p:cNvSpPr/>
          <p:nvPr/>
        </p:nvSpPr>
        <p:spPr>
          <a:xfrm>
            <a:off x="6108699" y="2142825"/>
            <a:ext cx="2358300" cy="293100"/>
          </a:xfrm>
          <a:prstGeom prst="rect">
            <a:avLst/>
          </a:prstGeom>
          <a:noFill/>
          <a:ln>
            <a:noFill/>
          </a:ln>
        </p:spPr>
        <p:txBody>
          <a:bodyPr anchorCtr="0" anchor="t" bIns="12700" lIns="12700" spcFirstLastPara="1" rIns="12700" wrap="square" tIns="12700">
            <a:noAutofit/>
          </a:bodyPr>
          <a:lstStyle/>
          <a:p>
            <a:pPr indent="0" lvl="0" marL="0" marR="0" rtl="0" algn="l">
              <a:lnSpc>
                <a:spcPct val="150000"/>
              </a:lnSpc>
              <a:spcBef>
                <a:spcPts val="0"/>
              </a:spcBef>
              <a:spcAft>
                <a:spcPts val="0"/>
              </a:spcAft>
              <a:buClr>
                <a:srgbClr val="475569"/>
              </a:buClr>
              <a:buSzPts val="900"/>
              <a:buFont typeface="Plus Jakarta Sans"/>
              <a:buNone/>
            </a:pPr>
            <a:r>
              <a:rPr b="0" i="0" lang="en" sz="900" u="none" cap="none" strike="noStrike">
                <a:solidFill>
                  <a:srgbClr val="475569"/>
                </a:solidFill>
                <a:latin typeface="Plus Jakarta Sans"/>
                <a:ea typeface="Plus Jakarta Sans"/>
                <a:cs typeface="Plus Jakarta Sans"/>
                <a:sym typeface="Plus Jakarta Sans"/>
              </a:rPr>
              <a:t>Describe el tercer punto de dolor y cómo se conecta con la solución que propondrás. </a:t>
            </a:r>
            <a:r>
              <a:rPr lang="en" sz="900">
                <a:solidFill>
                  <a:srgbClr val="475569"/>
                </a:solidFill>
                <a:latin typeface="Plus Jakarta Sans"/>
                <a:ea typeface="Plus Jakarta Sans"/>
                <a:cs typeface="Plus Jakarta Sans"/>
                <a:sym typeface="Plus Jakarta Sans"/>
              </a:rPr>
              <a:t>Lorem ipsum dolor sit amet, consectetur adipiscing elit, sed do eiusmod tempor incididunt ut labore et dolore magna aliqua. Ut enim ad minim veniam. </a:t>
            </a:r>
            <a:endParaRPr b="0" i="0" sz="900" u="none" cap="none" strike="noStrike">
              <a:solidFill>
                <a:schemeClr val="dk1"/>
              </a:solidFill>
              <a:latin typeface="Calibri"/>
              <a:ea typeface="Calibri"/>
              <a:cs typeface="Calibri"/>
              <a:sym typeface="Calibri"/>
            </a:endParaRPr>
          </a:p>
        </p:txBody>
      </p:sp>
      <p:pic>
        <p:nvPicPr>
          <p:cNvPr descr="preencoded.png" id="1123" name="Google Shape;1123;p53"/>
          <p:cNvPicPr preferRelativeResize="0"/>
          <p:nvPr/>
        </p:nvPicPr>
        <p:blipFill rotWithShape="1">
          <a:blip r:embed="rId3">
            <a:alphaModFix/>
          </a:blip>
          <a:srcRect b="0" l="0" r="0" t="0"/>
          <a:stretch/>
        </p:blipFill>
        <p:spPr>
          <a:xfrm>
            <a:off x="571500" y="4767263"/>
            <a:ext cx="664369" cy="128588"/>
          </a:xfrm>
          <a:prstGeom prst="rect">
            <a:avLst/>
          </a:prstGeom>
          <a:noFill/>
          <a:ln>
            <a:noFill/>
          </a:ln>
        </p:spPr>
      </p:pic>
      <p:sp>
        <p:nvSpPr>
          <p:cNvPr id="1124" name="Google Shape;1124;p53"/>
          <p:cNvSpPr/>
          <p:nvPr/>
        </p:nvSpPr>
        <p:spPr>
          <a:xfrm>
            <a:off x="8466200" y="4777978"/>
            <a:ext cx="144401" cy="12620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94A3B8"/>
              </a:buClr>
              <a:buSzPts val="700"/>
              <a:buFont typeface="Plus Jakarta Sans"/>
              <a:buNone/>
            </a:pPr>
            <a:r>
              <a:rPr b="1" i="0" lang="en" sz="700" u="none" cap="none" strike="noStrike">
                <a:solidFill>
                  <a:srgbClr val="94A3B8"/>
                </a:solidFill>
                <a:latin typeface="Plus Jakarta Sans"/>
                <a:ea typeface="Plus Jakarta Sans"/>
                <a:cs typeface="Plus Jakarta Sans"/>
                <a:sym typeface="Plus Jakarta Sans"/>
              </a:rPr>
              <a:t>34</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C0E1E"/>
            </a:gs>
            <a:gs pos="100000">
              <a:srgbClr val="14336F"/>
            </a:gs>
          </a:gsLst>
          <a:lin ang="5400012" scaled="0"/>
        </a:gradFill>
      </p:bgPr>
    </p:bg>
    <p:spTree>
      <p:nvGrpSpPr>
        <p:cNvPr id="1129" name="Shape 1129"/>
        <p:cNvGrpSpPr/>
        <p:nvPr/>
      </p:nvGrpSpPr>
      <p:grpSpPr>
        <a:xfrm>
          <a:off x="0" y="0"/>
          <a:ext cx="0" cy="0"/>
          <a:chOff x="0" y="0"/>
          <a:chExt cx="0" cy="0"/>
        </a:xfrm>
      </p:grpSpPr>
      <p:pic>
        <p:nvPicPr>
          <p:cNvPr descr="preencoded.png" id="1130" name="Google Shape;1130;p54"/>
          <p:cNvPicPr preferRelativeResize="0"/>
          <p:nvPr/>
        </p:nvPicPr>
        <p:blipFill rotWithShape="1">
          <a:blip r:embed="rId3">
            <a:alphaModFix amt="42000"/>
          </a:blip>
          <a:srcRect b="0" l="0" r="0" t="0"/>
          <a:stretch/>
        </p:blipFill>
        <p:spPr>
          <a:xfrm rot="-480000">
            <a:off x="-1238250" y="-951886"/>
            <a:ext cx="3429000" cy="3143250"/>
          </a:xfrm>
          <a:prstGeom prst="rect">
            <a:avLst/>
          </a:prstGeom>
          <a:noFill/>
          <a:ln>
            <a:noFill/>
          </a:ln>
        </p:spPr>
      </p:pic>
      <p:pic>
        <p:nvPicPr>
          <p:cNvPr descr="preencoded.png" id="1131" name="Google Shape;1131;p54"/>
          <p:cNvPicPr preferRelativeResize="0"/>
          <p:nvPr/>
        </p:nvPicPr>
        <p:blipFill rotWithShape="1">
          <a:blip r:embed="rId3">
            <a:alphaModFix amt="40000"/>
          </a:blip>
          <a:srcRect b="0" l="0" r="0" t="0"/>
          <a:stretch/>
        </p:blipFill>
        <p:spPr>
          <a:xfrm rot="359998">
            <a:off x="6762749" y="2880643"/>
            <a:ext cx="3714750" cy="3405188"/>
          </a:xfrm>
          <a:prstGeom prst="rect">
            <a:avLst/>
          </a:prstGeom>
          <a:noFill/>
          <a:ln>
            <a:noFill/>
          </a:ln>
        </p:spPr>
      </p:pic>
      <p:pic>
        <p:nvPicPr>
          <p:cNvPr descr="preencoded.png" id="1132" name="Google Shape;1132;p54"/>
          <p:cNvPicPr preferRelativeResize="0"/>
          <p:nvPr/>
        </p:nvPicPr>
        <p:blipFill rotWithShape="1">
          <a:blip r:embed="rId4">
            <a:alphaModFix/>
          </a:blip>
          <a:srcRect b="0" l="0" r="0" t="0"/>
          <a:stretch/>
        </p:blipFill>
        <p:spPr>
          <a:xfrm>
            <a:off x="3390900" y="1452972"/>
            <a:ext cx="2362200" cy="457200"/>
          </a:xfrm>
          <a:prstGeom prst="rect">
            <a:avLst/>
          </a:prstGeom>
          <a:noFill/>
          <a:ln>
            <a:noFill/>
          </a:ln>
        </p:spPr>
      </p:pic>
      <p:pic>
        <p:nvPicPr>
          <p:cNvPr descr="preencoded.png" id="1133" name="Google Shape;1133;p54"/>
          <p:cNvPicPr preferRelativeResize="0"/>
          <p:nvPr/>
        </p:nvPicPr>
        <p:blipFill rotWithShape="1">
          <a:blip r:embed="rId5">
            <a:alphaModFix/>
          </a:blip>
          <a:srcRect b="0" l="0" r="0" t="0"/>
          <a:stretch/>
        </p:blipFill>
        <p:spPr>
          <a:xfrm>
            <a:off x="2476500" y="2205447"/>
            <a:ext cx="4191000" cy="835000"/>
          </a:xfrm>
          <a:prstGeom prst="rect">
            <a:avLst/>
          </a:prstGeom>
          <a:noFill/>
          <a:ln>
            <a:noFill/>
          </a:ln>
        </p:spPr>
      </p:pic>
      <p:sp>
        <p:nvSpPr>
          <p:cNvPr id="1134" name="Google Shape;1134;p54"/>
          <p:cNvSpPr/>
          <p:nvPr/>
        </p:nvSpPr>
        <p:spPr>
          <a:xfrm>
            <a:off x="3731642" y="3335722"/>
            <a:ext cx="1680716" cy="354807"/>
          </a:xfrm>
          <a:prstGeom prst="roundRect">
            <a:avLst>
              <a:gd fmla="val 50000" name="adj"/>
            </a:avLst>
          </a:prstGeom>
          <a:solidFill>
            <a:srgbClr val="FFFFFF">
              <a:alpha val="5098"/>
            </a:srgbClr>
          </a:solidFill>
          <a:ln cap="flat" cmpd="sng" w="19050">
            <a:solidFill>
              <a:srgbClr val="FFFFFF">
                <a:alpha val="50196"/>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135" name="Google Shape;1135;p54"/>
          <p:cNvSpPr/>
          <p:nvPr/>
        </p:nvSpPr>
        <p:spPr>
          <a:xfrm>
            <a:off x="3963607" y="3440497"/>
            <a:ext cx="1216788" cy="164307"/>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FFFFFF"/>
              </a:buClr>
              <a:buSzPts val="900"/>
              <a:buFont typeface="Plus Jakarta Sans"/>
              <a:buNone/>
            </a:pPr>
            <a:r>
              <a:rPr b="1" i="0" lang="en" sz="900" u="none" cap="none" strike="noStrike">
                <a:solidFill>
                  <a:srgbClr val="FFFFFF"/>
                </a:solidFill>
                <a:latin typeface="Plus Jakarta Sans"/>
                <a:ea typeface="Plus Jakarta Sans"/>
                <a:cs typeface="Plus Jakarta Sans"/>
                <a:sym typeface="Plus Jakarta Sans"/>
              </a:rPr>
              <a:t>CONVERSEMOS</a:t>
            </a:r>
            <a:endParaRPr b="0" i="0" sz="900" u="none" cap="none" strike="noStrike">
              <a:solidFill>
                <a:schemeClr val="dk1"/>
              </a:solidFill>
              <a:latin typeface="Calibri"/>
              <a:ea typeface="Calibri"/>
              <a:cs typeface="Calibri"/>
              <a:sym typeface="Calibri"/>
            </a:endParaRPr>
          </a:p>
        </p:txBody>
      </p:sp>
      <p:sp>
        <p:nvSpPr>
          <p:cNvPr id="1136" name="Google Shape;1136;p54"/>
          <p:cNvSpPr/>
          <p:nvPr/>
        </p:nvSpPr>
        <p:spPr>
          <a:xfrm>
            <a:off x="3699495" y="4762500"/>
            <a:ext cx="507243" cy="152400"/>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Clr>
                <a:srgbClr val="FFFFFF"/>
              </a:buClr>
              <a:buSzPts val="800"/>
              <a:buFont typeface="Plus Jakarta Sans"/>
              <a:buNone/>
            </a:pPr>
            <a:r>
              <a:rPr b="1" i="0" lang="en" sz="800" u="none" cap="none" strike="noStrike">
                <a:solidFill>
                  <a:srgbClr val="779CEC"/>
                </a:solidFill>
                <a:latin typeface="Plus Jakarta Sans"/>
                <a:ea typeface="Plus Jakarta Sans"/>
                <a:cs typeface="Plus Jakarta Sans"/>
                <a:sym typeface="Plus Jakarta Sans"/>
              </a:rPr>
              <a:t>vambe.ai</a:t>
            </a:r>
            <a:endParaRPr b="0" i="0" sz="800" u="none" cap="none" strike="noStrike">
              <a:solidFill>
                <a:srgbClr val="779CEC"/>
              </a:solidFill>
              <a:latin typeface="Calibri"/>
              <a:ea typeface="Calibri"/>
              <a:cs typeface="Calibri"/>
              <a:sym typeface="Calibri"/>
            </a:endParaRPr>
          </a:p>
        </p:txBody>
      </p:sp>
      <p:sp>
        <p:nvSpPr>
          <p:cNvPr id="1137" name="Google Shape;1137;p54"/>
          <p:cNvSpPr/>
          <p:nvPr/>
        </p:nvSpPr>
        <p:spPr>
          <a:xfrm>
            <a:off x="4378188" y="4762500"/>
            <a:ext cx="74489" cy="152400"/>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Clr>
                <a:srgbClr val="FFFFFF"/>
              </a:buClr>
              <a:buSzPts val="800"/>
              <a:buFont typeface="Plus Jakarta Sans"/>
              <a:buNone/>
            </a:pPr>
            <a:r>
              <a:rPr b="1" i="0" lang="en" sz="800" u="none" cap="none" strike="noStrike">
                <a:solidFill>
                  <a:srgbClr val="779CEC"/>
                </a:solidFill>
                <a:latin typeface="Plus Jakarta Sans"/>
                <a:ea typeface="Plus Jakarta Sans"/>
                <a:cs typeface="Plus Jakarta Sans"/>
                <a:sym typeface="Plus Jakarta Sans"/>
              </a:rPr>
              <a:t>·</a:t>
            </a:r>
            <a:endParaRPr b="0" i="0" sz="800" u="none" cap="none" strike="noStrike">
              <a:solidFill>
                <a:srgbClr val="779CEC"/>
              </a:solidFill>
              <a:latin typeface="Calibri"/>
              <a:ea typeface="Calibri"/>
              <a:cs typeface="Calibri"/>
              <a:sym typeface="Calibri"/>
            </a:endParaRPr>
          </a:p>
        </p:txBody>
      </p:sp>
      <p:sp>
        <p:nvSpPr>
          <p:cNvPr id="1138" name="Google Shape;1138;p54"/>
          <p:cNvSpPr/>
          <p:nvPr/>
        </p:nvSpPr>
        <p:spPr>
          <a:xfrm>
            <a:off x="4624127" y="4762500"/>
            <a:ext cx="820378" cy="152400"/>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Clr>
                <a:srgbClr val="FFFFFF"/>
              </a:buClr>
              <a:buSzPts val="800"/>
              <a:buFont typeface="Plus Jakarta Sans"/>
              <a:buNone/>
            </a:pPr>
            <a:r>
              <a:rPr b="1" i="0" lang="en" sz="800" u="none" cap="none" strike="noStrike">
                <a:solidFill>
                  <a:srgbClr val="779CEC"/>
                </a:solidFill>
                <a:latin typeface="Plus Jakarta Sans"/>
                <a:ea typeface="Plus Jakarta Sans"/>
                <a:cs typeface="Plus Jakarta Sans"/>
                <a:sym typeface="Plus Jakarta Sans"/>
              </a:rPr>
              <a:t>hola@vambe.ai</a:t>
            </a:r>
            <a:endParaRPr b="0" i="0" sz="800" u="none" cap="none" strike="noStrike">
              <a:solidFill>
                <a:srgbClr val="779CEC"/>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2" name="Shape 1142"/>
        <p:cNvGrpSpPr/>
        <p:nvPr/>
      </p:nvGrpSpPr>
      <p:grpSpPr>
        <a:xfrm>
          <a:off x="0" y="0"/>
          <a:ext cx="0" cy="0"/>
          <a:chOff x="0" y="0"/>
          <a:chExt cx="0" cy="0"/>
        </a:xfrm>
      </p:grpSpPr>
      <p:sp>
        <p:nvSpPr>
          <p:cNvPr id="1143" name="Google Shape;1143;p55"/>
          <p:cNvSpPr txBox="1"/>
          <p:nvPr/>
        </p:nvSpPr>
        <p:spPr>
          <a:xfrm>
            <a:off x="342909" y="205740"/>
            <a:ext cx="84354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500" u="none" cap="none" strike="noStrike">
                <a:solidFill>
                  <a:srgbClr val="1E3A5F"/>
                </a:solidFill>
                <a:latin typeface="Arial"/>
                <a:ea typeface="Arial"/>
                <a:cs typeface="Arial"/>
                <a:sym typeface="Arial"/>
              </a:rPr>
              <a:t>Crecimiento, datos y dinero</a:t>
            </a:r>
            <a:endParaRPr sz="1100"/>
          </a:p>
        </p:txBody>
      </p:sp>
      <p:sp>
        <p:nvSpPr>
          <p:cNvPr id="1144" name="Google Shape;1144;p55"/>
          <p:cNvSpPr txBox="1"/>
          <p:nvPr/>
        </p:nvSpPr>
        <p:spPr>
          <a:xfrm>
            <a:off x="342909" y="514350"/>
            <a:ext cx="8435400" cy="123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800" u="none" cap="none" strike="noStrike">
                <a:solidFill>
                  <a:srgbClr val="6B7280"/>
                </a:solidFill>
                <a:latin typeface="Arial"/>
                <a:ea typeface="Arial"/>
                <a:cs typeface="Arial"/>
                <a:sym typeface="Arial"/>
              </a:rPr>
              <a:t>Métricas, KPIs, dashboards, finanzas, performance.</a:t>
            </a:r>
            <a:endParaRPr sz="1100"/>
          </a:p>
        </p:txBody>
      </p:sp>
      <p:sp>
        <p:nvSpPr>
          <p:cNvPr id="1145" name="Google Shape;1145;p55"/>
          <p:cNvSpPr/>
          <p:nvPr/>
        </p:nvSpPr>
        <p:spPr>
          <a:xfrm>
            <a:off x="699681" y="960120"/>
            <a:ext cx="377202" cy="377190"/>
          </a:xfrm>
          <a:custGeom>
            <a:rect b="b" l="l" r="r" t="t"/>
            <a:pathLst>
              <a:path extrusionOk="0" fill="none" h="2400" w="2400">
                <a:moveTo>
                  <a:pt x="1600" y="700"/>
                </a:moveTo>
                <a:lnTo>
                  <a:pt x="2200" y="700"/>
                </a:lnTo>
                <a:lnTo>
                  <a:pt x="2200" y="1300"/>
                </a:lnTo>
                <a:moveTo>
                  <a:pt x="2200" y="700"/>
                </a:moveTo>
                <a:lnTo>
                  <a:pt x="1350" y="1550"/>
                </a:lnTo>
                <a:lnTo>
                  <a:pt x="850" y="1050"/>
                </a:lnTo>
                <a:lnTo>
                  <a:pt x="200" y="17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46" name="Google Shape;1146;p55"/>
          <p:cNvSpPr txBox="1"/>
          <p:nvPr/>
        </p:nvSpPr>
        <p:spPr>
          <a:xfrm>
            <a:off x="274327" y="1371600"/>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trending-up</a:t>
            </a:r>
            <a:endParaRPr sz="1100"/>
          </a:p>
        </p:txBody>
      </p:sp>
      <p:sp>
        <p:nvSpPr>
          <p:cNvPr id="1147" name="Google Shape;1147;p55"/>
          <p:cNvSpPr/>
          <p:nvPr/>
        </p:nvSpPr>
        <p:spPr>
          <a:xfrm>
            <a:off x="1927589" y="960120"/>
            <a:ext cx="377202" cy="377190"/>
          </a:xfrm>
          <a:custGeom>
            <a:rect b="b" l="l" r="r" t="t"/>
            <a:pathLst>
              <a:path extrusionOk="0" fill="none" h="2400" w="2400">
                <a:moveTo>
                  <a:pt x="1600" y="1700"/>
                </a:moveTo>
                <a:lnTo>
                  <a:pt x="2200" y="1700"/>
                </a:lnTo>
                <a:lnTo>
                  <a:pt x="2200" y="1100"/>
                </a:lnTo>
                <a:moveTo>
                  <a:pt x="2200" y="1700"/>
                </a:moveTo>
                <a:lnTo>
                  <a:pt x="1350" y="850"/>
                </a:lnTo>
                <a:lnTo>
                  <a:pt x="850" y="1350"/>
                </a:lnTo>
                <a:lnTo>
                  <a:pt x="200" y="7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48" name="Google Shape;1148;p55"/>
          <p:cNvSpPr txBox="1"/>
          <p:nvPr/>
        </p:nvSpPr>
        <p:spPr>
          <a:xfrm>
            <a:off x="1502235" y="1371600"/>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trending-down</a:t>
            </a:r>
            <a:endParaRPr sz="1100"/>
          </a:p>
        </p:txBody>
      </p:sp>
      <p:sp>
        <p:nvSpPr>
          <p:cNvPr id="1149" name="Google Shape;1149;p55"/>
          <p:cNvSpPr/>
          <p:nvPr/>
        </p:nvSpPr>
        <p:spPr>
          <a:xfrm>
            <a:off x="3155497" y="960120"/>
            <a:ext cx="377202" cy="377190"/>
          </a:xfrm>
          <a:custGeom>
            <a:rect b="b" l="l" r="r" t="t"/>
            <a:pathLst>
              <a:path extrusionOk="0" fill="none" h="2400" w="2400">
                <a:moveTo>
                  <a:pt x="1483" y="1483"/>
                </a:moveTo>
                <a:lnTo>
                  <a:pt x="2100" y="2100"/>
                </a:lnTo>
                <a:moveTo>
                  <a:pt x="2100" y="1600"/>
                </a:moveTo>
                <a:lnTo>
                  <a:pt x="2100" y="2100"/>
                </a:lnTo>
                <a:lnTo>
                  <a:pt x="1600" y="2100"/>
                </a:lnTo>
                <a:moveTo>
                  <a:pt x="2100" y="300"/>
                </a:moveTo>
                <a:lnTo>
                  <a:pt x="1200" y="1200"/>
                </a:lnTo>
                <a:lnTo>
                  <a:pt x="800" y="800"/>
                </a:lnTo>
                <a:lnTo>
                  <a:pt x="200" y="1400"/>
                </a:lnTo>
                <a:moveTo>
                  <a:pt x="2100" y="800"/>
                </a:moveTo>
                <a:lnTo>
                  <a:pt x="2100" y="300"/>
                </a:lnTo>
                <a:lnTo>
                  <a:pt x="1600" y="3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50" name="Google Shape;1150;p55"/>
          <p:cNvSpPr txBox="1"/>
          <p:nvPr/>
        </p:nvSpPr>
        <p:spPr>
          <a:xfrm>
            <a:off x="2730143" y="1371600"/>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trending-up-down</a:t>
            </a:r>
            <a:endParaRPr sz="1100"/>
          </a:p>
        </p:txBody>
      </p:sp>
      <p:sp>
        <p:nvSpPr>
          <p:cNvPr id="1151" name="Google Shape;1151;p55"/>
          <p:cNvSpPr/>
          <p:nvPr/>
        </p:nvSpPr>
        <p:spPr>
          <a:xfrm>
            <a:off x="4383405" y="960120"/>
            <a:ext cx="377202" cy="377190"/>
          </a:xfrm>
          <a:custGeom>
            <a:rect b="b" l="l" r="r" t="t"/>
            <a:pathLst>
              <a:path extrusionOk="0" fill="none" h="2400" w="2400">
                <a:moveTo>
                  <a:pt x="300" y="300"/>
                </a:moveTo>
                <a:lnTo>
                  <a:pt x="300" y="1900"/>
                </a:lnTo>
                <a:lnTo>
                  <a:pt x="301" y="1920"/>
                </a:lnTo>
                <a:lnTo>
                  <a:pt x="304" y="1939"/>
                </a:lnTo>
                <a:lnTo>
                  <a:pt x="309" y="1958"/>
                </a:lnTo>
                <a:lnTo>
                  <a:pt x="315" y="1977"/>
                </a:lnTo>
                <a:lnTo>
                  <a:pt x="324" y="1994"/>
                </a:lnTo>
                <a:lnTo>
                  <a:pt x="334" y="2011"/>
                </a:lnTo>
                <a:lnTo>
                  <a:pt x="345" y="2027"/>
                </a:lnTo>
                <a:lnTo>
                  <a:pt x="359" y="2041"/>
                </a:lnTo>
                <a:lnTo>
                  <a:pt x="373" y="2055"/>
                </a:lnTo>
                <a:lnTo>
                  <a:pt x="389" y="2066"/>
                </a:lnTo>
                <a:lnTo>
                  <a:pt x="406" y="2076"/>
                </a:lnTo>
                <a:lnTo>
                  <a:pt x="423" y="2085"/>
                </a:lnTo>
                <a:lnTo>
                  <a:pt x="442" y="2091"/>
                </a:lnTo>
                <a:lnTo>
                  <a:pt x="461" y="2096"/>
                </a:lnTo>
                <a:lnTo>
                  <a:pt x="480" y="2099"/>
                </a:lnTo>
                <a:lnTo>
                  <a:pt x="500" y="2100"/>
                </a:lnTo>
                <a:lnTo>
                  <a:pt x="2100" y="2100"/>
                </a:lnTo>
                <a:moveTo>
                  <a:pt x="1900" y="900"/>
                </a:moveTo>
                <a:lnTo>
                  <a:pt x="1400" y="1400"/>
                </a:lnTo>
                <a:lnTo>
                  <a:pt x="1000" y="1000"/>
                </a:lnTo>
                <a:lnTo>
                  <a:pt x="700" y="13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52" name="Google Shape;1152;p55"/>
          <p:cNvSpPr txBox="1"/>
          <p:nvPr/>
        </p:nvSpPr>
        <p:spPr>
          <a:xfrm>
            <a:off x="3958051" y="1371600"/>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chart-line</a:t>
            </a:r>
            <a:endParaRPr sz="1100"/>
          </a:p>
        </p:txBody>
      </p:sp>
      <p:sp>
        <p:nvSpPr>
          <p:cNvPr id="1153" name="Google Shape;1153;p55"/>
          <p:cNvSpPr/>
          <p:nvPr/>
        </p:nvSpPr>
        <p:spPr>
          <a:xfrm>
            <a:off x="5611313" y="960120"/>
            <a:ext cx="377202" cy="377190"/>
          </a:xfrm>
          <a:custGeom>
            <a:rect b="b" l="l" r="r" t="t"/>
            <a:pathLst>
              <a:path extrusionOk="0" fill="none" h="2400" w="2400">
                <a:moveTo>
                  <a:pt x="300" y="300"/>
                </a:moveTo>
                <a:lnTo>
                  <a:pt x="300" y="1900"/>
                </a:lnTo>
                <a:lnTo>
                  <a:pt x="301" y="1920"/>
                </a:lnTo>
                <a:lnTo>
                  <a:pt x="304" y="1939"/>
                </a:lnTo>
                <a:lnTo>
                  <a:pt x="309" y="1958"/>
                </a:lnTo>
                <a:lnTo>
                  <a:pt x="315" y="1977"/>
                </a:lnTo>
                <a:lnTo>
                  <a:pt x="324" y="1994"/>
                </a:lnTo>
                <a:lnTo>
                  <a:pt x="334" y="2011"/>
                </a:lnTo>
                <a:lnTo>
                  <a:pt x="345" y="2027"/>
                </a:lnTo>
                <a:lnTo>
                  <a:pt x="359" y="2041"/>
                </a:lnTo>
                <a:lnTo>
                  <a:pt x="373" y="2055"/>
                </a:lnTo>
                <a:lnTo>
                  <a:pt x="389" y="2066"/>
                </a:lnTo>
                <a:lnTo>
                  <a:pt x="406" y="2076"/>
                </a:lnTo>
                <a:lnTo>
                  <a:pt x="423" y="2085"/>
                </a:lnTo>
                <a:lnTo>
                  <a:pt x="442" y="2091"/>
                </a:lnTo>
                <a:lnTo>
                  <a:pt x="461" y="2096"/>
                </a:lnTo>
                <a:lnTo>
                  <a:pt x="480" y="2099"/>
                </a:lnTo>
                <a:lnTo>
                  <a:pt x="500" y="2100"/>
                </a:lnTo>
                <a:lnTo>
                  <a:pt x="2100" y="2100"/>
                </a:lnTo>
                <a:moveTo>
                  <a:pt x="700" y="1600"/>
                </a:moveTo>
                <a:lnTo>
                  <a:pt x="1500" y="1600"/>
                </a:lnTo>
                <a:moveTo>
                  <a:pt x="700" y="1100"/>
                </a:moveTo>
                <a:lnTo>
                  <a:pt x="1900" y="1100"/>
                </a:lnTo>
                <a:moveTo>
                  <a:pt x="700" y="600"/>
                </a:moveTo>
                <a:lnTo>
                  <a:pt x="1000" y="6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54" name="Google Shape;1154;p55"/>
          <p:cNvSpPr txBox="1"/>
          <p:nvPr/>
        </p:nvSpPr>
        <p:spPr>
          <a:xfrm>
            <a:off x="5185959" y="1371600"/>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chart-bar</a:t>
            </a:r>
            <a:endParaRPr sz="1100"/>
          </a:p>
        </p:txBody>
      </p:sp>
      <p:sp>
        <p:nvSpPr>
          <p:cNvPr id="1155" name="Google Shape;1155;p55"/>
          <p:cNvSpPr/>
          <p:nvPr/>
        </p:nvSpPr>
        <p:spPr>
          <a:xfrm>
            <a:off x="6839221" y="960120"/>
            <a:ext cx="377202" cy="377190"/>
          </a:xfrm>
          <a:custGeom>
            <a:rect b="b" l="l" r="r" t="t"/>
            <a:pathLst>
              <a:path extrusionOk="0" fill="none" h="2400" w="2400">
                <a:moveTo>
                  <a:pt x="300" y="300"/>
                </a:moveTo>
                <a:lnTo>
                  <a:pt x="300" y="1900"/>
                </a:lnTo>
                <a:lnTo>
                  <a:pt x="301" y="1920"/>
                </a:lnTo>
                <a:lnTo>
                  <a:pt x="304" y="1939"/>
                </a:lnTo>
                <a:lnTo>
                  <a:pt x="309" y="1958"/>
                </a:lnTo>
                <a:lnTo>
                  <a:pt x="315" y="1977"/>
                </a:lnTo>
                <a:lnTo>
                  <a:pt x="324" y="1994"/>
                </a:lnTo>
                <a:lnTo>
                  <a:pt x="334" y="2011"/>
                </a:lnTo>
                <a:lnTo>
                  <a:pt x="345" y="2027"/>
                </a:lnTo>
                <a:lnTo>
                  <a:pt x="359" y="2041"/>
                </a:lnTo>
                <a:lnTo>
                  <a:pt x="373" y="2055"/>
                </a:lnTo>
                <a:lnTo>
                  <a:pt x="389" y="2066"/>
                </a:lnTo>
                <a:lnTo>
                  <a:pt x="406" y="2076"/>
                </a:lnTo>
                <a:lnTo>
                  <a:pt x="423" y="2085"/>
                </a:lnTo>
                <a:lnTo>
                  <a:pt x="442" y="2091"/>
                </a:lnTo>
                <a:lnTo>
                  <a:pt x="461" y="2096"/>
                </a:lnTo>
                <a:lnTo>
                  <a:pt x="480" y="2099"/>
                </a:lnTo>
                <a:lnTo>
                  <a:pt x="500" y="2100"/>
                </a:lnTo>
                <a:lnTo>
                  <a:pt x="2100" y="2100"/>
                </a:lnTo>
                <a:moveTo>
                  <a:pt x="1800" y="1700"/>
                </a:moveTo>
                <a:lnTo>
                  <a:pt x="1800" y="900"/>
                </a:lnTo>
                <a:moveTo>
                  <a:pt x="1300" y="1700"/>
                </a:moveTo>
                <a:lnTo>
                  <a:pt x="1300" y="500"/>
                </a:lnTo>
                <a:moveTo>
                  <a:pt x="800" y="1700"/>
                </a:moveTo>
                <a:lnTo>
                  <a:pt x="800" y="14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56" name="Google Shape;1156;p55"/>
          <p:cNvSpPr txBox="1"/>
          <p:nvPr/>
        </p:nvSpPr>
        <p:spPr>
          <a:xfrm>
            <a:off x="6413867" y="1371600"/>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chart-column</a:t>
            </a:r>
            <a:endParaRPr sz="1100"/>
          </a:p>
        </p:txBody>
      </p:sp>
      <p:sp>
        <p:nvSpPr>
          <p:cNvPr id="1157" name="Google Shape;1157;p55"/>
          <p:cNvSpPr/>
          <p:nvPr/>
        </p:nvSpPr>
        <p:spPr>
          <a:xfrm>
            <a:off x="8067129" y="960120"/>
            <a:ext cx="377202" cy="377190"/>
          </a:xfrm>
          <a:custGeom>
            <a:rect b="b" l="l" r="r" t="t"/>
            <a:pathLst>
              <a:path extrusionOk="0" fill="none" h="2400" w="2400">
                <a:moveTo>
                  <a:pt x="2100" y="1200"/>
                </a:moveTo>
                <a:cubicBezTo>
                  <a:pt x="2155" y="1200"/>
                  <a:pt x="2200" y="1155"/>
                  <a:pt x="2195" y="1100"/>
                </a:cubicBezTo>
                <a:lnTo>
                  <a:pt x="2183" y="1015"/>
                </a:lnTo>
                <a:lnTo>
                  <a:pt x="2163" y="932"/>
                </a:lnTo>
                <a:lnTo>
                  <a:pt x="2137" y="851"/>
                </a:lnTo>
                <a:lnTo>
                  <a:pt x="2104" y="772"/>
                </a:lnTo>
                <a:lnTo>
                  <a:pt x="2064" y="696"/>
                </a:lnTo>
                <a:lnTo>
                  <a:pt x="2017" y="624"/>
                </a:lnTo>
                <a:lnTo>
                  <a:pt x="1965" y="556"/>
                </a:lnTo>
                <a:lnTo>
                  <a:pt x="1907" y="493"/>
                </a:lnTo>
                <a:lnTo>
                  <a:pt x="1844" y="435"/>
                </a:lnTo>
                <a:lnTo>
                  <a:pt x="1776" y="383"/>
                </a:lnTo>
                <a:lnTo>
                  <a:pt x="1704" y="336"/>
                </a:lnTo>
                <a:lnTo>
                  <a:pt x="1628" y="296"/>
                </a:lnTo>
                <a:lnTo>
                  <a:pt x="1549" y="263"/>
                </a:lnTo>
                <a:lnTo>
                  <a:pt x="1468" y="237"/>
                </a:lnTo>
                <a:lnTo>
                  <a:pt x="1384" y="217"/>
                </a:lnTo>
                <a:lnTo>
                  <a:pt x="1300" y="205"/>
                </a:lnTo>
                <a:cubicBezTo>
                  <a:pt x="1245" y="200"/>
                  <a:pt x="1200" y="245"/>
                  <a:pt x="1200" y="300"/>
                </a:cubicBezTo>
                <a:lnTo>
                  <a:pt x="1200" y="1100"/>
                </a:lnTo>
                <a:lnTo>
                  <a:pt x="1200" y="1110"/>
                </a:lnTo>
                <a:lnTo>
                  <a:pt x="1202" y="1120"/>
                </a:lnTo>
                <a:lnTo>
                  <a:pt x="1204" y="1129"/>
                </a:lnTo>
                <a:lnTo>
                  <a:pt x="1208" y="1138"/>
                </a:lnTo>
                <a:lnTo>
                  <a:pt x="1212" y="1147"/>
                </a:lnTo>
                <a:lnTo>
                  <a:pt x="1217" y="1156"/>
                </a:lnTo>
                <a:lnTo>
                  <a:pt x="1223" y="1164"/>
                </a:lnTo>
                <a:lnTo>
                  <a:pt x="1229" y="1171"/>
                </a:lnTo>
                <a:lnTo>
                  <a:pt x="1236" y="1177"/>
                </a:lnTo>
                <a:lnTo>
                  <a:pt x="1244" y="1183"/>
                </a:lnTo>
                <a:lnTo>
                  <a:pt x="1253" y="1188"/>
                </a:lnTo>
                <a:lnTo>
                  <a:pt x="1262" y="1192"/>
                </a:lnTo>
                <a:lnTo>
                  <a:pt x="1271" y="1196"/>
                </a:lnTo>
                <a:lnTo>
                  <a:pt x="1280" y="1198"/>
                </a:lnTo>
                <a:lnTo>
                  <a:pt x="1290" y="1200"/>
                </a:lnTo>
                <a:lnTo>
                  <a:pt x="1300" y="1200"/>
                </a:lnTo>
                <a:lnTo>
                  <a:pt x="2100" y="1200"/>
                </a:lnTo>
                <a:moveTo>
                  <a:pt x="2121" y="1589"/>
                </a:moveTo>
                <a:lnTo>
                  <a:pt x="2000" y="1800"/>
                </a:lnTo>
                <a:lnTo>
                  <a:pt x="1831" y="1975"/>
                </a:lnTo>
                <a:lnTo>
                  <a:pt x="1625" y="2105"/>
                </a:lnTo>
                <a:lnTo>
                  <a:pt x="1394" y="2180"/>
                </a:lnTo>
                <a:lnTo>
                  <a:pt x="1152" y="2198"/>
                </a:lnTo>
                <a:lnTo>
                  <a:pt x="912" y="2157"/>
                </a:lnTo>
                <a:lnTo>
                  <a:pt x="689" y="2059"/>
                </a:lnTo>
                <a:lnTo>
                  <a:pt x="497" y="1911"/>
                </a:lnTo>
                <a:lnTo>
                  <a:pt x="346" y="1720"/>
                </a:lnTo>
                <a:lnTo>
                  <a:pt x="246" y="1498"/>
                </a:lnTo>
                <a:lnTo>
                  <a:pt x="202" y="1259"/>
                </a:lnTo>
                <a:lnTo>
                  <a:pt x="217" y="1016"/>
                </a:lnTo>
                <a:lnTo>
                  <a:pt x="290" y="785"/>
                </a:lnTo>
                <a:lnTo>
                  <a:pt x="417" y="577"/>
                </a:lnTo>
                <a:lnTo>
                  <a:pt x="591" y="407"/>
                </a:lnTo>
                <a:lnTo>
                  <a:pt x="800" y="283"/>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58" name="Google Shape;1158;p55"/>
          <p:cNvSpPr txBox="1"/>
          <p:nvPr/>
        </p:nvSpPr>
        <p:spPr>
          <a:xfrm>
            <a:off x="7641775" y="1371600"/>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chart-pie</a:t>
            </a:r>
            <a:endParaRPr sz="1100"/>
          </a:p>
        </p:txBody>
      </p:sp>
      <p:sp>
        <p:nvSpPr>
          <p:cNvPr id="1159" name="Google Shape;1159;p55"/>
          <p:cNvSpPr/>
          <p:nvPr/>
        </p:nvSpPr>
        <p:spPr>
          <a:xfrm>
            <a:off x="699681" y="1755648"/>
            <a:ext cx="377202" cy="377190"/>
          </a:xfrm>
          <a:custGeom>
            <a:rect b="b" l="l" r="r" t="t"/>
            <a:pathLst>
              <a:path extrusionOk="0" fill="none" h="2400" w="2400">
                <a:moveTo>
                  <a:pt x="300" y="300"/>
                </a:moveTo>
                <a:lnTo>
                  <a:pt x="300" y="1900"/>
                </a:lnTo>
                <a:lnTo>
                  <a:pt x="301" y="1920"/>
                </a:lnTo>
                <a:lnTo>
                  <a:pt x="304" y="1939"/>
                </a:lnTo>
                <a:lnTo>
                  <a:pt x="309" y="1958"/>
                </a:lnTo>
                <a:lnTo>
                  <a:pt x="315" y="1977"/>
                </a:lnTo>
                <a:lnTo>
                  <a:pt x="324" y="1994"/>
                </a:lnTo>
                <a:lnTo>
                  <a:pt x="334" y="2011"/>
                </a:lnTo>
                <a:lnTo>
                  <a:pt x="345" y="2027"/>
                </a:lnTo>
                <a:lnTo>
                  <a:pt x="359" y="2041"/>
                </a:lnTo>
                <a:lnTo>
                  <a:pt x="373" y="2055"/>
                </a:lnTo>
                <a:lnTo>
                  <a:pt x="389" y="2066"/>
                </a:lnTo>
                <a:lnTo>
                  <a:pt x="406" y="2076"/>
                </a:lnTo>
                <a:lnTo>
                  <a:pt x="423" y="2085"/>
                </a:lnTo>
                <a:lnTo>
                  <a:pt x="442" y="2091"/>
                </a:lnTo>
                <a:lnTo>
                  <a:pt x="461" y="2096"/>
                </a:lnTo>
                <a:lnTo>
                  <a:pt x="480" y="2099"/>
                </a:lnTo>
                <a:lnTo>
                  <a:pt x="500" y="2100"/>
                </a:lnTo>
                <a:lnTo>
                  <a:pt x="2100" y="2100"/>
                </a:lnTo>
                <a:moveTo>
                  <a:pt x="700" y="1121"/>
                </a:moveTo>
                <a:lnTo>
                  <a:pt x="700" y="1118"/>
                </a:lnTo>
                <a:lnTo>
                  <a:pt x="700" y="1116"/>
                </a:lnTo>
                <a:lnTo>
                  <a:pt x="701" y="1113"/>
                </a:lnTo>
                <a:lnTo>
                  <a:pt x="701" y="1111"/>
                </a:lnTo>
                <a:lnTo>
                  <a:pt x="701" y="1109"/>
                </a:lnTo>
                <a:lnTo>
                  <a:pt x="702" y="1106"/>
                </a:lnTo>
                <a:lnTo>
                  <a:pt x="703" y="1104"/>
                </a:lnTo>
                <a:lnTo>
                  <a:pt x="704" y="1102"/>
                </a:lnTo>
                <a:lnTo>
                  <a:pt x="705" y="1099"/>
                </a:lnTo>
                <a:lnTo>
                  <a:pt x="706" y="1097"/>
                </a:lnTo>
                <a:lnTo>
                  <a:pt x="707" y="1095"/>
                </a:lnTo>
                <a:lnTo>
                  <a:pt x="708" y="1093"/>
                </a:lnTo>
                <a:lnTo>
                  <a:pt x="710" y="1091"/>
                </a:lnTo>
                <a:lnTo>
                  <a:pt x="711" y="1089"/>
                </a:lnTo>
                <a:lnTo>
                  <a:pt x="713" y="1087"/>
                </a:lnTo>
                <a:lnTo>
                  <a:pt x="715" y="1085"/>
                </a:lnTo>
                <a:lnTo>
                  <a:pt x="915" y="885"/>
                </a:lnTo>
                <a:lnTo>
                  <a:pt x="918" y="882"/>
                </a:lnTo>
                <a:lnTo>
                  <a:pt x="922" y="879"/>
                </a:lnTo>
                <a:lnTo>
                  <a:pt x="926" y="877"/>
                </a:lnTo>
                <a:lnTo>
                  <a:pt x="931" y="875"/>
                </a:lnTo>
                <a:lnTo>
                  <a:pt x="935" y="873"/>
                </a:lnTo>
                <a:lnTo>
                  <a:pt x="940" y="872"/>
                </a:lnTo>
                <a:lnTo>
                  <a:pt x="945" y="871"/>
                </a:lnTo>
                <a:lnTo>
                  <a:pt x="950" y="871"/>
                </a:lnTo>
                <a:lnTo>
                  <a:pt x="955" y="871"/>
                </a:lnTo>
                <a:lnTo>
                  <a:pt x="960" y="872"/>
                </a:lnTo>
                <a:lnTo>
                  <a:pt x="965" y="873"/>
                </a:lnTo>
                <a:lnTo>
                  <a:pt x="969" y="875"/>
                </a:lnTo>
                <a:lnTo>
                  <a:pt x="974" y="877"/>
                </a:lnTo>
                <a:lnTo>
                  <a:pt x="978" y="879"/>
                </a:lnTo>
                <a:lnTo>
                  <a:pt x="982" y="882"/>
                </a:lnTo>
                <a:lnTo>
                  <a:pt x="985" y="885"/>
                </a:lnTo>
                <a:lnTo>
                  <a:pt x="1315" y="1215"/>
                </a:lnTo>
                <a:lnTo>
                  <a:pt x="1318" y="1218"/>
                </a:lnTo>
                <a:lnTo>
                  <a:pt x="1322" y="1221"/>
                </a:lnTo>
                <a:lnTo>
                  <a:pt x="1326" y="1223"/>
                </a:lnTo>
                <a:lnTo>
                  <a:pt x="1331" y="1225"/>
                </a:lnTo>
                <a:lnTo>
                  <a:pt x="1335" y="1227"/>
                </a:lnTo>
                <a:lnTo>
                  <a:pt x="1340" y="1228"/>
                </a:lnTo>
                <a:lnTo>
                  <a:pt x="1345" y="1229"/>
                </a:lnTo>
                <a:lnTo>
                  <a:pt x="1350" y="1229"/>
                </a:lnTo>
                <a:lnTo>
                  <a:pt x="1355" y="1229"/>
                </a:lnTo>
                <a:lnTo>
                  <a:pt x="1360" y="1228"/>
                </a:lnTo>
                <a:lnTo>
                  <a:pt x="1365" y="1227"/>
                </a:lnTo>
                <a:lnTo>
                  <a:pt x="1369" y="1225"/>
                </a:lnTo>
                <a:lnTo>
                  <a:pt x="1374" y="1223"/>
                </a:lnTo>
                <a:lnTo>
                  <a:pt x="1378" y="1221"/>
                </a:lnTo>
                <a:lnTo>
                  <a:pt x="1382" y="1218"/>
                </a:lnTo>
                <a:lnTo>
                  <a:pt x="1385" y="1215"/>
                </a:lnTo>
                <a:lnTo>
                  <a:pt x="1815" y="785"/>
                </a:lnTo>
                <a:lnTo>
                  <a:pt x="1820" y="781"/>
                </a:lnTo>
                <a:lnTo>
                  <a:pt x="1826" y="777"/>
                </a:lnTo>
                <a:lnTo>
                  <a:pt x="1833" y="774"/>
                </a:lnTo>
                <a:lnTo>
                  <a:pt x="1840" y="772"/>
                </a:lnTo>
                <a:lnTo>
                  <a:pt x="1847" y="771"/>
                </a:lnTo>
                <a:lnTo>
                  <a:pt x="1855" y="771"/>
                </a:lnTo>
                <a:lnTo>
                  <a:pt x="1862" y="772"/>
                </a:lnTo>
                <a:lnTo>
                  <a:pt x="1869" y="775"/>
                </a:lnTo>
                <a:lnTo>
                  <a:pt x="1876" y="778"/>
                </a:lnTo>
                <a:lnTo>
                  <a:pt x="1882" y="782"/>
                </a:lnTo>
                <a:lnTo>
                  <a:pt x="1887" y="787"/>
                </a:lnTo>
                <a:lnTo>
                  <a:pt x="1892" y="793"/>
                </a:lnTo>
                <a:lnTo>
                  <a:pt x="1895" y="799"/>
                </a:lnTo>
                <a:lnTo>
                  <a:pt x="1898" y="806"/>
                </a:lnTo>
                <a:lnTo>
                  <a:pt x="1899" y="813"/>
                </a:lnTo>
                <a:lnTo>
                  <a:pt x="1900" y="821"/>
                </a:lnTo>
                <a:lnTo>
                  <a:pt x="1900" y="1600"/>
                </a:lnTo>
                <a:lnTo>
                  <a:pt x="1900" y="1610"/>
                </a:lnTo>
                <a:lnTo>
                  <a:pt x="1898" y="1620"/>
                </a:lnTo>
                <a:lnTo>
                  <a:pt x="1896" y="1629"/>
                </a:lnTo>
                <a:lnTo>
                  <a:pt x="1892" y="1638"/>
                </a:lnTo>
                <a:lnTo>
                  <a:pt x="1888" y="1647"/>
                </a:lnTo>
                <a:lnTo>
                  <a:pt x="1883" y="1656"/>
                </a:lnTo>
                <a:lnTo>
                  <a:pt x="1877" y="1663"/>
                </a:lnTo>
                <a:lnTo>
                  <a:pt x="1871" y="1671"/>
                </a:lnTo>
                <a:lnTo>
                  <a:pt x="1863" y="1677"/>
                </a:lnTo>
                <a:lnTo>
                  <a:pt x="1856" y="1683"/>
                </a:lnTo>
                <a:lnTo>
                  <a:pt x="1847" y="1688"/>
                </a:lnTo>
                <a:lnTo>
                  <a:pt x="1838" y="1692"/>
                </a:lnTo>
                <a:lnTo>
                  <a:pt x="1829" y="1696"/>
                </a:lnTo>
                <a:lnTo>
                  <a:pt x="1820" y="1698"/>
                </a:lnTo>
                <a:lnTo>
                  <a:pt x="1810" y="1700"/>
                </a:lnTo>
                <a:lnTo>
                  <a:pt x="1800" y="1700"/>
                </a:lnTo>
                <a:lnTo>
                  <a:pt x="800" y="1700"/>
                </a:lnTo>
                <a:lnTo>
                  <a:pt x="790" y="1700"/>
                </a:lnTo>
                <a:lnTo>
                  <a:pt x="780" y="1698"/>
                </a:lnTo>
                <a:lnTo>
                  <a:pt x="771" y="1696"/>
                </a:lnTo>
                <a:lnTo>
                  <a:pt x="762" y="1692"/>
                </a:lnTo>
                <a:lnTo>
                  <a:pt x="753" y="1688"/>
                </a:lnTo>
                <a:lnTo>
                  <a:pt x="744" y="1683"/>
                </a:lnTo>
                <a:lnTo>
                  <a:pt x="737" y="1677"/>
                </a:lnTo>
                <a:lnTo>
                  <a:pt x="729" y="1671"/>
                </a:lnTo>
                <a:lnTo>
                  <a:pt x="723" y="1663"/>
                </a:lnTo>
                <a:lnTo>
                  <a:pt x="717" y="1656"/>
                </a:lnTo>
                <a:lnTo>
                  <a:pt x="712" y="1647"/>
                </a:lnTo>
                <a:lnTo>
                  <a:pt x="708" y="1638"/>
                </a:lnTo>
                <a:lnTo>
                  <a:pt x="704" y="1629"/>
                </a:lnTo>
                <a:lnTo>
                  <a:pt x="702" y="1620"/>
                </a:lnTo>
                <a:lnTo>
                  <a:pt x="700" y="1610"/>
                </a:lnTo>
                <a:lnTo>
                  <a:pt x="700" y="1600"/>
                </a:lnTo>
                <a:lnTo>
                  <a:pt x="700" y="1121"/>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60" name="Google Shape;1160;p55"/>
          <p:cNvSpPr txBox="1"/>
          <p:nvPr/>
        </p:nvSpPr>
        <p:spPr>
          <a:xfrm>
            <a:off x="274327" y="2167128"/>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chart-area</a:t>
            </a:r>
            <a:endParaRPr sz="1100"/>
          </a:p>
        </p:txBody>
      </p:sp>
      <p:sp>
        <p:nvSpPr>
          <p:cNvPr id="1161" name="Google Shape;1161;p55"/>
          <p:cNvSpPr/>
          <p:nvPr/>
        </p:nvSpPr>
        <p:spPr>
          <a:xfrm>
            <a:off x="1927589" y="1755648"/>
            <a:ext cx="377202" cy="377190"/>
          </a:xfrm>
          <a:custGeom>
            <a:rect b="b" l="l" r="r" t="t"/>
            <a:pathLst>
              <a:path extrusionOk="0" fill="none" h="2400" w="2400">
                <a:moveTo>
                  <a:pt x="300" y="300"/>
                </a:moveTo>
                <a:lnTo>
                  <a:pt x="300" y="1900"/>
                </a:lnTo>
                <a:lnTo>
                  <a:pt x="301" y="1920"/>
                </a:lnTo>
                <a:lnTo>
                  <a:pt x="304" y="1939"/>
                </a:lnTo>
                <a:lnTo>
                  <a:pt x="309" y="1958"/>
                </a:lnTo>
                <a:lnTo>
                  <a:pt x="315" y="1977"/>
                </a:lnTo>
                <a:lnTo>
                  <a:pt x="324" y="1994"/>
                </a:lnTo>
                <a:lnTo>
                  <a:pt x="334" y="2011"/>
                </a:lnTo>
                <a:lnTo>
                  <a:pt x="345" y="2027"/>
                </a:lnTo>
                <a:lnTo>
                  <a:pt x="359" y="2041"/>
                </a:lnTo>
                <a:lnTo>
                  <a:pt x="373" y="2055"/>
                </a:lnTo>
                <a:lnTo>
                  <a:pt x="389" y="2066"/>
                </a:lnTo>
                <a:lnTo>
                  <a:pt x="406" y="2076"/>
                </a:lnTo>
                <a:lnTo>
                  <a:pt x="423" y="2085"/>
                </a:lnTo>
                <a:lnTo>
                  <a:pt x="442" y="2091"/>
                </a:lnTo>
                <a:lnTo>
                  <a:pt x="461" y="2096"/>
                </a:lnTo>
                <a:lnTo>
                  <a:pt x="480" y="2099"/>
                </a:lnTo>
                <a:lnTo>
                  <a:pt x="500" y="2100"/>
                </a:lnTo>
                <a:lnTo>
                  <a:pt x="2100" y="2100"/>
                </a:lnTo>
                <a:moveTo>
                  <a:pt x="700" y="1600"/>
                </a:moveTo>
                <a:cubicBezTo>
                  <a:pt x="750" y="1400"/>
                  <a:pt x="850" y="900"/>
                  <a:pt x="1100" y="900"/>
                </a:cubicBezTo>
                <a:cubicBezTo>
                  <a:pt x="1300" y="900"/>
                  <a:pt x="1300" y="1200"/>
                  <a:pt x="1500" y="1200"/>
                </a:cubicBezTo>
                <a:cubicBezTo>
                  <a:pt x="1750" y="1200"/>
                  <a:pt x="1950" y="700"/>
                  <a:pt x="2000" y="500"/>
                </a:cubicBez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62" name="Google Shape;1162;p55"/>
          <p:cNvSpPr txBox="1"/>
          <p:nvPr/>
        </p:nvSpPr>
        <p:spPr>
          <a:xfrm>
            <a:off x="1502235" y="2167128"/>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chart-spline</a:t>
            </a:r>
            <a:endParaRPr sz="1100"/>
          </a:p>
        </p:txBody>
      </p:sp>
      <p:sp>
        <p:nvSpPr>
          <p:cNvPr id="1163" name="Google Shape;1163;p55"/>
          <p:cNvSpPr/>
          <p:nvPr/>
        </p:nvSpPr>
        <p:spPr>
          <a:xfrm>
            <a:off x="3155497" y="1755648"/>
            <a:ext cx="377202" cy="377190"/>
          </a:xfrm>
          <a:custGeom>
            <a:rect b="b" l="l" r="r" t="t"/>
            <a:pathLst>
              <a:path extrusionOk="0" fill="none" h="2400" w="2400">
                <a:moveTo>
                  <a:pt x="1200" y="1600"/>
                </a:moveTo>
                <a:lnTo>
                  <a:pt x="1200" y="2100"/>
                </a:lnTo>
                <a:moveTo>
                  <a:pt x="1600" y="1464"/>
                </a:moveTo>
                <a:lnTo>
                  <a:pt x="1600" y="2100"/>
                </a:lnTo>
                <a:moveTo>
                  <a:pt x="2000" y="1066"/>
                </a:moveTo>
                <a:lnTo>
                  <a:pt x="2000" y="2100"/>
                </a:lnTo>
                <a:moveTo>
                  <a:pt x="2200" y="300"/>
                </a:moveTo>
                <a:lnTo>
                  <a:pt x="1335" y="1165"/>
                </a:lnTo>
                <a:lnTo>
                  <a:pt x="1332" y="1168"/>
                </a:lnTo>
                <a:lnTo>
                  <a:pt x="1328" y="1171"/>
                </a:lnTo>
                <a:lnTo>
                  <a:pt x="1324" y="1173"/>
                </a:lnTo>
                <a:lnTo>
                  <a:pt x="1319" y="1175"/>
                </a:lnTo>
                <a:lnTo>
                  <a:pt x="1315" y="1177"/>
                </a:lnTo>
                <a:lnTo>
                  <a:pt x="1310" y="1178"/>
                </a:lnTo>
                <a:lnTo>
                  <a:pt x="1305" y="1179"/>
                </a:lnTo>
                <a:lnTo>
                  <a:pt x="1300" y="1179"/>
                </a:lnTo>
                <a:lnTo>
                  <a:pt x="1295" y="1179"/>
                </a:lnTo>
                <a:lnTo>
                  <a:pt x="1290" y="1178"/>
                </a:lnTo>
                <a:lnTo>
                  <a:pt x="1285" y="1177"/>
                </a:lnTo>
                <a:lnTo>
                  <a:pt x="1281" y="1175"/>
                </a:lnTo>
                <a:lnTo>
                  <a:pt x="1276" y="1173"/>
                </a:lnTo>
                <a:lnTo>
                  <a:pt x="1272" y="1171"/>
                </a:lnTo>
                <a:lnTo>
                  <a:pt x="1268" y="1168"/>
                </a:lnTo>
                <a:lnTo>
                  <a:pt x="1265" y="1165"/>
                </a:lnTo>
                <a:lnTo>
                  <a:pt x="935" y="835"/>
                </a:lnTo>
                <a:lnTo>
                  <a:pt x="932" y="832"/>
                </a:lnTo>
                <a:lnTo>
                  <a:pt x="928" y="829"/>
                </a:lnTo>
                <a:lnTo>
                  <a:pt x="924" y="827"/>
                </a:lnTo>
                <a:lnTo>
                  <a:pt x="919" y="825"/>
                </a:lnTo>
                <a:lnTo>
                  <a:pt x="915" y="823"/>
                </a:lnTo>
                <a:lnTo>
                  <a:pt x="910" y="822"/>
                </a:lnTo>
                <a:lnTo>
                  <a:pt x="905" y="821"/>
                </a:lnTo>
                <a:lnTo>
                  <a:pt x="900" y="821"/>
                </a:lnTo>
                <a:lnTo>
                  <a:pt x="895" y="821"/>
                </a:lnTo>
                <a:lnTo>
                  <a:pt x="890" y="822"/>
                </a:lnTo>
                <a:lnTo>
                  <a:pt x="886" y="823"/>
                </a:lnTo>
                <a:lnTo>
                  <a:pt x="881" y="825"/>
                </a:lnTo>
                <a:lnTo>
                  <a:pt x="876" y="827"/>
                </a:lnTo>
                <a:lnTo>
                  <a:pt x="872" y="829"/>
                </a:lnTo>
                <a:lnTo>
                  <a:pt x="868" y="832"/>
                </a:lnTo>
                <a:lnTo>
                  <a:pt x="865" y="835"/>
                </a:lnTo>
                <a:lnTo>
                  <a:pt x="200" y="1500"/>
                </a:lnTo>
                <a:moveTo>
                  <a:pt x="400" y="1846"/>
                </a:moveTo>
                <a:lnTo>
                  <a:pt x="400" y="2100"/>
                </a:lnTo>
                <a:moveTo>
                  <a:pt x="800" y="1466"/>
                </a:moveTo>
                <a:lnTo>
                  <a:pt x="800" y="21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64" name="Google Shape;1164;p55"/>
          <p:cNvSpPr txBox="1"/>
          <p:nvPr/>
        </p:nvSpPr>
        <p:spPr>
          <a:xfrm>
            <a:off x="2730143" y="2167128"/>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chart-no-axes-combined</a:t>
            </a:r>
            <a:endParaRPr sz="1100"/>
          </a:p>
        </p:txBody>
      </p:sp>
      <p:sp>
        <p:nvSpPr>
          <p:cNvPr id="1165" name="Google Shape;1165;p55"/>
          <p:cNvSpPr/>
          <p:nvPr/>
        </p:nvSpPr>
        <p:spPr>
          <a:xfrm>
            <a:off x="4383405" y="1755648"/>
            <a:ext cx="377202" cy="377190"/>
          </a:xfrm>
          <a:custGeom>
            <a:rect b="b" l="l" r="r" t="t"/>
            <a:pathLst>
              <a:path extrusionOk="0" fill="none" h="2400" w="2400">
                <a:moveTo>
                  <a:pt x="800" y="750"/>
                </a:moveTo>
                <a:cubicBezTo>
                  <a:pt x="800" y="778"/>
                  <a:pt x="778" y="800"/>
                  <a:pt x="750" y="800"/>
                </a:cubicBezTo>
                <a:cubicBezTo>
                  <a:pt x="722" y="800"/>
                  <a:pt x="700" y="778"/>
                  <a:pt x="700" y="750"/>
                </a:cubicBezTo>
                <a:cubicBezTo>
                  <a:pt x="700" y="722"/>
                  <a:pt x="722" y="700"/>
                  <a:pt x="750" y="700"/>
                </a:cubicBezTo>
                <a:cubicBezTo>
                  <a:pt x="778" y="700"/>
                  <a:pt x="800" y="722"/>
                  <a:pt x="800" y="750"/>
                </a:cubicBezTo>
                <a:close/>
                <a:moveTo>
                  <a:pt x="1900" y="550"/>
                </a:moveTo>
                <a:cubicBezTo>
                  <a:pt x="1900" y="578"/>
                  <a:pt x="1878" y="600"/>
                  <a:pt x="1850" y="600"/>
                </a:cubicBezTo>
                <a:cubicBezTo>
                  <a:pt x="1822" y="600"/>
                  <a:pt x="1800" y="578"/>
                  <a:pt x="1800" y="550"/>
                </a:cubicBezTo>
                <a:cubicBezTo>
                  <a:pt x="1800" y="522"/>
                  <a:pt x="1822" y="500"/>
                  <a:pt x="1850" y="500"/>
                </a:cubicBezTo>
                <a:cubicBezTo>
                  <a:pt x="1878" y="500"/>
                  <a:pt x="1900" y="522"/>
                  <a:pt x="1900" y="550"/>
                </a:cubicBezTo>
                <a:close/>
                <a:moveTo>
                  <a:pt x="1200" y="1150"/>
                </a:moveTo>
                <a:cubicBezTo>
                  <a:pt x="1200" y="1178"/>
                  <a:pt x="1178" y="1200"/>
                  <a:pt x="1150" y="1200"/>
                </a:cubicBezTo>
                <a:cubicBezTo>
                  <a:pt x="1122" y="1200"/>
                  <a:pt x="1100" y="1178"/>
                  <a:pt x="1100" y="1150"/>
                </a:cubicBezTo>
                <a:cubicBezTo>
                  <a:pt x="1100" y="1122"/>
                  <a:pt x="1122" y="1100"/>
                  <a:pt x="1150" y="1100"/>
                </a:cubicBezTo>
                <a:cubicBezTo>
                  <a:pt x="1178" y="1100"/>
                  <a:pt x="1200" y="1122"/>
                  <a:pt x="1200" y="1150"/>
                </a:cubicBezTo>
                <a:close/>
                <a:moveTo>
                  <a:pt x="800" y="1650"/>
                </a:moveTo>
                <a:cubicBezTo>
                  <a:pt x="800" y="1678"/>
                  <a:pt x="778" y="1700"/>
                  <a:pt x="750" y="1700"/>
                </a:cubicBezTo>
                <a:cubicBezTo>
                  <a:pt x="722" y="1700"/>
                  <a:pt x="700" y="1678"/>
                  <a:pt x="700" y="1650"/>
                </a:cubicBezTo>
                <a:cubicBezTo>
                  <a:pt x="700" y="1622"/>
                  <a:pt x="722" y="1600"/>
                  <a:pt x="750" y="1600"/>
                </a:cubicBezTo>
                <a:cubicBezTo>
                  <a:pt x="778" y="1600"/>
                  <a:pt x="800" y="1622"/>
                  <a:pt x="800" y="1650"/>
                </a:cubicBezTo>
                <a:close/>
                <a:moveTo>
                  <a:pt x="1800" y="1450"/>
                </a:moveTo>
                <a:cubicBezTo>
                  <a:pt x="1800" y="1478"/>
                  <a:pt x="1778" y="1500"/>
                  <a:pt x="1750" y="1500"/>
                </a:cubicBezTo>
                <a:cubicBezTo>
                  <a:pt x="1722" y="1500"/>
                  <a:pt x="1700" y="1478"/>
                  <a:pt x="1700" y="1450"/>
                </a:cubicBezTo>
                <a:cubicBezTo>
                  <a:pt x="1700" y="1422"/>
                  <a:pt x="1722" y="1400"/>
                  <a:pt x="1750" y="1400"/>
                </a:cubicBezTo>
                <a:cubicBezTo>
                  <a:pt x="1778" y="1400"/>
                  <a:pt x="1800" y="1422"/>
                  <a:pt x="1800" y="1450"/>
                </a:cubicBezTo>
                <a:close/>
                <a:moveTo>
                  <a:pt x="300" y="300"/>
                </a:moveTo>
                <a:lnTo>
                  <a:pt x="300" y="1900"/>
                </a:lnTo>
                <a:lnTo>
                  <a:pt x="301" y="1920"/>
                </a:lnTo>
                <a:lnTo>
                  <a:pt x="304" y="1939"/>
                </a:lnTo>
                <a:lnTo>
                  <a:pt x="309" y="1958"/>
                </a:lnTo>
                <a:lnTo>
                  <a:pt x="315" y="1977"/>
                </a:lnTo>
                <a:lnTo>
                  <a:pt x="324" y="1994"/>
                </a:lnTo>
                <a:lnTo>
                  <a:pt x="334" y="2011"/>
                </a:lnTo>
                <a:lnTo>
                  <a:pt x="345" y="2027"/>
                </a:lnTo>
                <a:lnTo>
                  <a:pt x="359" y="2041"/>
                </a:lnTo>
                <a:lnTo>
                  <a:pt x="373" y="2055"/>
                </a:lnTo>
                <a:lnTo>
                  <a:pt x="389" y="2066"/>
                </a:lnTo>
                <a:lnTo>
                  <a:pt x="406" y="2076"/>
                </a:lnTo>
                <a:lnTo>
                  <a:pt x="423" y="2085"/>
                </a:lnTo>
                <a:lnTo>
                  <a:pt x="442" y="2091"/>
                </a:lnTo>
                <a:lnTo>
                  <a:pt x="461" y="2096"/>
                </a:lnTo>
                <a:lnTo>
                  <a:pt x="480" y="2099"/>
                </a:lnTo>
                <a:lnTo>
                  <a:pt x="500" y="2100"/>
                </a:lnTo>
                <a:lnTo>
                  <a:pt x="2100" y="21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66" name="Google Shape;1166;p55"/>
          <p:cNvSpPr txBox="1"/>
          <p:nvPr/>
        </p:nvSpPr>
        <p:spPr>
          <a:xfrm>
            <a:off x="3958051" y="2167128"/>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chart-scatter</a:t>
            </a:r>
            <a:endParaRPr sz="1100"/>
          </a:p>
        </p:txBody>
      </p:sp>
      <p:sp>
        <p:nvSpPr>
          <p:cNvPr id="1167" name="Google Shape;1167;p55"/>
          <p:cNvSpPr/>
          <p:nvPr/>
        </p:nvSpPr>
        <p:spPr>
          <a:xfrm>
            <a:off x="5611313" y="1755648"/>
            <a:ext cx="377202" cy="377190"/>
          </a:xfrm>
          <a:custGeom>
            <a:rect b="b" l="l" r="r" t="t"/>
            <a:pathLst>
              <a:path extrusionOk="0" fill="none" h="2400" w="2400">
                <a:moveTo>
                  <a:pt x="2200" y="1200"/>
                </a:moveTo>
                <a:lnTo>
                  <a:pt x="1952" y="1200"/>
                </a:lnTo>
                <a:lnTo>
                  <a:pt x="1936" y="1201"/>
                </a:lnTo>
                <a:lnTo>
                  <a:pt x="1920" y="1203"/>
                </a:lnTo>
                <a:lnTo>
                  <a:pt x="1904" y="1206"/>
                </a:lnTo>
                <a:lnTo>
                  <a:pt x="1888" y="1210"/>
                </a:lnTo>
                <a:lnTo>
                  <a:pt x="1873" y="1216"/>
                </a:lnTo>
                <a:lnTo>
                  <a:pt x="1858" y="1223"/>
                </a:lnTo>
                <a:lnTo>
                  <a:pt x="1844" y="1231"/>
                </a:lnTo>
                <a:lnTo>
                  <a:pt x="1831" y="1240"/>
                </a:lnTo>
                <a:lnTo>
                  <a:pt x="1818" y="1251"/>
                </a:lnTo>
                <a:lnTo>
                  <a:pt x="1807" y="1262"/>
                </a:lnTo>
                <a:lnTo>
                  <a:pt x="1796" y="1274"/>
                </a:lnTo>
                <a:lnTo>
                  <a:pt x="1786" y="1287"/>
                </a:lnTo>
                <a:lnTo>
                  <a:pt x="1778" y="1301"/>
                </a:lnTo>
                <a:lnTo>
                  <a:pt x="1770" y="1316"/>
                </a:lnTo>
                <a:lnTo>
                  <a:pt x="1764" y="1331"/>
                </a:lnTo>
                <a:lnTo>
                  <a:pt x="1759" y="1346"/>
                </a:lnTo>
                <a:lnTo>
                  <a:pt x="1524" y="2182"/>
                </a:lnTo>
                <a:lnTo>
                  <a:pt x="1523" y="2186"/>
                </a:lnTo>
                <a:lnTo>
                  <a:pt x="1521" y="2189"/>
                </a:lnTo>
                <a:lnTo>
                  <a:pt x="1518" y="2192"/>
                </a:lnTo>
                <a:lnTo>
                  <a:pt x="1515" y="2195"/>
                </a:lnTo>
                <a:lnTo>
                  <a:pt x="1512" y="2197"/>
                </a:lnTo>
                <a:lnTo>
                  <a:pt x="1508" y="2199"/>
                </a:lnTo>
                <a:lnTo>
                  <a:pt x="1504" y="2200"/>
                </a:lnTo>
                <a:lnTo>
                  <a:pt x="1500" y="2200"/>
                </a:lnTo>
                <a:lnTo>
                  <a:pt x="1496" y="2200"/>
                </a:lnTo>
                <a:lnTo>
                  <a:pt x="1492" y="2199"/>
                </a:lnTo>
                <a:lnTo>
                  <a:pt x="1488" y="2197"/>
                </a:lnTo>
                <a:lnTo>
                  <a:pt x="1485" y="2195"/>
                </a:lnTo>
                <a:lnTo>
                  <a:pt x="1482" y="2192"/>
                </a:lnTo>
                <a:lnTo>
                  <a:pt x="1479" y="2189"/>
                </a:lnTo>
                <a:lnTo>
                  <a:pt x="1477" y="2186"/>
                </a:lnTo>
                <a:lnTo>
                  <a:pt x="1476" y="2182"/>
                </a:lnTo>
                <a:lnTo>
                  <a:pt x="924" y="218"/>
                </a:lnTo>
                <a:lnTo>
                  <a:pt x="923" y="214"/>
                </a:lnTo>
                <a:lnTo>
                  <a:pt x="921" y="211"/>
                </a:lnTo>
                <a:lnTo>
                  <a:pt x="918" y="208"/>
                </a:lnTo>
                <a:lnTo>
                  <a:pt x="915" y="205"/>
                </a:lnTo>
                <a:lnTo>
                  <a:pt x="912" y="203"/>
                </a:lnTo>
                <a:lnTo>
                  <a:pt x="908" y="201"/>
                </a:lnTo>
                <a:lnTo>
                  <a:pt x="904" y="200"/>
                </a:lnTo>
                <a:lnTo>
                  <a:pt x="900" y="200"/>
                </a:lnTo>
                <a:lnTo>
                  <a:pt x="896" y="200"/>
                </a:lnTo>
                <a:lnTo>
                  <a:pt x="892" y="201"/>
                </a:lnTo>
                <a:lnTo>
                  <a:pt x="888" y="203"/>
                </a:lnTo>
                <a:lnTo>
                  <a:pt x="885" y="205"/>
                </a:lnTo>
                <a:lnTo>
                  <a:pt x="882" y="208"/>
                </a:lnTo>
                <a:lnTo>
                  <a:pt x="879" y="211"/>
                </a:lnTo>
                <a:lnTo>
                  <a:pt x="877" y="214"/>
                </a:lnTo>
                <a:lnTo>
                  <a:pt x="876" y="218"/>
                </a:lnTo>
                <a:lnTo>
                  <a:pt x="641" y="1054"/>
                </a:lnTo>
                <a:lnTo>
                  <a:pt x="636" y="1069"/>
                </a:lnTo>
                <a:lnTo>
                  <a:pt x="630" y="1084"/>
                </a:lnTo>
                <a:lnTo>
                  <a:pt x="622" y="1099"/>
                </a:lnTo>
                <a:lnTo>
                  <a:pt x="614" y="1112"/>
                </a:lnTo>
                <a:lnTo>
                  <a:pt x="604" y="1125"/>
                </a:lnTo>
                <a:lnTo>
                  <a:pt x="594" y="1138"/>
                </a:lnTo>
                <a:lnTo>
                  <a:pt x="582" y="1149"/>
                </a:lnTo>
                <a:lnTo>
                  <a:pt x="569" y="1159"/>
                </a:lnTo>
                <a:lnTo>
                  <a:pt x="556" y="1168"/>
                </a:lnTo>
                <a:lnTo>
                  <a:pt x="542" y="1177"/>
                </a:lnTo>
                <a:lnTo>
                  <a:pt x="528" y="1184"/>
                </a:lnTo>
                <a:lnTo>
                  <a:pt x="513" y="1189"/>
                </a:lnTo>
                <a:lnTo>
                  <a:pt x="497" y="1194"/>
                </a:lnTo>
                <a:lnTo>
                  <a:pt x="481" y="1197"/>
                </a:lnTo>
                <a:lnTo>
                  <a:pt x="465" y="1199"/>
                </a:lnTo>
                <a:lnTo>
                  <a:pt x="449" y="1200"/>
                </a:lnTo>
                <a:lnTo>
                  <a:pt x="200" y="12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68" name="Google Shape;1168;p55"/>
          <p:cNvSpPr txBox="1"/>
          <p:nvPr/>
        </p:nvSpPr>
        <p:spPr>
          <a:xfrm>
            <a:off x="5185959" y="2167128"/>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activity</a:t>
            </a:r>
            <a:endParaRPr sz="1100"/>
          </a:p>
        </p:txBody>
      </p:sp>
      <p:sp>
        <p:nvSpPr>
          <p:cNvPr id="1169" name="Google Shape;1169;p55"/>
          <p:cNvSpPr/>
          <p:nvPr/>
        </p:nvSpPr>
        <p:spPr>
          <a:xfrm>
            <a:off x="6839221" y="1755648"/>
            <a:ext cx="377202" cy="377190"/>
          </a:xfrm>
          <a:custGeom>
            <a:rect b="b" l="l" r="r" t="t"/>
            <a:pathLst>
              <a:path extrusionOk="0" fill="none" h="2400" w="2400">
                <a:moveTo>
                  <a:pt x="1200" y="1400"/>
                </a:moveTo>
                <a:lnTo>
                  <a:pt x="1600" y="1000"/>
                </a:lnTo>
                <a:moveTo>
                  <a:pt x="334" y="1900"/>
                </a:moveTo>
                <a:lnTo>
                  <a:pt x="234" y="1659"/>
                </a:lnTo>
                <a:lnTo>
                  <a:pt x="200" y="1400"/>
                </a:lnTo>
                <a:lnTo>
                  <a:pt x="234" y="1141"/>
                </a:lnTo>
                <a:lnTo>
                  <a:pt x="334" y="900"/>
                </a:lnTo>
                <a:lnTo>
                  <a:pt x="493" y="693"/>
                </a:lnTo>
                <a:lnTo>
                  <a:pt x="700" y="534"/>
                </a:lnTo>
                <a:lnTo>
                  <a:pt x="941" y="434"/>
                </a:lnTo>
                <a:lnTo>
                  <a:pt x="1200" y="400"/>
                </a:lnTo>
                <a:lnTo>
                  <a:pt x="1459" y="434"/>
                </a:lnTo>
                <a:lnTo>
                  <a:pt x="1700" y="534"/>
                </a:lnTo>
                <a:lnTo>
                  <a:pt x="1907" y="693"/>
                </a:lnTo>
                <a:lnTo>
                  <a:pt x="2066" y="900"/>
                </a:lnTo>
                <a:lnTo>
                  <a:pt x="2166" y="1141"/>
                </a:lnTo>
                <a:lnTo>
                  <a:pt x="2200" y="1400"/>
                </a:lnTo>
                <a:lnTo>
                  <a:pt x="2166" y="1659"/>
                </a:lnTo>
                <a:lnTo>
                  <a:pt x="2066" y="19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rgbClr val="437AEF"/>
              </a:solidFill>
              <a:latin typeface="Calibri"/>
              <a:ea typeface="Calibri"/>
              <a:cs typeface="Calibri"/>
              <a:sym typeface="Calibri"/>
            </a:endParaRPr>
          </a:p>
        </p:txBody>
      </p:sp>
      <p:sp>
        <p:nvSpPr>
          <p:cNvPr id="1170" name="Google Shape;1170;p55"/>
          <p:cNvSpPr txBox="1"/>
          <p:nvPr/>
        </p:nvSpPr>
        <p:spPr>
          <a:xfrm>
            <a:off x="6413867" y="2167128"/>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gauge</a:t>
            </a:r>
            <a:endParaRPr sz="1100"/>
          </a:p>
        </p:txBody>
      </p:sp>
      <p:sp>
        <p:nvSpPr>
          <p:cNvPr id="1171" name="Google Shape;1171;p55"/>
          <p:cNvSpPr/>
          <p:nvPr/>
        </p:nvSpPr>
        <p:spPr>
          <a:xfrm>
            <a:off x="8067129" y="1755648"/>
            <a:ext cx="377202" cy="377190"/>
          </a:xfrm>
          <a:custGeom>
            <a:rect b="b" l="l" r="r" t="t"/>
            <a:pathLst>
              <a:path extrusionOk="0" fill="none" h="2400" w="2400">
                <a:moveTo>
                  <a:pt x="2200" y="1200"/>
                </a:moveTo>
                <a:cubicBezTo>
                  <a:pt x="2200" y="1752"/>
                  <a:pt x="1752" y="2200"/>
                  <a:pt x="1200" y="2200"/>
                </a:cubicBezTo>
                <a:cubicBezTo>
                  <a:pt x="648" y="2200"/>
                  <a:pt x="200" y="1752"/>
                  <a:pt x="200" y="1200"/>
                </a:cubicBezTo>
                <a:cubicBezTo>
                  <a:pt x="200" y="648"/>
                  <a:pt x="648" y="200"/>
                  <a:pt x="1200" y="200"/>
                </a:cubicBezTo>
                <a:cubicBezTo>
                  <a:pt x="1752" y="200"/>
                  <a:pt x="2200" y="648"/>
                  <a:pt x="2200" y="1200"/>
                </a:cubicBezTo>
                <a:close/>
                <a:moveTo>
                  <a:pt x="1800" y="1200"/>
                </a:moveTo>
                <a:cubicBezTo>
                  <a:pt x="1800" y="1531"/>
                  <a:pt x="1531" y="1800"/>
                  <a:pt x="1200" y="1800"/>
                </a:cubicBezTo>
                <a:cubicBezTo>
                  <a:pt x="869" y="1800"/>
                  <a:pt x="600" y="1531"/>
                  <a:pt x="600" y="1200"/>
                </a:cubicBezTo>
                <a:cubicBezTo>
                  <a:pt x="600" y="869"/>
                  <a:pt x="869" y="600"/>
                  <a:pt x="1200" y="600"/>
                </a:cubicBezTo>
                <a:cubicBezTo>
                  <a:pt x="1531" y="600"/>
                  <a:pt x="1800" y="869"/>
                  <a:pt x="1800" y="1200"/>
                </a:cubicBezTo>
                <a:close/>
                <a:moveTo>
                  <a:pt x="1400" y="1200"/>
                </a:moveTo>
                <a:cubicBezTo>
                  <a:pt x="1400" y="1310"/>
                  <a:pt x="1310" y="1400"/>
                  <a:pt x="1200" y="1400"/>
                </a:cubicBezTo>
                <a:cubicBezTo>
                  <a:pt x="1090" y="1400"/>
                  <a:pt x="1000" y="1310"/>
                  <a:pt x="1000" y="1200"/>
                </a:cubicBezTo>
                <a:cubicBezTo>
                  <a:pt x="1000" y="1090"/>
                  <a:pt x="1090" y="1000"/>
                  <a:pt x="1200" y="1000"/>
                </a:cubicBezTo>
                <a:cubicBezTo>
                  <a:pt x="1310" y="1000"/>
                  <a:pt x="1400" y="1090"/>
                  <a:pt x="1400" y="1200"/>
                </a:cubicBezTo>
                <a:close/>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72" name="Google Shape;1172;p55"/>
          <p:cNvSpPr txBox="1"/>
          <p:nvPr/>
        </p:nvSpPr>
        <p:spPr>
          <a:xfrm>
            <a:off x="7641775" y="2167128"/>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target</a:t>
            </a:r>
            <a:endParaRPr sz="1100"/>
          </a:p>
        </p:txBody>
      </p:sp>
      <p:sp>
        <p:nvSpPr>
          <p:cNvPr id="1173" name="Google Shape;1173;p55"/>
          <p:cNvSpPr/>
          <p:nvPr/>
        </p:nvSpPr>
        <p:spPr>
          <a:xfrm>
            <a:off x="699681" y="2551176"/>
            <a:ext cx="377202" cy="377190"/>
          </a:xfrm>
          <a:custGeom>
            <a:rect b="b" l="l" r="r" t="t"/>
            <a:pathLst>
              <a:path extrusionOk="0" fill="none" h="2400" w="2400">
                <a:moveTo>
                  <a:pt x="2200" y="1200"/>
                </a:moveTo>
                <a:cubicBezTo>
                  <a:pt x="2200" y="1752"/>
                  <a:pt x="1752" y="2200"/>
                  <a:pt x="1200" y="2200"/>
                </a:cubicBezTo>
                <a:cubicBezTo>
                  <a:pt x="648" y="2200"/>
                  <a:pt x="200" y="1752"/>
                  <a:pt x="200" y="1200"/>
                </a:cubicBezTo>
                <a:cubicBezTo>
                  <a:pt x="200" y="648"/>
                  <a:pt x="648" y="200"/>
                  <a:pt x="1200" y="200"/>
                </a:cubicBezTo>
                <a:cubicBezTo>
                  <a:pt x="1752" y="200"/>
                  <a:pt x="2200" y="648"/>
                  <a:pt x="2200" y="1200"/>
                </a:cubicBezTo>
                <a:close/>
                <a:moveTo>
                  <a:pt x="2200" y="1200"/>
                </a:moveTo>
                <a:lnTo>
                  <a:pt x="1800" y="1200"/>
                </a:lnTo>
                <a:moveTo>
                  <a:pt x="600" y="1200"/>
                </a:moveTo>
                <a:lnTo>
                  <a:pt x="200" y="1200"/>
                </a:lnTo>
                <a:moveTo>
                  <a:pt x="1200" y="600"/>
                </a:moveTo>
                <a:lnTo>
                  <a:pt x="1200" y="200"/>
                </a:lnTo>
                <a:moveTo>
                  <a:pt x="1200" y="2200"/>
                </a:moveTo>
                <a:lnTo>
                  <a:pt x="1200" y="18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74" name="Google Shape;1174;p55"/>
          <p:cNvSpPr txBox="1"/>
          <p:nvPr/>
        </p:nvSpPr>
        <p:spPr>
          <a:xfrm>
            <a:off x="274327" y="2962656"/>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crosshair</a:t>
            </a:r>
            <a:endParaRPr sz="1100"/>
          </a:p>
        </p:txBody>
      </p:sp>
      <p:sp>
        <p:nvSpPr>
          <p:cNvPr id="1175" name="Google Shape;1175;p55"/>
          <p:cNvSpPr/>
          <p:nvPr/>
        </p:nvSpPr>
        <p:spPr>
          <a:xfrm>
            <a:off x="1927589" y="2551176"/>
            <a:ext cx="377202" cy="377190"/>
          </a:xfrm>
          <a:custGeom>
            <a:rect b="b" l="l" r="r" t="t"/>
            <a:pathLst>
              <a:path extrusionOk="0" fill="none" h="2400" w="2400">
                <a:moveTo>
                  <a:pt x="1548" y="1289"/>
                </a:moveTo>
                <a:lnTo>
                  <a:pt x="1699" y="2142"/>
                </a:lnTo>
                <a:lnTo>
                  <a:pt x="1700" y="2149"/>
                </a:lnTo>
                <a:lnTo>
                  <a:pt x="1699" y="2157"/>
                </a:lnTo>
                <a:lnTo>
                  <a:pt x="1698" y="2164"/>
                </a:lnTo>
                <a:lnTo>
                  <a:pt x="1695" y="2171"/>
                </a:lnTo>
                <a:lnTo>
                  <a:pt x="1691" y="2178"/>
                </a:lnTo>
                <a:lnTo>
                  <a:pt x="1687" y="2184"/>
                </a:lnTo>
                <a:lnTo>
                  <a:pt x="1681" y="2189"/>
                </a:lnTo>
                <a:lnTo>
                  <a:pt x="1675" y="2193"/>
                </a:lnTo>
                <a:lnTo>
                  <a:pt x="1668" y="2196"/>
                </a:lnTo>
                <a:lnTo>
                  <a:pt x="1661" y="2199"/>
                </a:lnTo>
                <a:lnTo>
                  <a:pt x="1653" y="2200"/>
                </a:lnTo>
                <a:lnTo>
                  <a:pt x="1646" y="2200"/>
                </a:lnTo>
                <a:lnTo>
                  <a:pt x="1638" y="2199"/>
                </a:lnTo>
                <a:lnTo>
                  <a:pt x="1631" y="2196"/>
                </a:lnTo>
                <a:lnTo>
                  <a:pt x="1624" y="2193"/>
                </a:lnTo>
                <a:lnTo>
                  <a:pt x="1618" y="2189"/>
                </a:lnTo>
                <a:lnTo>
                  <a:pt x="1260" y="1920"/>
                </a:lnTo>
                <a:lnTo>
                  <a:pt x="1254" y="1915"/>
                </a:lnTo>
                <a:lnTo>
                  <a:pt x="1247" y="1911"/>
                </a:lnTo>
                <a:lnTo>
                  <a:pt x="1239" y="1908"/>
                </a:lnTo>
                <a:lnTo>
                  <a:pt x="1232" y="1905"/>
                </a:lnTo>
                <a:lnTo>
                  <a:pt x="1224" y="1903"/>
                </a:lnTo>
                <a:lnTo>
                  <a:pt x="1216" y="1901"/>
                </a:lnTo>
                <a:lnTo>
                  <a:pt x="1208" y="1900"/>
                </a:lnTo>
                <a:lnTo>
                  <a:pt x="1200" y="1900"/>
                </a:lnTo>
                <a:lnTo>
                  <a:pt x="1192" y="1900"/>
                </a:lnTo>
                <a:lnTo>
                  <a:pt x="1184" y="1901"/>
                </a:lnTo>
                <a:lnTo>
                  <a:pt x="1177" y="1903"/>
                </a:lnTo>
                <a:lnTo>
                  <a:pt x="1169" y="1905"/>
                </a:lnTo>
                <a:lnTo>
                  <a:pt x="1161" y="1908"/>
                </a:lnTo>
                <a:lnTo>
                  <a:pt x="1154" y="1911"/>
                </a:lnTo>
                <a:lnTo>
                  <a:pt x="1147" y="1915"/>
                </a:lnTo>
                <a:lnTo>
                  <a:pt x="1141" y="1920"/>
                </a:lnTo>
                <a:lnTo>
                  <a:pt x="782" y="2188"/>
                </a:lnTo>
                <a:lnTo>
                  <a:pt x="776" y="2193"/>
                </a:lnTo>
                <a:lnTo>
                  <a:pt x="769" y="2196"/>
                </a:lnTo>
                <a:lnTo>
                  <a:pt x="762" y="2198"/>
                </a:lnTo>
                <a:lnTo>
                  <a:pt x="754" y="2200"/>
                </a:lnTo>
                <a:lnTo>
                  <a:pt x="747" y="2200"/>
                </a:lnTo>
                <a:lnTo>
                  <a:pt x="739" y="2199"/>
                </a:lnTo>
                <a:lnTo>
                  <a:pt x="732" y="2196"/>
                </a:lnTo>
                <a:lnTo>
                  <a:pt x="725" y="2193"/>
                </a:lnTo>
                <a:lnTo>
                  <a:pt x="719" y="2189"/>
                </a:lnTo>
                <a:lnTo>
                  <a:pt x="713" y="2184"/>
                </a:lnTo>
                <a:lnTo>
                  <a:pt x="709" y="2178"/>
                </a:lnTo>
                <a:lnTo>
                  <a:pt x="705" y="2171"/>
                </a:lnTo>
                <a:lnTo>
                  <a:pt x="702" y="2164"/>
                </a:lnTo>
                <a:lnTo>
                  <a:pt x="701" y="2157"/>
                </a:lnTo>
                <a:lnTo>
                  <a:pt x="700" y="2149"/>
                </a:lnTo>
                <a:lnTo>
                  <a:pt x="701" y="2142"/>
                </a:lnTo>
                <a:lnTo>
                  <a:pt x="852" y="1289"/>
                </a:lnTo>
                <a:moveTo>
                  <a:pt x="1800" y="800"/>
                </a:moveTo>
                <a:cubicBezTo>
                  <a:pt x="1800" y="1131"/>
                  <a:pt x="1531" y="1400"/>
                  <a:pt x="1200" y="1400"/>
                </a:cubicBezTo>
                <a:cubicBezTo>
                  <a:pt x="869" y="1400"/>
                  <a:pt x="600" y="1131"/>
                  <a:pt x="600" y="800"/>
                </a:cubicBezTo>
                <a:cubicBezTo>
                  <a:pt x="600" y="469"/>
                  <a:pt x="869" y="200"/>
                  <a:pt x="1200" y="200"/>
                </a:cubicBezTo>
                <a:cubicBezTo>
                  <a:pt x="1531" y="200"/>
                  <a:pt x="1800" y="469"/>
                  <a:pt x="1800" y="800"/>
                </a:cubicBezTo>
                <a:close/>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76" name="Google Shape;1176;p55"/>
          <p:cNvSpPr txBox="1"/>
          <p:nvPr/>
        </p:nvSpPr>
        <p:spPr>
          <a:xfrm>
            <a:off x="1502235" y="2962656"/>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award</a:t>
            </a:r>
            <a:endParaRPr sz="1100"/>
          </a:p>
        </p:txBody>
      </p:sp>
      <p:sp>
        <p:nvSpPr>
          <p:cNvPr id="1177" name="Google Shape;1177;p55"/>
          <p:cNvSpPr/>
          <p:nvPr/>
        </p:nvSpPr>
        <p:spPr>
          <a:xfrm>
            <a:off x="3155497" y="2551176"/>
            <a:ext cx="377202" cy="377190"/>
          </a:xfrm>
          <a:custGeom>
            <a:rect b="b" l="l" r="r" t="t"/>
            <a:pathLst>
              <a:path extrusionOk="0" fill="none" h="2400" w="2400">
                <a:moveTo>
                  <a:pt x="1000" y="1466"/>
                </a:moveTo>
                <a:lnTo>
                  <a:pt x="1000" y="1629"/>
                </a:lnTo>
                <a:lnTo>
                  <a:pt x="999" y="1641"/>
                </a:lnTo>
                <a:lnTo>
                  <a:pt x="998" y="1654"/>
                </a:lnTo>
                <a:lnTo>
                  <a:pt x="996" y="1667"/>
                </a:lnTo>
                <a:lnTo>
                  <a:pt x="993" y="1679"/>
                </a:lnTo>
                <a:lnTo>
                  <a:pt x="989" y="1691"/>
                </a:lnTo>
                <a:lnTo>
                  <a:pt x="985" y="1703"/>
                </a:lnTo>
                <a:lnTo>
                  <a:pt x="979" y="1715"/>
                </a:lnTo>
                <a:lnTo>
                  <a:pt x="973" y="1726"/>
                </a:lnTo>
                <a:lnTo>
                  <a:pt x="967" y="1737"/>
                </a:lnTo>
                <a:lnTo>
                  <a:pt x="959" y="1747"/>
                </a:lnTo>
                <a:lnTo>
                  <a:pt x="951" y="1757"/>
                </a:lnTo>
                <a:lnTo>
                  <a:pt x="943" y="1767"/>
                </a:lnTo>
                <a:lnTo>
                  <a:pt x="933" y="1776"/>
                </a:lnTo>
                <a:lnTo>
                  <a:pt x="923" y="1784"/>
                </a:lnTo>
                <a:lnTo>
                  <a:pt x="913" y="1791"/>
                </a:lnTo>
                <a:lnTo>
                  <a:pt x="902" y="1798"/>
                </a:lnTo>
                <a:lnTo>
                  <a:pt x="880" y="1816"/>
                </a:lnTo>
                <a:lnTo>
                  <a:pt x="858" y="1835"/>
                </a:lnTo>
                <a:lnTo>
                  <a:pt x="837" y="1856"/>
                </a:lnTo>
                <a:lnTo>
                  <a:pt x="818" y="1877"/>
                </a:lnTo>
                <a:lnTo>
                  <a:pt x="800" y="1900"/>
                </a:lnTo>
                <a:lnTo>
                  <a:pt x="783" y="1924"/>
                </a:lnTo>
                <a:lnTo>
                  <a:pt x="768" y="1949"/>
                </a:lnTo>
                <a:lnTo>
                  <a:pt x="754" y="1974"/>
                </a:lnTo>
                <a:lnTo>
                  <a:pt x="742" y="2000"/>
                </a:lnTo>
                <a:lnTo>
                  <a:pt x="731" y="2027"/>
                </a:lnTo>
                <a:lnTo>
                  <a:pt x="722" y="2055"/>
                </a:lnTo>
                <a:lnTo>
                  <a:pt x="714" y="2083"/>
                </a:lnTo>
                <a:lnTo>
                  <a:pt x="708" y="2111"/>
                </a:lnTo>
                <a:lnTo>
                  <a:pt x="704" y="2140"/>
                </a:lnTo>
                <a:lnTo>
                  <a:pt x="701" y="2169"/>
                </a:lnTo>
                <a:lnTo>
                  <a:pt x="700" y="2198"/>
                </a:lnTo>
                <a:moveTo>
                  <a:pt x="1400" y="1466"/>
                </a:moveTo>
                <a:lnTo>
                  <a:pt x="1400" y="1629"/>
                </a:lnTo>
                <a:lnTo>
                  <a:pt x="1401" y="1641"/>
                </a:lnTo>
                <a:lnTo>
                  <a:pt x="1402" y="1654"/>
                </a:lnTo>
                <a:lnTo>
                  <a:pt x="1404" y="1667"/>
                </a:lnTo>
                <a:lnTo>
                  <a:pt x="1407" y="1679"/>
                </a:lnTo>
                <a:lnTo>
                  <a:pt x="1411" y="1691"/>
                </a:lnTo>
                <a:lnTo>
                  <a:pt x="1415" y="1703"/>
                </a:lnTo>
                <a:lnTo>
                  <a:pt x="1421" y="1715"/>
                </a:lnTo>
                <a:lnTo>
                  <a:pt x="1427" y="1726"/>
                </a:lnTo>
                <a:lnTo>
                  <a:pt x="1433" y="1737"/>
                </a:lnTo>
                <a:lnTo>
                  <a:pt x="1441" y="1747"/>
                </a:lnTo>
                <a:lnTo>
                  <a:pt x="1449" y="1757"/>
                </a:lnTo>
                <a:lnTo>
                  <a:pt x="1457" y="1767"/>
                </a:lnTo>
                <a:lnTo>
                  <a:pt x="1467" y="1776"/>
                </a:lnTo>
                <a:lnTo>
                  <a:pt x="1477" y="1784"/>
                </a:lnTo>
                <a:lnTo>
                  <a:pt x="1487" y="1791"/>
                </a:lnTo>
                <a:lnTo>
                  <a:pt x="1498" y="1798"/>
                </a:lnTo>
                <a:lnTo>
                  <a:pt x="1520" y="1816"/>
                </a:lnTo>
                <a:lnTo>
                  <a:pt x="1542" y="1835"/>
                </a:lnTo>
                <a:lnTo>
                  <a:pt x="1563" y="1856"/>
                </a:lnTo>
                <a:lnTo>
                  <a:pt x="1582" y="1877"/>
                </a:lnTo>
                <a:lnTo>
                  <a:pt x="1600" y="1900"/>
                </a:lnTo>
                <a:lnTo>
                  <a:pt x="1617" y="1924"/>
                </a:lnTo>
                <a:lnTo>
                  <a:pt x="1632" y="1949"/>
                </a:lnTo>
                <a:lnTo>
                  <a:pt x="1646" y="1974"/>
                </a:lnTo>
                <a:lnTo>
                  <a:pt x="1658" y="2000"/>
                </a:lnTo>
                <a:lnTo>
                  <a:pt x="1669" y="2027"/>
                </a:lnTo>
                <a:lnTo>
                  <a:pt x="1678" y="2055"/>
                </a:lnTo>
                <a:lnTo>
                  <a:pt x="1686" y="2083"/>
                </a:lnTo>
                <a:lnTo>
                  <a:pt x="1692" y="2111"/>
                </a:lnTo>
                <a:lnTo>
                  <a:pt x="1696" y="2140"/>
                </a:lnTo>
                <a:lnTo>
                  <a:pt x="1699" y="2169"/>
                </a:lnTo>
                <a:lnTo>
                  <a:pt x="1700" y="2198"/>
                </a:lnTo>
                <a:moveTo>
                  <a:pt x="1800" y="900"/>
                </a:moveTo>
                <a:lnTo>
                  <a:pt x="1950" y="900"/>
                </a:lnTo>
                <a:lnTo>
                  <a:pt x="1999" y="895"/>
                </a:lnTo>
                <a:lnTo>
                  <a:pt x="2046" y="881"/>
                </a:lnTo>
                <a:lnTo>
                  <a:pt x="2089" y="858"/>
                </a:lnTo>
                <a:lnTo>
                  <a:pt x="2127" y="827"/>
                </a:lnTo>
                <a:lnTo>
                  <a:pt x="2158" y="789"/>
                </a:lnTo>
                <a:lnTo>
                  <a:pt x="2181" y="746"/>
                </a:lnTo>
                <a:lnTo>
                  <a:pt x="2195" y="699"/>
                </a:lnTo>
                <a:lnTo>
                  <a:pt x="2200" y="650"/>
                </a:lnTo>
                <a:lnTo>
                  <a:pt x="2195" y="601"/>
                </a:lnTo>
                <a:lnTo>
                  <a:pt x="2181" y="554"/>
                </a:lnTo>
                <a:lnTo>
                  <a:pt x="2158" y="511"/>
                </a:lnTo>
                <a:lnTo>
                  <a:pt x="2127" y="473"/>
                </a:lnTo>
                <a:lnTo>
                  <a:pt x="2089" y="442"/>
                </a:lnTo>
                <a:lnTo>
                  <a:pt x="2046" y="419"/>
                </a:lnTo>
                <a:lnTo>
                  <a:pt x="1999" y="405"/>
                </a:lnTo>
                <a:lnTo>
                  <a:pt x="1950" y="400"/>
                </a:lnTo>
                <a:lnTo>
                  <a:pt x="1800" y="400"/>
                </a:lnTo>
                <a:moveTo>
                  <a:pt x="400" y="2200"/>
                </a:moveTo>
                <a:lnTo>
                  <a:pt x="2000" y="2200"/>
                </a:lnTo>
                <a:moveTo>
                  <a:pt x="600" y="900"/>
                </a:moveTo>
                <a:lnTo>
                  <a:pt x="612" y="1017"/>
                </a:lnTo>
                <a:lnTo>
                  <a:pt x="646" y="1130"/>
                </a:lnTo>
                <a:lnTo>
                  <a:pt x="701" y="1233"/>
                </a:lnTo>
                <a:lnTo>
                  <a:pt x="776" y="1324"/>
                </a:lnTo>
                <a:lnTo>
                  <a:pt x="867" y="1399"/>
                </a:lnTo>
                <a:lnTo>
                  <a:pt x="970" y="1454"/>
                </a:lnTo>
                <a:lnTo>
                  <a:pt x="1083" y="1488"/>
                </a:lnTo>
                <a:lnTo>
                  <a:pt x="1200" y="1500"/>
                </a:lnTo>
                <a:lnTo>
                  <a:pt x="1317" y="1488"/>
                </a:lnTo>
                <a:lnTo>
                  <a:pt x="1430" y="1454"/>
                </a:lnTo>
                <a:lnTo>
                  <a:pt x="1533" y="1399"/>
                </a:lnTo>
                <a:lnTo>
                  <a:pt x="1624" y="1324"/>
                </a:lnTo>
                <a:lnTo>
                  <a:pt x="1699" y="1233"/>
                </a:lnTo>
                <a:lnTo>
                  <a:pt x="1754" y="1130"/>
                </a:lnTo>
                <a:lnTo>
                  <a:pt x="1788" y="1017"/>
                </a:lnTo>
                <a:lnTo>
                  <a:pt x="1800" y="900"/>
                </a:lnTo>
                <a:lnTo>
                  <a:pt x="1800" y="300"/>
                </a:lnTo>
                <a:lnTo>
                  <a:pt x="1800" y="290"/>
                </a:lnTo>
                <a:lnTo>
                  <a:pt x="1798" y="280"/>
                </a:lnTo>
                <a:lnTo>
                  <a:pt x="1796" y="271"/>
                </a:lnTo>
                <a:lnTo>
                  <a:pt x="1792" y="262"/>
                </a:lnTo>
                <a:lnTo>
                  <a:pt x="1788" y="253"/>
                </a:lnTo>
                <a:lnTo>
                  <a:pt x="1783" y="244"/>
                </a:lnTo>
                <a:lnTo>
                  <a:pt x="1777" y="237"/>
                </a:lnTo>
                <a:lnTo>
                  <a:pt x="1771" y="229"/>
                </a:lnTo>
                <a:lnTo>
                  <a:pt x="1763" y="223"/>
                </a:lnTo>
                <a:lnTo>
                  <a:pt x="1756" y="217"/>
                </a:lnTo>
                <a:lnTo>
                  <a:pt x="1747" y="212"/>
                </a:lnTo>
                <a:lnTo>
                  <a:pt x="1738" y="208"/>
                </a:lnTo>
                <a:lnTo>
                  <a:pt x="1729" y="204"/>
                </a:lnTo>
                <a:lnTo>
                  <a:pt x="1720" y="202"/>
                </a:lnTo>
                <a:lnTo>
                  <a:pt x="1710" y="200"/>
                </a:lnTo>
                <a:lnTo>
                  <a:pt x="1700" y="200"/>
                </a:lnTo>
                <a:lnTo>
                  <a:pt x="700" y="200"/>
                </a:lnTo>
                <a:lnTo>
                  <a:pt x="690" y="200"/>
                </a:lnTo>
                <a:lnTo>
                  <a:pt x="680" y="202"/>
                </a:lnTo>
                <a:lnTo>
                  <a:pt x="671" y="204"/>
                </a:lnTo>
                <a:lnTo>
                  <a:pt x="662" y="208"/>
                </a:lnTo>
                <a:lnTo>
                  <a:pt x="653" y="212"/>
                </a:lnTo>
                <a:lnTo>
                  <a:pt x="644" y="217"/>
                </a:lnTo>
                <a:lnTo>
                  <a:pt x="637" y="223"/>
                </a:lnTo>
                <a:lnTo>
                  <a:pt x="629" y="229"/>
                </a:lnTo>
                <a:lnTo>
                  <a:pt x="623" y="237"/>
                </a:lnTo>
                <a:lnTo>
                  <a:pt x="617" y="244"/>
                </a:lnTo>
                <a:lnTo>
                  <a:pt x="612" y="253"/>
                </a:lnTo>
                <a:lnTo>
                  <a:pt x="608" y="262"/>
                </a:lnTo>
                <a:lnTo>
                  <a:pt x="604" y="271"/>
                </a:lnTo>
                <a:lnTo>
                  <a:pt x="602" y="280"/>
                </a:lnTo>
                <a:lnTo>
                  <a:pt x="600" y="290"/>
                </a:lnTo>
                <a:lnTo>
                  <a:pt x="600" y="300"/>
                </a:lnTo>
                <a:lnTo>
                  <a:pt x="600" y="900"/>
                </a:lnTo>
                <a:moveTo>
                  <a:pt x="600" y="900"/>
                </a:moveTo>
                <a:lnTo>
                  <a:pt x="450" y="900"/>
                </a:lnTo>
                <a:lnTo>
                  <a:pt x="401" y="895"/>
                </a:lnTo>
                <a:lnTo>
                  <a:pt x="354" y="881"/>
                </a:lnTo>
                <a:lnTo>
                  <a:pt x="311" y="858"/>
                </a:lnTo>
                <a:lnTo>
                  <a:pt x="273" y="827"/>
                </a:lnTo>
                <a:lnTo>
                  <a:pt x="242" y="789"/>
                </a:lnTo>
                <a:lnTo>
                  <a:pt x="219" y="746"/>
                </a:lnTo>
                <a:lnTo>
                  <a:pt x="205" y="699"/>
                </a:lnTo>
                <a:lnTo>
                  <a:pt x="200" y="650"/>
                </a:lnTo>
                <a:lnTo>
                  <a:pt x="205" y="601"/>
                </a:lnTo>
                <a:lnTo>
                  <a:pt x="219" y="554"/>
                </a:lnTo>
                <a:lnTo>
                  <a:pt x="242" y="511"/>
                </a:lnTo>
                <a:lnTo>
                  <a:pt x="273" y="473"/>
                </a:lnTo>
                <a:lnTo>
                  <a:pt x="311" y="442"/>
                </a:lnTo>
                <a:lnTo>
                  <a:pt x="354" y="419"/>
                </a:lnTo>
                <a:lnTo>
                  <a:pt x="401" y="405"/>
                </a:lnTo>
                <a:lnTo>
                  <a:pt x="450" y="400"/>
                </a:lnTo>
                <a:lnTo>
                  <a:pt x="600" y="4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78" name="Google Shape;1178;p55"/>
          <p:cNvSpPr txBox="1"/>
          <p:nvPr/>
        </p:nvSpPr>
        <p:spPr>
          <a:xfrm>
            <a:off x="2730143" y="2962656"/>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trophy</a:t>
            </a:r>
            <a:endParaRPr sz="1100"/>
          </a:p>
        </p:txBody>
      </p:sp>
      <p:sp>
        <p:nvSpPr>
          <p:cNvPr id="1179" name="Google Shape;1179;p55"/>
          <p:cNvSpPr/>
          <p:nvPr/>
        </p:nvSpPr>
        <p:spPr>
          <a:xfrm>
            <a:off x="4383405" y="2551176"/>
            <a:ext cx="377202" cy="377190"/>
          </a:xfrm>
          <a:custGeom>
            <a:rect b="b" l="l" r="r" t="t"/>
            <a:pathLst>
              <a:path extrusionOk="0" fill="none" h="2400" w="2400">
                <a:moveTo>
                  <a:pt x="721" y="1500"/>
                </a:moveTo>
                <a:lnTo>
                  <a:pt x="266" y="714"/>
                </a:lnTo>
                <a:lnTo>
                  <a:pt x="259" y="701"/>
                </a:lnTo>
                <a:lnTo>
                  <a:pt x="253" y="688"/>
                </a:lnTo>
                <a:lnTo>
                  <a:pt x="248" y="674"/>
                </a:lnTo>
                <a:lnTo>
                  <a:pt x="245" y="660"/>
                </a:lnTo>
                <a:lnTo>
                  <a:pt x="242" y="646"/>
                </a:lnTo>
                <a:lnTo>
                  <a:pt x="240" y="631"/>
                </a:lnTo>
                <a:lnTo>
                  <a:pt x="239" y="617"/>
                </a:lnTo>
                <a:lnTo>
                  <a:pt x="239" y="602"/>
                </a:lnTo>
                <a:lnTo>
                  <a:pt x="241" y="588"/>
                </a:lnTo>
                <a:lnTo>
                  <a:pt x="243" y="573"/>
                </a:lnTo>
                <a:lnTo>
                  <a:pt x="247" y="559"/>
                </a:lnTo>
                <a:lnTo>
                  <a:pt x="251" y="545"/>
                </a:lnTo>
                <a:lnTo>
                  <a:pt x="257" y="532"/>
                </a:lnTo>
                <a:lnTo>
                  <a:pt x="263" y="519"/>
                </a:lnTo>
                <a:lnTo>
                  <a:pt x="271" y="506"/>
                </a:lnTo>
                <a:lnTo>
                  <a:pt x="279" y="494"/>
                </a:lnTo>
                <a:lnTo>
                  <a:pt x="440" y="280"/>
                </a:lnTo>
                <a:lnTo>
                  <a:pt x="447" y="271"/>
                </a:lnTo>
                <a:lnTo>
                  <a:pt x="455" y="262"/>
                </a:lnTo>
                <a:lnTo>
                  <a:pt x="463" y="254"/>
                </a:lnTo>
                <a:lnTo>
                  <a:pt x="472" y="246"/>
                </a:lnTo>
                <a:lnTo>
                  <a:pt x="481" y="239"/>
                </a:lnTo>
                <a:lnTo>
                  <a:pt x="490" y="233"/>
                </a:lnTo>
                <a:lnTo>
                  <a:pt x="500" y="227"/>
                </a:lnTo>
                <a:lnTo>
                  <a:pt x="511" y="221"/>
                </a:lnTo>
                <a:lnTo>
                  <a:pt x="521" y="216"/>
                </a:lnTo>
                <a:lnTo>
                  <a:pt x="532" y="212"/>
                </a:lnTo>
                <a:lnTo>
                  <a:pt x="543" y="208"/>
                </a:lnTo>
                <a:lnTo>
                  <a:pt x="554" y="205"/>
                </a:lnTo>
                <a:lnTo>
                  <a:pt x="565" y="203"/>
                </a:lnTo>
                <a:lnTo>
                  <a:pt x="577" y="201"/>
                </a:lnTo>
                <a:lnTo>
                  <a:pt x="588" y="200"/>
                </a:lnTo>
                <a:lnTo>
                  <a:pt x="600" y="200"/>
                </a:lnTo>
                <a:lnTo>
                  <a:pt x="1800" y="200"/>
                </a:lnTo>
                <a:lnTo>
                  <a:pt x="1812" y="200"/>
                </a:lnTo>
                <a:lnTo>
                  <a:pt x="1823" y="201"/>
                </a:lnTo>
                <a:lnTo>
                  <a:pt x="1835" y="203"/>
                </a:lnTo>
                <a:lnTo>
                  <a:pt x="1846" y="205"/>
                </a:lnTo>
                <a:lnTo>
                  <a:pt x="1857" y="208"/>
                </a:lnTo>
                <a:lnTo>
                  <a:pt x="1868" y="212"/>
                </a:lnTo>
                <a:lnTo>
                  <a:pt x="1879" y="216"/>
                </a:lnTo>
                <a:lnTo>
                  <a:pt x="1889" y="221"/>
                </a:lnTo>
                <a:lnTo>
                  <a:pt x="1900" y="227"/>
                </a:lnTo>
                <a:lnTo>
                  <a:pt x="1910" y="233"/>
                </a:lnTo>
                <a:lnTo>
                  <a:pt x="1919" y="239"/>
                </a:lnTo>
                <a:lnTo>
                  <a:pt x="1928" y="246"/>
                </a:lnTo>
                <a:lnTo>
                  <a:pt x="1937" y="254"/>
                </a:lnTo>
                <a:lnTo>
                  <a:pt x="1945" y="262"/>
                </a:lnTo>
                <a:lnTo>
                  <a:pt x="1953" y="271"/>
                </a:lnTo>
                <a:lnTo>
                  <a:pt x="1960" y="280"/>
                </a:lnTo>
                <a:lnTo>
                  <a:pt x="2120" y="494"/>
                </a:lnTo>
                <a:lnTo>
                  <a:pt x="2128" y="506"/>
                </a:lnTo>
                <a:lnTo>
                  <a:pt x="2136" y="518"/>
                </a:lnTo>
                <a:lnTo>
                  <a:pt x="2142" y="532"/>
                </a:lnTo>
                <a:lnTo>
                  <a:pt x="2148" y="545"/>
                </a:lnTo>
                <a:lnTo>
                  <a:pt x="2153" y="559"/>
                </a:lnTo>
                <a:lnTo>
                  <a:pt x="2156" y="573"/>
                </a:lnTo>
                <a:lnTo>
                  <a:pt x="2159" y="587"/>
                </a:lnTo>
                <a:lnTo>
                  <a:pt x="2160" y="602"/>
                </a:lnTo>
                <a:lnTo>
                  <a:pt x="2160" y="616"/>
                </a:lnTo>
                <a:lnTo>
                  <a:pt x="2160" y="631"/>
                </a:lnTo>
                <a:lnTo>
                  <a:pt x="2158" y="646"/>
                </a:lnTo>
                <a:lnTo>
                  <a:pt x="2155" y="660"/>
                </a:lnTo>
                <a:lnTo>
                  <a:pt x="2151" y="674"/>
                </a:lnTo>
                <a:lnTo>
                  <a:pt x="2147" y="688"/>
                </a:lnTo>
                <a:lnTo>
                  <a:pt x="2141" y="701"/>
                </a:lnTo>
                <a:lnTo>
                  <a:pt x="2134" y="714"/>
                </a:lnTo>
                <a:lnTo>
                  <a:pt x="1679" y="1500"/>
                </a:lnTo>
                <a:moveTo>
                  <a:pt x="1100" y="1200"/>
                </a:moveTo>
                <a:lnTo>
                  <a:pt x="512" y="220"/>
                </a:lnTo>
                <a:moveTo>
                  <a:pt x="1300" y="1200"/>
                </a:moveTo>
                <a:lnTo>
                  <a:pt x="1888" y="220"/>
                </a:lnTo>
                <a:moveTo>
                  <a:pt x="800" y="700"/>
                </a:moveTo>
                <a:lnTo>
                  <a:pt x="1600" y="700"/>
                </a:lnTo>
                <a:moveTo>
                  <a:pt x="1700" y="1700"/>
                </a:moveTo>
                <a:cubicBezTo>
                  <a:pt x="1700" y="1976"/>
                  <a:pt x="1476" y="2200"/>
                  <a:pt x="1200" y="2200"/>
                </a:cubicBezTo>
                <a:cubicBezTo>
                  <a:pt x="924" y="2200"/>
                  <a:pt x="700" y="1976"/>
                  <a:pt x="700" y="1700"/>
                </a:cubicBezTo>
                <a:cubicBezTo>
                  <a:pt x="700" y="1424"/>
                  <a:pt x="924" y="1200"/>
                  <a:pt x="1200" y="1200"/>
                </a:cubicBezTo>
                <a:cubicBezTo>
                  <a:pt x="1476" y="1200"/>
                  <a:pt x="1700" y="1424"/>
                  <a:pt x="1700" y="1700"/>
                </a:cubicBezTo>
                <a:close/>
                <a:moveTo>
                  <a:pt x="1200" y="1800"/>
                </a:moveTo>
                <a:lnTo>
                  <a:pt x="1200" y="1600"/>
                </a:lnTo>
                <a:lnTo>
                  <a:pt x="1150" y="16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80" name="Google Shape;1180;p55"/>
          <p:cNvSpPr txBox="1"/>
          <p:nvPr/>
        </p:nvSpPr>
        <p:spPr>
          <a:xfrm>
            <a:off x="3958051" y="2962656"/>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medal</a:t>
            </a:r>
            <a:endParaRPr sz="1100"/>
          </a:p>
        </p:txBody>
      </p:sp>
      <p:sp>
        <p:nvSpPr>
          <p:cNvPr id="1181" name="Google Shape;1181;p55"/>
          <p:cNvSpPr/>
          <p:nvPr/>
        </p:nvSpPr>
        <p:spPr>
          <a:xfrm>
            <a:off x="5611313" y="2551176"/>
            <a:ext cx="377202" cy="377190"/>
          </a:xfrm>
          <a:custGeom>
            <a:rect b="b" l="l" r="r" t="t"/>
            <a:pathLst>
              <a:path extrusionOk="0" fill="none" h="2400" w="2400">
                <a:moveTo>
                  <a:pt x="1200" y="1500"/>
                </a:moveTo>
                <a:lnTo>
                  <a:pt x="1200" y="2000"/>
                </a:lnTo>
                <a:cubicBezTo>
                  <a:pt x="1200" y="2000"/>
                  <a:pt x="1503" y="1945"/>
                  <a:pt x="1600" y="1800"/>
                </a:cubicBezTo>
                <a:cubicBezTo>
                  <a:pt x="1708" y="1638"/>
                  <a:pt x="1600" y="1300"/>
                  <a:pt x="1600" y="1300"/>
                </a:cubicBezTo>
                <a:moveTo>
                  <a:pt x="450" y="1650"/>
                </a:moveTo>
                <a:cubicBezTo>
                  <a:pt x="300" y="1776"/>
                  <a:pt x="250" y="2150"/>
                  <a:pt x="250" y="2150"/>
                </a:cubicBezTo>
                <a:cubicBezTo>
                  <a:pt x="250" y="2150"/>
                  <a:pt x="624" y="2100"/>
                  <a:pt x="750" y="1950"/>
                </a:cubicBezTo>
                <a:cubicBezTo>
                  <a:pt x="821" y="1866"/>
                  <a:pt x="820" y="1737"/>
                  <a:pt x="741" y="1659"/>
                </a:cubicBezTo>
                <a:lnTo>
                  <a:pt x="726" y="1646"/>
                </a:lnTo>
                <a:lnTo>
                  <a:pt x="710" y="1634"/>
                </a:lnTo>
                <a:lnTo>
                  <a:pt x="693" y="1624"/>
                </a:lnTo>
                <a:lnTo>
                  <a:pt x="675" y="1616"/>
                </a:lnTo>
                <a:lnTo>
                  <a:pt x="656" y="1609"/>
                </a:lnTo>
                <a:lnTo>
                  <a:pt x="637" y="1604"/>
                </a:lnTo>
                <a:lnTo>
                  <a:pt x="617" y="1600"/>
                </a:lnTo>
                <a:lnTo>
                  <a:pt x="597" y="1599"/>
                </a:lnTo>
                <a:lnTo>
                  <a:pt x="577" y="1599"/>
                </a:lnTo>
                <a:lnTo>
                  <a:pt x="558" y="1601"/>
                </a:lnTo>
                <a:lnTo>
                  <a:pt x="538" y="1605"/>
                </a:lnTo>
                <a:lnTo>
                  <a:pt x="519" y="1611"/>
                </a:lnTo>
                <a:lnTo>
                  <a:pt x="500" y="1618"/>
                </a:lnTo>
                <a:lnTo>
                  <a:pt x="483" y="1627"/>
                </a:lnTo>
                <a:lnTo>
                  <a:pt x="466" y="1638"/>
                </a:lnTo>
                <a:lnTo>
                  <a:pt x="450" y="1650"/>
                </a:lnTo>
                <a:moveTo>
                  <a:pt x="900" y="1200"/>
                </a:moveTo>
                <a:lnTo>
                  <a:pt x="910" y="1174"/>
                </a:lnTo>
                <a:lnTo>
                  <a:pt x="921" y="1149"/>
                </a:lnTo>
                <a:lnTo>
                  <a:pt x="931" y="1123"/>
                </a:lnTo>
                <a:lnTo>
                  <a:pt x="942" y="1098"/>
                </a:lnTo>
                <a:lnTo>
                  <a:pt x="954" y="1072"/>
                </a:lnTo>
                <a:lnTo>
                  <a:pt x="966" y="1047"/>
                </a:lnTo>
                <a:lnTo>
                  <a:pt x="978" y="1022"/>
                </a:lnTo>
                <a:lnTo>
                  <a:pt x="990" y="997"/>
                </a:lnTo>
                <a:lnTo>
                  <a:pt x="1003" y="973"/>
                </a:lnTo>
                <a:lnTo>
                  <a:pt x="1016" y="948"/>
                </a:lnTo>
                <a:lnTo>
                  <a:pt x="1029" y="924"/>
                </a:lnTo>
                <a:lnTo>
                  <a:pt x="1043" y="900"/>
                </a:lnTo>
                <a:lnTo>
                  <a:pt x="1056" y="876"/>
                </a:lnTo>
                <a:lnTo>
                  <a:pt x="1071" y="852"/>
                </a:lnTo>
                <a:lnTo>
                  <a:pt x="1085" y="828"/>
                </a:lnTo>
                <a:lnTo>
                  <a:pt x="1100" y="805"/>
                </a:lnTo>
                <a:lnTo>
                  <a:pt x="1146" y="737"/>
                </a:lnTo>
                <a:lnTo>
                  <a:pt x="1196" y="672"/>
                </a:lnTo>
                <a:lnTo>
                  <a:pt x="1249" y="610"/>
                </a:lnTo>
                <a:lnTo>
                  <a:pt x="1307" y="552"/>
                </a:lnTo>
                <a:lnTo>
                  <a:pt x="1368" y="498"/>
                </a:lnTo>
                <a:lnTo>
                  <a:pt x="1433" y="447"/>
                </a:lnTo>
                <a:lnTo>
                  <a:pt x="1501" y="401"/>
                </a:lnTo>
                <a:lnTo>
                  <a:pt x="1571" y="359"/>
                </a:lnTo>
                <a:lnTo>
                  <a:pt x="1644" y="322"/>
                </a:lnTo>
                <a:lnTo>
                  <a:pt x="1720" y="290"/>
                </a:lnTo>
                <a:lnTo>
                  <a:pt x="1797" y="262"/>
                </a:lnTo>
                <a:lnTo>
                  <a:pt x="1875" y="239"/>
                </a:lnTo>
                <a:lnTo>
                  <a:pt x="1955" y="222"/>
                </a:lnTo>
                <a:lnTo>
                  <a:pt x="2036" y="209"/>
                </a:lnTo>
                <a:lnTo>
                  <a:pt x="2118" y="202"/>
                </a:lnTo>
                <a:lnTo>
                  <a:pt x="2200" y="200"/>
                </a:lnTo>
                <a:cubicBezTo>
                  <a:pt x="2200" y="472"/>
                  <a:pt x="2122" y="950"/>
                  <a:pt x="1600" y="1300"/>
                </a:cubicBezTo>
                <a:lnTo>
                  <a:pt x="1576" y="1315"/>
                </a:lnTo>
                <a:lnTo>
                  <a:pt x="1552" y="1329"/>
                </a:lnTo>
                <a:lnTo>
                  <a:pt x="1528" y="1344"/>
                </a:lnTo>
                <a:lnTo>
                  <a:pt x="1504" y="1357"/>
                </a:lnTo>
                <a:lnTo>
                  <a:pt x="1479" y="1371"/>
                </a:lnTo>
                <a:lnTo>
                  <a:pt x="1455" y="1384"/>
                </a:lnTo>
                <a:lnTo>
                  <a:pt x="1430" y="1397"/>
                </a:lnTo>
                <a:lnTo>
                  <a:pt x="1405" y="1410"/>
                </a:lnTo>
                <a:lnTo>
                  <a:pt x="1380" y="1422"/>
                </a:lnTo>
                <a:lnTo>
                  <a:pt x="1355" y="1434"/>
                </a:lnTo>
                <a:lnTo>
                  <a:pt x="1329" y="1446"/>
                </a:lnTo>
                <a:lnTo>
                  <a:pt x="1304" y="1458"/>
                </a:lnTo>
                <a:lnTo>
                  <a:pt x="1278" y="1469"/>
                </a:lnTo>
                <a:lnTo>
                  <a:pt x="1252" y="1479"/>
                </a:lnTo>
                <a:lnTo>
                  <a:pt x="1226" y="1490"/>
                </a:lnTo>
                <a:lnTo>
                  <a:pt x="1200" y="1500"/>
                </a:lnTo>
                <a:lnTo>
                  <a:pt x="900" y="1200"/>
                </a:lnTo>
                <a:moveTo>
                  <a:pt x="900" y="1200"/>
                </a:moveTo>
                <a:lnTo>
                  <a:pt x="400" y="1200"/>
                </a:lnTo>
                <a:cubicBezTo>
                  <a:pt x="400" y="1200"/>
                  <a:pt x="455" y="897"/>
                  <a:pt x="600" y="800"/>
                </a:cubicBezTo>
                <a:cubicBezTo>
                  <a:pt x="762" y="692"/>
                  <a:pt x="1100" y="805"/>
                  <a:pt x="1100" y="805"/>
                </a:cubicBez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82" name="Google Shape;1182;p55"/>
          <p:cNvSpPr txBox="1"/>
          <p:nvPr/>
        </p:nvSpPr>
        <p:spPr>
          <a:xfrm>
            <a:off x="5185959" y="2962656"/>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rocket</a:t>
            </a:r>
            <a:endParaRPr sz="1100"/>
          </a:p>
        </p:txBody>
      </p:sp>
      <p:sp>
        <p:nvSpPr>
          <p:cNvPr id="1183" name="Google Shape;1183;p55"/>
          <p:cNvSpPr/>
          <p:nvPr/>
        </p:nvSpPr>
        <p:spPr>
          <a:xfrm>
            <a:off x="6839221" y="2551176"/>
            <a:ext cx="377202" cy="377190"/>
          </a:xfrm>
          <a:custGeom>
            <a:rect b="b" l="l" r="r" t="t"/>
            <a:pathLst>
              <a:path extrusionOk="0" fill="none" h="2400" w="2400">
                <a:moveTo>
                  <a:pt x="1900" y="500"/>
                </a:moveTo>
                <a:lnTo>
                  <a:pt x="500" y="1900"/>
                </a:lnTo>
                <a:moveTo>
                  <a:pt x="900" y="650"/>
                </a:moveTo>
                <a:cubicBezTo>
                  <a:pt x="900" y="788"/>
                  <a:pt x="788" y="900"/>
                  <a:pt x="650" y="900"/>
                </a:cubicBezTo>
                <a:cubicBezTo>
                  <a:pt x="512" y="900"/>
                  <a:pt x="400" y="788"/>
                  <a:pt x="400" y="650"/>
                </a:cubicBezTo>
                <a:cubicBezTo>
                  <a:pt x="400" y="512"/>
                  <a:pt x="512" y="400"/>
                  <a:pt x="650" y="400"/>
                </a:cubicBezTo>
                <a:cubicBezTo>
                  <a:pt x="788" y="400"/>
                  <a:pt x="900" y="512"/>
                  <a:pt x="900" y="650"/>
                </a:cubicBezTo>
                <a:close/>
                <a:moveTo>
                  <a:pt x="2000" y="1750"/>
                </a:moveTo>
                <a:cubicBezTo>
                  <a:pt x="2000" y="1888"/>
                  <a:pt x="1888" y="2000"/>
                  <a:pt x="1750" y="2000"/>
                </a:cubicBezTo>
                <a:cubicBezTo>
                  <a:pt x="1612" y="2000"/>
                  <a:pt x="1500" y="1888"/>
                  <a:pt x="1500" y="1750"/>
                </a:cubicBezTo>
                <a:cubicBezTo>
                  <a:pt x="1500" y="1612"/>
                  <a:pt x="1612" y="1500"/>
                  <a:pt x="1750" y="1500"/>
                </a:cubicBezTo>
                <a:cubicBezTo>
                  <a:pt x="1888" y="1500"/>
                  <a:pt x="2000" y="1612"/>
                  <a:pt x="2000" y="1750"/>
                </a:cubicBezTo>
                <a:close/>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84" name="Google Shape;1184;p55"/>
          <p:cNvSpPr txBox="1"/>
          <p:nvPr/>
        </p:nvSpPr>
        <p:spPr>
          <a:xfrm>
            <a:off x="6413867" y="2962656"/>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percent</a:t>
            </a:r>
            <a:endParaRPr sz="1100"/>
          </a:p>
        </p:txBody>
      </p:sp>
      <p:sp>
        <p:nvSpPr>
          <p:cNvPr id="1185" name="Google Shape;1185;p55"/>
          <p:cNvSpPr/>
          <p:nvPr/>
        </p:nvSpPr>
        <p:spPr>
          <a:xfrm>
            <a:off x="8067129" y="2551176"/>
            <a:ext cx="377202" cy="377190"/>
          </a:xfrm>
          <a:custGeom>
            <a:rect b="b" l="l" r="r" t="t"/>
            <a:pathLst>
              <a:path extrusionOk="0" fill="none" h="2400" w="2400">
                <a:moveTo>
                  <a:pt x="1800" y="700"/>
                </a:moveTo>
                <a:lnTo>
                  <a:pt x="1800" y="500"/>
                </a:lnTo>
                <a:lnTo>
                  <a:pt x="1800" y="490"/>
                </a:lnTo>
                <a:lnTo>
                  <a:pt x="1798" y="480"/>
                </a:lnTo>
                <a:lnTo>
                  <a:pt x="1796" y="471"/>
                </a:lnTo>
                <a:lnTo>
                  <a:pt x="1792" y="462"/>
                </a:lnTo>
                <a:lnTo>
                  <a:pt x="1788" y="453"/>
                </a:lnTo>
                <a:lnTo>
                  <a:pt x="1783" y="444"/>
                </a:lnTo>
                <a:lnTo>
                  <a:pt x="1777" y="437"/>
                </a:lnTo>
                <a:lnTo>
                  <a:pt x="1771" y="429"/>
                </a:lnTo>
                <a:lnTo>
                  <a:pt x="1763" y="423"/>
                </a:lnTo>
                <a:lnTo>
                  <a:pt x="1756" y="417"/>
                </a:lnTo>
                <a:lnTo>
                  <a:pt x="1747" y="412"/>
                </a:lnTo>
                <a:lnTo>
                  <a:pt x="1738" y="408"/>
                </a:lnTo>
                <a:lnTo>
                  <a:pt x="1729" y="404"/>
                </a:lnTo>
                <a:lnTo>
                  <a:pt x="1720" y="402"/>
                </a:lnTo>
                <a:lnTo>
                  <a:pt x="1710" y="400"/>
                </a:lnTo>
                <a:lnTo>
                  <a:pt x="1700" y="400"/>
                </a:lnTo>
                <a:lnTo>
                  <a:pt x="650" y="400"/>
                </a:lnTo>
                <a:lnTo>
                  <a:pt x="643" y="400"/>
                </a:lnTo>
                <a:lnTo>
                  <a:pt x="636" y="402"/>
                </a:lnTo>
                <a:lnTo>
                  <a:pt x="630" y="404"/>
                </a:lnTo>
                <a:lnTo>
                  <a:pt x="624" y="407"/>
                </a:lnTo>
                <a:lnTo>
                  <a:pt x="618" y="412"/>
                </a:lnTo>
                <a:lnTo>
                  <a:pt x="613" y="416"/>
                </a:lnTo>
                <a:lnTo>
                  <a:pt x="609" y="422"/>
                </a:lnTo>
                <a:lnTo>
                  <a:pt x="605" y="428"/>
                </a:lnTo>
                <a:lnTo>
                  <a:pt x="603" y="434"/>
                </a:lnTo>
                <a:lnTo>
                  <a:pt x="601" y="441"/>
                </a:lnTo>
                <a:lnTo>
                  <a:pt x="600" y="448"/>
                </a:lnTo>
                <a:lnTo>
                  <a:pt x="600" y="454"/>
                </a:lnTo>
                <a:lnTo>
                  <a:pt x="601" y="461"/>
                </a:lnTo>
                <a:lnTo>
                  <a:pt x="603" y="468"/>
                </a:lnTo>
                <a:lnTo>
                  <a:pt x="606" y="474"/>
                </a:lnTo>
                <a:lnTo>
                  <a:pt x="610" y="480"/>
                </a:lnTo>
                <a:lnTo>
                  <a:pt x="1060" y="1080"/>
                </a:lnTo>
                <a:lnTo>
                  <a:pt x="1069" y="1093"/>
                </a:lnTo>
                <a:lnTo>
                  <a:pt x="1077" y="1107"/>
                </a:lnTo>
                <a:lnTo>
                  <a:pt x="1084" y="1122"/>
                </a:lnTo>
                <a:lnTo>
                  <a:pt x="1090" y="1137"/>
                </a:lnTo>
                <a:lnTo>
                  <a:pt x="1094" y="1152"/>
                </a:lnTo>
                <a:lnTo>
                  <a:pt x="1097" y="1168"/>
                </a:lnTo>
                <a:lnTo>
                  <a:pt x="1099" y="1184"/>
                </a:lnTo>
                <a:lnTo>
                  <a:pt x="1100" y="1200"/>
                </a:lnTo>
                <a:lnTo>
                  <a:pt x="1099" y="1216"/>
                </a:lnTo>
                <a:lnTo>
                  <a:pt x="1097" y="1232"/>
                </a:lnTo>
                <a:lnTo>
                  <a:pt x="1094" y="1248"/>
                </a:lnTo>
                <a:lnTo>
                  <a:pt x="1090" y="1263"/>
                </a:lnTo>
                <a:lnTo>
                  <a:pt x="1084" y="1278"/>
                </a:lnTo>
                <a:lnTo>
                  <a:pt x="1077" y="1293"/>
                </a:lnTo>
                <a:lnTo>
                  <a:pt x="1069" y="1307"/>
                </a:lnTo>
                <a:lnTo>
                  <a:pt x="1060" y="1320"/>
                </a:lnTo>
                <a:lnTo>
                  <a:pt x="610" y="1920"/>
                </a:lnTo>
                <a:lnTo>
                  <a:pt x="606" y="1926"/>
                </a:lnTo>
                <a:lnTo>
                  <a:pt x="603" y="1932"/>
                </a:lnTo>
                <a:lnTo>
                  <a:pt x="601" y="1939"/>
                </a:lnTo>
                <a:lnTo>
                  <a:pt x="600" y="1946"/>
                </a:lnTo>
                <a:lnTo>
                  <a:pt x="600" y="1952"/>
                </a:lnTo>
                <a:lnTo>
                  <a:pt x="601" y="1959"/>
                </a:lnTo>
                <a:lnTo>
                  <a:pt x="603" y="1966"/>
                </a:lnTo>
                <a:lnTo>
                  <a:pt x="605" y="1972"/>
                </a:lnTo>
                <a:lnTo>
                  <a:pt x="609" y="1978"/>
                </a:lnTo>
                <a:lnTo>
                  <a:pt x="613" y="1984"/>
                </a:lnTo>
                <a:lnTo>
                  <a:pt x="618" y="1988"/>
                </a:lnTo>
                <a:lnTo>
                  <a:pt x="624" y="1993"/>
                </a:lnTo>
                <a:lnTo>
                  <a:pt x="630" y="1996"/>
                </a:lnTo>
                <a:lnTo>
                  <a:pt x="636" y="1998"/>
                </a:lnTo>
                <a:lnTo>
                  <a:pt x="643" y="2000"/>
                </a:lnTo>
                <a:lnTo>
                  <a:pt x="650" y="2000"/>
                </a:lnTo>
                <a:lnTo>
                  <a:pt x="1700" y="2000"/>
                </a:lnTo>
                <a:lnTo>
                  <a:pt x="1710" y="2000"/>
                </a:lnTo>
                <a:lnTo>
                  <a:pt x="1720" y="1998"/>
                </a:lnTo>
                <a:lnTo>
                  <a:pt x="1729" y="1996"/>
                </a:lnTo>
                <a:lnTo>
                  <a:pt x="1738" y="1992"/>
                </a:lnTo>
                <a:lnTo>
                  <a:pt x="1747" y="1988"/>
                </a:lnTo>
                <a:lnTo>
                  <a:pt x="1756" y="1983"/>
                </a:lnTo>
                <a:lnTo>
                  <a:pt x="1763" y="1977"/>
                </a:lnTo>
                <a:lnTo>
                  <a:pt x="1771" y="1971"/>
                </a:lnTo>
                <a:lnTo>
                  <a:pt x="1777" y="1963"/>
                </a:lnTo>
                <a:lnTo>
                  <a:pt x="1783" y="1956"/>
                </a:lnTo>
                <a:lnTo>
                  <a:pt x="1788" y="1947"/>
                </a:lnTo>
                <a:lnTo>
                  <a:pt x="1792" y="1938"/>
                </a:lnTo>
                <a:lnTo>
                  <a:pt x="1796" y="1929"/>
                </a:lnTo>
                <a:lnTo>
                  <a:pt x="1798" y="1920"/>
                </a:lnTo>
                <a:lnTo>
                  <a:pt x="1800" y="1910"/>
                </a:lnTo>
                <a:lnTo>
                  <a:pt x="1800" y="1900"/>
                </a:lnTo>
                <a:lnTo>
                  <a:pt x="1800" y="17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86" name="Google Shape;1186;p55"/>
          <p:cNvSpPr txBox="1"/>
          <p:nvPr/>
        </p:nvSpPr>
        <p:spPr>
          <a:xfrm>
            <a:off x="7641775" y="2962656"/>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sigma</a:t>
            </a:r>
            <a:endParaRPr sz="1100"/>
          </a:p>
        </p:txBody>
      </p:sp>
      <p:sp>
        <p:nvSpPr>
          <p:cNvPr id="1187" name="Google Shape;1187;p55"/>
          <p:cNvSpPr/>
          <p:nvPr/>
        </p:nvSpPr>
        <p:spPr>
          <a:xfrm>
            <a:off x="699681" y="3346704"/>
            <a:ext cx="377202" cy="377190"/>
          </a:xfrm>
          <a:custGeom>
            <a:rect b="b" l="l" r="r" t="t"/>
            <a:pathLst>
              <a:path extrusionOk="0" fill="none" h="2400" w="2400">
                <a:moveTo>
                  <a:pt x="400" y="900"/>
                </a:moveTo>
                <a:lnTo>
                  <a:pt x="2000" y="900"/>
                </a:lnTo>
                <a:moveTo>
                  <a:pt x="400" y="1500"/>
                </a:moveTo>
                <a:lnTo>
                  <a:pt x="2000" y="1500"/>
                </a:lnTo>
                <a:moveTo>
                  <a:pt x="1000" y="300"/>
                </a:moveTo>
                <a:lnTo>
                  <a:pt x="800" y="2100"/>
                </a:lnTo>
                <a:moveTo>
                  <a:pt x="1600" y="300"/>
                </a:moveTo>
                <a:lnTo>
                  <a:pt x="1400" y="21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88" name="Google Shape;1188;p55"/>
          <p:cNvSpPr txBox="1"/>
          <p:nvPr/>
        </p:nvSpPr>
        <p:spPr>
          <a:xfrm>
            <a:off x="274327" y="3758184"/>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hash</a:t>
            </a:r>
            <a:endParaRPr sz="1100"/>
          </a:p>
        </p:txBody>
      </p:sp>
      <p:sp>
        <p:nvSpPr>
          <p:cNvPr id="1189" name="Google Shape;1189;p55"/>
          <p:cNvSpPr/>
          <p:nvPr/>
        </p:nvSpPr>
        <p:spPr>
          <a:xfrm>
            <a:off x="1927589" y="3346704"/>
            <a:ext cx="377202" cy="377190"/>
          </a:xfrm>
          <a:custGeom>
            <a:rect b="b" l="l" r="r" t="t"/>
            <a:pathLst>
              <a:path extrusionOk="0" fill="none" h="2400" w="2400">
                <a:moveTo>
                  <a:pt x="600" y="200"/>
                </a:moveTo>
                <a:lnTo>
                  <a:pt x="1800" y="200"/>
                </a:lnTo>
                <a:cubicBezTo>
                  <a:pt x="1910" y="200"/>
                  <a:pt x="2000" y="290"/>
                  <a:pt x="2000" y="400"/>
                </a:cubicBezTo>
                <a:lnTo>
                  <a:pt x="2000" y="2000"/>
                </a:lnTo>
                <a:cubicBezTo>
                  <a:pt x="2000" y="2110"/>
                  <a:pt x="1910" y="2200"/>
                  <a:pt x="1800" y="2200"/>
                </a:cubicBezTo>
                <a:lnTo>
                  <a:pt x="600" y="2200"/>
                </a:lnTo>
                <a:cubicBezTo>
                  <a:pt x="490" y="2200"/>
                  <a:pt x="400" y="2110"/>
                  <a:pt x="400" y="2000"/>
                </a:cubicBezTo>
                <a:lnTo>
                  <a:pt x="400" y="400"/>
                </a:lnTo>
                <a:cubicBezTo>
                  <a:pt x="400" y="290"/>
                  <a:pt x="490" y="200"/>
                  <a:pt x="600" y="200"/>
                </a:cubicBezTo>
                <a:close/>
                <a:moveTo>
                  <a:pt x="800" y="600"/>
                </a:moveTo>
                <a:lnTo>
                  <a:pt x="1600" y="600"/>
                </a:lnTo>
                <a:moveTo>
                  <a:pt x="1600" y="1400"/>
                </a:moveTo>
                <a:lnTo>
                  <a:pt x="1600" y="1800"/>
                </a:lnTo>
                <a:moveTo>
                  <a:pt x="1600" y="1000"/>
                </a:moveTo>
                <a:lnTo>
                  <a:pt x="1601" y="1000"/>
                </a:lnTo>
                <a:moveTo>
                  <a:pt x="1200" y="1000"/>
                </a:moveTo>
                <a:lnTo>
                  <a:pt x="1201" y="1000"/>
                </a:lnTo>
                <a:moveTo>
                  <a:pt x="800" y="1000"/>
                </a:moveTo>
                <a:lnTo>
                  <a:pt x="801" y="1000"/>
                </a:lnTo>
                <a:moveTo>
                  <a:pt x="1200" y="1400"/>
                </a:moveTo>
                <a:lnTo>
                  <a:pt x="1201" y="1400"/>
                </a:lnTo>
                <a:moveTo>
                  <a:pt x="800" y="1400"/>
                </a:moveTo>
                <a:lnTo>
                  <a:pt x="801" y="1400"/>
                </a:lnTo>
                <a:moveTo>
                  <a:pt x="1200" y="1800"/>
                </a:moveTo>
                <a:lnTo>
                  <a:pt x="1201" y="1800"/>
                </a:lnTo>
                <a:moveTo>
                  <a:pt x="800" y="1800"/>
                </a:moveTo>
                <a:lnTo>
                  <a:pt x="801" y="18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90" name="Google Shape;1190;p55"/>
          <p:cNvSpPr txBox="1"/>
          <p:nvPr/>
        </p:nvSpPr>
        <p:spPr>
          <a:xfrm>
            <a:off x="1502235" y="3758184"/>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calculator</a:t>
            </a:r>
            <a:endParaRPr sz="1100"/>
          </a:p>
        </p:txBody>
      </p:sp>
      <p:sp>
        <p:nvSpPr>
          <p:cNvPr id="1191" name="Google Shape;1191;p55"/>
          <p:cNvSpPr/>
          <p:nvPr/>
        </p:nvSpPr>
        <p:spPr>
          <a:xfrm>
            <a:off x="3155497" y="3346704"/>
            <a:ext cx="377202" cy="377190"/>
          </a:xfrm>
          <a:custGeom>
            <a:rect b="b" l="l" r="r" t="t"/>
            <a:pathLst>
              <a:path extrusionOk="0" fill="none" h="2400" w="2400">
                <a:moveTo>
                  <a:pt x="1374" y="1774"/>
                </a:moveTo>
                <a:lnTo>
                  <a:pt x="1311" y="1914"/>
                </a:lnTo>
                <a:lnTo>
                  <a:pt x="1214" y="2034"/>
                </a:lnTo>
                <a:lnTo>
                  <a:pt x="1090" y="2125"/>
                </a:lnTo>
                <a:lnTo>
                  <a:pt x="946" y="2182"/>
                </a:lnTo>
                <a:lnTo>
                  <a:pt x="793" y="2200"/>
                </a:lnTo>
                <a:lnTo>
                  <a:pt x="640" y="2178"/>
                </a:lnTo>
                <a:lnTo>
                  <a:pt x="498" y="2118"/>
                </a:lnTo>
                <a:lnTo>
                  <a:pt x="376" y="2024"/>
                </a:lnTo>
                <a:lnTo>
                  <a:pt x="282" y="1902"/>
                </a:lnTo>
                <a:lnTo>
                  <a:pt x="222" y="1760"/>
                </a:lnTo>
                <a:lnTo>
                  <a:pt x="200" y="1607"/>
                </a:lnTo>
                <a:lnTo>
                  <a:pt x="218" y="1454"/>
                </a:lnTo>
                <a:lnTo>
                  <a:pt x="275" y="1310"/>
                </a:lnTo>
                <a:lnTo>
                  <a:pt x="366" y="1186"/>
                </a:lnTo>
                <a:lnTo>
                  <a:pt x="486" y="1089"/>
                </a:lnTo>
                <a:lnTo>
                  <a:pt x="626" y="1026"/>
                </a:lnTo>
                <a:moveTo>
                  <a:pt x="1500" y="600"/>
                </a:moveTo>
                <a:lnTo>
                  <a:pt x="1600" y="600"/>
                </a:lnTo>
                <a:lnTo>
                  <a:pt x="1600" y="1000"/>
                </a:lnTo>
                <a:moveTo>
                  <a:pt x="613" y="1477"/>
                </a:moveTo>
                <a:lnTo>
                  <a:pt x="700" y="1427"/>
                </a:lnTo>
                <a:lnTo>
                  <a:pt x="900" y="1773"/>
                </a:lnTo>
                <a:moveTo>
                  <a:pt x="2200" y="800"/>
                </a:moveTo>
                <a:cubicBezTo>
                  <a:pt x="2200" y="1131"/>
                  <a:pt x="1931" y="1400"/>
                  <a:pt x="1600" y="1400"/>
                </a:cubicBezTo>
                <a:cubicBezTo>
                  <a:pt x="1269" y="1400"/>
                  <a:pt x="1000" y="1131"/>
                  <a:pt x="1000" y="800"/>
                </a:cubicBezTo>
                <a:cubicBezTo>
                  <a:pt x="1000" y="469"/>
                  <a:pt x="1269" y="200"/>
                  <a:pt x="1600" y="200"/>
                </a:cubicBezTo>
                <a:cubicBezTo>
                  <a:pt x="1931" y="200"/>
                  <a:pt x="2200" y="469"/>
                  <a:pt x="2200" y="800"/>
                </a:cubicBezTo>
                <a:close/>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92" name="Google Shape;1192;p55"/>
          <p:cNvSpPr txBox="1"/>
          <p:nvPr/>
        </p:nvSpPr>
        <p:spPr>
          <a:xfrm>
            <a:off x="2730143" y="3758184"/>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coins</a:t>
            </a:r>
            <a:endParaRPr sz="1100"/>
          </a:p>
        </p:txBody>
      </p:sp>
      <p:sp>
        <p:nvSpPr>
          <p:cNvPr id="1193" name="Google Shape;1193;p55"/>
          <p:cNvSpPr/>
          <p:nvPr/>
        </p:nvSpPr>
        <p:spPr>
          <a:xfrm>
            <a:off x="4383405" y="3346704"/>
            <a:ext cx="377202" cy="377190"/>
          </a:xfrm>
          <a:custGeom>
            <a:rect b="b" l="l" r="r" t="t"/>
            <a:pathLst>
              <a:path extrusionOk="0" fill="none" h="2400" w="2400">
                <a:moveTo>
                  <a:pt x="400" y="600"/>
                </a:moveTo>
                <a:lnTo>
                  <a:pt x="2000" y="600"/>
                </a:lnTo>
                <a:cubicBezTo>
                  <a:pt x="2110" y="600"/>
                  <a:pt x="2200" y="690"/>
                  <a:pt x="2200" y="800"/>
                </a:cubicBezTo>
                <a:lnTo>
                  <a:pt x="2200" y="1600"/>
                </a:lnTo>
                <a:cubicBezTo>
                  <a:pt x="2200" y="1710"/>
                  <a:pt x="2110" y="1800"/>
                  <a:pt x="2000" y="1800"/>
                </a:cubicBezTo>
                <a:lnTo>
                  <a:pt x="400" y="1800"/>
                </a:lnTo>
                <a:cubicBezTo>
                  <a:pt x="290" y="1800"/>
                  <a:pt x="200" y="1710"/>
                  <a:pt x="200" y="1600"/>
                </a:cubicBezTo>
                <a:lnTo>
                  <a:pt x="200" y="800"/>
                </a:lnTo>
                <a:cubicBezTo>
                  <a:pt x="200" y="690"/>
                  <a:pt x="290" y="600"/>
                  <a:pt x="400" y="600"/>
                </a:cubicBezTo>
                <a:close/>
                <a:moveTo>
                  <a:pt x="1400" y="1200"/>
                </a:moveTo>
                <a:cubicBezTo>
                  <a:pt x="1400" y="1310"/>
                  <a:pt x="1310" y="1400"/>
                  <a:pt x="1200" y="1400"/>
                </a:cubicBezTo>
                <a:cubicBezTo>
                  <a:pt x="1090" y="1400"/>
                  <a:pt x="1000" y="1310"/>
                  <a:pt x="1000" y="1200"/>
                </a:cubicBezTo>
                <a:cubicBezTo>
                  <a:pt x="1000" y="1090"/>
                  <a:pt x="1090" y="1000"/>
                  <a:pt x="1200" y="1000"/>
                </a:cubicBezTo>
                <a:cubicBezTo>
                  <a:pt x="1310" y="1000"/>
                  <a:pt x="1400" y="1090"/>
                  <a:pt x="1400" y="1200"/>
                </a:cubicBezTo>
                <a:close/>
                <a:moveTo>
                  <a:pt x="600" y="1200"/>
                </a:moveTo>
                <a:lnTo>
                  <a:pt x="601" y="1200"/>
                </a:lnTo>
                <a:moveTo>
                  <a:pt x="1800" y="1200"/>
                </a:moveTo>
                <a:lnTo>
                  <a:pt x="1801" y="12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94" name="Google Shape;1194;p55"/>
          <p:cNvSpPr txBox="1"/>
          <p:nvPr/>
        </p:nvSpPr>
        <p:spPr>
          <a:xfrm>
            <a:off x="3958051" y="3758184"/>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banknote</a:t>
            </a:r>
            <a:endParaRPr sz="1100"/>
          </a:p>
        </p:txBody>
      </p:sp>
      <p:sp>
        <p:nvSpPr>
          <p:cNvPr id="1195" name="Google Shape;1195;p55"/>
          <p:cNvSpPr/>
          <p:nvPr/>
        </p:nvSpPr>
        <p:spPr>
          <a:xfrm>
            <a:off x="5611313" y="3346704"/>
            <a:ext cx="377202" cy="377190"/>
          </a:xfrm>
          <a:custGeom>
            <a:rect b="b" l="l" r="r" t="t"/>
            <a:pathLst>
              <a:path extrusionOk="0" fill="none" h="2400" w="2400">
                <a:moveTo>
                  <a:pt x="1200" y="200"/>
                </a:moveTo>
                <a:lnTo>
                  <a:pt x="1200" y="2200"/>
                </a:lnTo>
                <a:moveTo>
                  <a:pt x="1700" y="500"/>
                </a:moveTo>
                <a:lnTo>
                  <a:pt x="950" y="500"/>
                </a:lnTo>
                <a:lnTo>
                  <a:pt x="882" y="507"/>
                </a:lnTo>
                <a:lnTo>
                  <a:pt x="816" y="527"/>
                </a:lnTo>
                <a:lnTo>
                  <a:pt x="756" y="559"/>
                </a:lnTo>
                <a:lnTo>
                  <a:pt x="703" y="603"/>
                </a:lnTo>
                <a:lnTo>
                  <a:pt x="659" y="656"/>
                </a:lnTo>
                <a:lnTo>
                  <a:pt x="627" y="716"/>
                </a:lnTo>
                <a:lnTo>
                  <a:pt x="607" y="782"/>
                </a:lnTo>
                <a:lnTo>
                  <a:pt x="600" y="850"/>
                </a:lnTo>
                <a:lnTo>
                  <a:pt x="607" y="918"/>
                </a:lnTo>
                <a:lnTo>
                  <a:pt x="627" y="984"/>
                </a:lnTo>
                <a:lnTo>
                  <a:pt x="659" y="1044"/>
                </a:lnTo>
                <a:lnTo>
                  <a:pt x="703" y="1097"/>
                </a:lnTo>
                <a:lnTo>
                  <a:pt x="756" y="1141"/>
                </a:lnTo>
                <a:lnTo>
                  <a:pt x="816" y="1173"/>
                </a:lnTo>
                <a:lnTo>
                  <a:pt x="882" y="1193"/>
                </a:lnTo>
                <a:lnTo>
                  <a:pt x="950" y="1200"/>
                </a:lnTo>
                <a:lnTo>
                  <a:pt x="1450" y="1200"/>
                </a:lnTo>
                <a:lnTo>
                  <a:pt x="1518" y="1207"/>
                </a:lnTo>
                <a:lnTo>
                  <a:pt x="1584" y="1227"/>
                </a:lnTo>
                <a:lnTo>
                  <a:pt x="1644" y="1259"/>
                </a:lnTo>
                <a:lnTo>
                  <a:pt x="1697" y="1303"/>
                </a:lnTo>
                <a:lnTo>
                  <a:pt x="1741" y="1356"/>
                </a:lnTo>
                <a:lnTo>
                  <a:pt x="1773" y="1416"/>
                </a:lnTo>
                <a:lnTo>
                  <a:pt x="1793" y="1482"/>
                </a:lnTo>
                <a:lnTo>
                  <a:pt x="1800" y="1550"/>
                </a:lnTo>
                <a:lnTo>
                  <a:pt x="1793" y="1618"/>
                </a:lnTo>
                <a:lnTo>
                  <a:pt x="1773" y="1684"/>
                </a:lnTo>
                <a:lnTo>
                  <a:pt x="1741" y="1744"/>
                </a:lnTo>
                <a:lnTo>
                  <a:pt x="1697" y="1797"/>
                </a:lnTo>
                <a:lnTo>
                  <a:pt x="1644" y="1841"/>
                </a:lnTo>
                <a:lnTo>
                  <a:pt x="1584" y="1873"/>
                </a:lnTo>
                <a:lnTo>
                  <a:pt x="1518" y="1893"/>
                </a:lnTo>
                <a:lnTo>
                  <a:pt x="1450" y="1900"/>
                </a:lnTo>
                <a:lnTo>
                  <a:pt x="600" y="19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96" name="Google Shape;1196;p55"/>
          <p:cNvSpPr txBox="1"/>
          <p:nvPr/>
        </p:nvSpPr>
        <p:spPr>
          <a:xfrm>
            <a:off x="5185959" y="3758184"/>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dollar-sign</a:t>
            </a:r>
            <a:endParaRPr sz="1100"/>
          </a:p>
        </p:txBody>
      </p:sp>
      <p:sp>
        <p:nvSpPr>
          <p:cNvPr id="1197" name="Google Shape;1197;p55"/>
          <p:cNvSpPr/>
          <p:nvPr/>
        </p:nvSpPr>
        <p:spPr>
          <a:xfrm>
            <a:off x="6839221" y="3346704"/>
            <a:ext cx="377202" cy="377190"/>
          </a:xfrm>
          <a:custGeom>
            <a:rect b="b" l="l" r="r" t="t"/>
            <a:pathLst>
              <a:path extrusionOk="0" fill="none" h="2400" w="2400">
                <a:moveTo>
                  <a:pt x="2200" y="1200"/>
                </a:moveTo>
                <a:cubicBezTo>
                  <a:pt x="2200" y="1752"/>
                  <a:pt x="1752" y="2200"/>
                  <a:pt x="1200" y="2200"/>
                </a:cubicBezTo>
                <a:cubicBezTo>
                  <a:pt x="648" y="2200"/>
                  <a:pt x="200" y="1752"/>
                  <a:pt x="200" y="1200"/>
                </a:cubicBezTo>
                <a:cubicBezTo>
                  <a:pt x="200" y="648"/>
                  <a:pt x="648" y="200"/>
                  <a:pt x="1200" y="200"/>
                </a:cubicBezTo>
                <a:cubicBezTo>
                  <a:pt x="1752" y="200"/>
                  <a:pt x="2200" y="648"/>
                  <a:pt x="2200" y="1200"/>
                </a:cubicBezTo>
                <a:close/>
                <a:moveTo>
                  <a:pt x="1600" y="800"/>
                </a:moveTo>
                <a:lnTo>
                  <a:pt x="1000" y="800"/>
                </a:lnTo>
                <a:lnTo>
                  <a:pt x="961" y="804"/>
                </a:lnTo>
                <a:lnTo>
                  <a:pt x="923" y="815"/>
                </a:lnTo>
                <a:lnTo>
                  <a:pt x="889" y="834"/>
                </a:lnTo>
                <a:lnTo>
                  <a:pt x="859" y="859"/>
                </a:lnTo>
                <a:lnTo>
                  <a:pt x="834" y="889"/>
                </a:lnTo>
                <a:lnTo>
                  <a:pt x="815" y="923"/>
                </a:lnTo>
                <a:lnTo>
                  <a:pt x="804" y="961"/>
                </a:lnTo>
                <a:lnTo>
                  <a:pt x="800" y="1000"/>
                </a:lnTo>
                <a:lnTo>
                  <a:pt x="804" y="1039"/>
                </a:lnTo>
                <a:lnTo>
                  <a:pt x="815" y="1077"/>
                </a:lnTo>
                <a:lnTo>
                  <a:pt x="834" y="1111"/>
                </a:lnTo>
                <a:lnTo>
                  <a:pt x="859" y="1141"/>
                </a:lnTo>
                <a:lnTo>
                  <a:pt x="889" y="1166"/>
                </a:lnTo>
                <a:lnTo>
                  <a:pt x="923" y="1185"/>
                </a:lnTo>
                <a:lnTo>
                  <a:pt x="961" y="1196"/>
                </a:lnTo>
                <a:lnTo>
                  <a:pt x="1000" y="1200"/>
                </a:lnTo>
                <a:lnTo>
                  <a:pt x="1400" y="1200"/>
                </a:lnTo>
                <a:lnTo>
                  <a:pt x="1439" y="1204"/>
                </a:lnTo>
                <a:lnTo>
                  <a:pt x="1477" y="1215"/>
                </a:lnTo>
                <a:lnTo>
                  <a:pt x="1511" y="1234"/>
                </a:lnTo>
                <a:lnTo>
                  <a:pt x="1541" y="1259"/>
                </a:lnTo>
                <a:lnTo>
                  <a:pt x="1566" y="1289"/>
                </a:lnTo>
                <a:lnTo>
                  <a:pt x="1585" y="1323"/>
                </a:lnTo>
                <a:lnTo>
                  <a:pt x="1596" y="1361"/>
                </a:lnTo>
                <a:lnTo>
                  <a:pt x="1600" y="1400"/>
                </a:lnTo>
                <a:lnTo>
                  <a:pt x="1596" y="1439"/>
                </a:lnTo>
                <a:lnTo>
                  <a:pt x="1585" y="1477"/>
                </a:lnTo>
                <a:lnTo>
                  <a:pt x="1566" y="1511"/>
                </a:lnTo>
                <a:lnTo>
                  <a:pt x="1541" y="1541"/>
                </a:lnTo>
                <a:lnTo>
                  <a:pt x="1511" y="1566"/>
                </a:lnTo>
                <a:lnTo>
                  <a:pt x="1477" y="1585"/>
                </a:lnTo>
                <a:lnTo>
                  <a:pt x="1439" y="1596"/>
                </a:lnTo>
                <a:lnTo>
                  <a:pt x="1400" y="1600"/>
                </a:lnTo>
                <a:lnTo>
                  <a:pt x="800" y="1600"/>
                </a:lnTo>
                <a:moveTo>
                  <a:pt x="1200" y="1800"/>
                </a:moveTo>
                <a:lnTo>
                  <a:pt x="1200" y="6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98" name="Google Shape;1198;p55"/>
          <p:cNvSpPr txBox="1"/>
          <p:nvPr/>
        </p:nvSpPr>
        <p:spPr>
          <a:xfrm>
            <a:off x="6413867" y="3758184"/>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circle-dollar-sign</a:t>
            </a:r>
            <a:endParaRPr sz="1100"/>
          </a:p>
        </p:txBody>
      </p:sp>
      <p:sp>
        <p:nvSpPr>
          <p:cNvPr id="1199" name="Google Shape;1199;p55"/>
          <p:cNvSpPr/>
          <p:nvPr/>
        </p:nvSpPr>
        <p:spPr>
          <a:xfrm>
            <a:off x="8067129" y="3346704"/>
            <a:ext cx="377202" cy="377190"/>
          </a:xfrm>
          <a:custGeom>
            <a:rect b="b" l="l" r="r" t="t"/>
            <a:pathLst>
              <a:path extrusionOk="0" fill="none" h="2400" w="2400">
                <a:moveTo>
                  <a:pt x="400" y="1000"/>
                </a:moveTo>
                <a:lnTo>
                  <a:pt x="1600" y="1000"/>
                </a:lnTo>
                <a:moveTo>
                  <a:pt x="400" y="1400"/>
                </a:moveTo>
                <a:lnTo>
                  <a:pt x="1300" y="1400"/>
                </a:lnTo>
                <a:moveTo>
                  <a:pt x="1900" y="600"/>
                </a:moveTo>
                <a:lnTo>
                  <a:pt x="1873" y="577"/>
                </a:lnTo>
                <a:lnTo>
                  <a:pt x="1845" y="555"/>
                </a:lnTo>
                <a:lnTo>
                  <a:pt x="1816" y="534"/>
                </a:lnTo>
                <a:lnTo>
                  <a:pt x="1786" y="514"/>
                </a:lnTo>
                <a:lnTo>
                  <a:pt x="1756" y="496"/>
                </a:lnTo>
                <a:lnTo>
                  <a:pt x="1724" y="480"/>
                </a:lnTo>
                <a:lnTo>
                  <a:pt x="1692" y="465"/>
                </a:lnTo>
                <a:lnTo>
                  <a:pt x="1659" y="451"/>
                </a:lnTo>
                <a:lnTo>
                  <a:pt x="1625" y="439"/>
                </a:lnTo>
                <a:lnTo>
                  <a:pt x="1591" y="429"/>
                </a:lnTo>
                <a:lnTo>
                  <a:pt x="1557" y="420"/>
                </a:lnTo>
                <a:lnTo>
                  <a:pt x="1522" y="413"/>
                </a:lnTo>
                <a:lnTo>
                  <a:pt x="1487" y="407"/>
                </a:lnTo>
                <a:lnTo>
                  <a:pt x="1451" y="403"/>
                </a:lnTo>
                <a:lnTo>
                  <a:pt x="1416" y="401"/>
                </a:lnTo>
                <a:lnTo>
                  <a:pt x="1380" y="400"/>
                </a:lnTo>
                <a:lnTo>
                  <a:pt x="1303" y="405"/>
                </a:lnTo>
                <a:lnTo>
                  <a:pt x="1226" y="417"/>
                </a:lnTo>
                <a:lnTo>
                  <a:pt x="1151" y="437"/>
                </a:lnTo>
                <a:lnTo>
                  <a:pt x="1078" y="464"/>
                </a:lnTo>
                <a:lnTo>
                  <a:pt x="1009" y="498"/>
                </a:lnTo>
                <a:lnTo>
                  <a:pt x="943" y="539"/>
                </a:lnTo>
                <a:lnTo>
                  <a:pt x="881" y="586"/>
                </a:lnTo>
                <a:lnTo>
                  <a:pt x="824" y="638"/>
                </a:lnTo>
                <a:lnTo>
                  <a:pt x="773" y="697"/>
                </a:lnTo>
                <a:lnTo>
                  <a:pt x="728" y="759"/>
                </a:lnTo>
                <a:lnTo>
                  <a:pt x="689" y="826"/>
                </a:lnTo>
                <a:lnTo>
                  <a:pt x="656" y="897"/>
                </a:lnTo>
                <a:lnTo>
                  <a:pt x="631" y="970"/>
                </a:lnTo>
                <a:lnTo>
                  <a:pt x="613" y="1046"/>
                </a:lnTo>
                <a:lnTo>
                  <a:pt x="603" y="1123"/>
                </a:lnTo>
                <a:lnTo>
                  <a:pt x="600" y="1200"/>
                </a:lnTo>
                <a:cubicBezTo>
                  <a:pt x="600" y="1640"/>
                  <a:pt x="950" y="2000"/>
                  <a:pt x="1380" y="2000"/>
                </a:cubicBezTo>
                <a:cubicBezTo>
                  <a:pt x="1580" y="2000"/>
                  <a:pt x="1760" y="1920"/>
                  <a:pt x="1900" y="1800"/>
                </a:cubicBez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00" name="Google Shape;1200;p55"/>
          <p:cNvSpPr txBox="1"/>
          <p:nvPr/>
        </p:nvSpPr>
        <p:spPr>
          <a:xfrm>
            <a:off x="7641775" y="3758184"/>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euro</a:t>
            </a:r>
            <a:endParaRPr sz="1100"/>
          </a:p>
        </p:txBody>
      </p:sp>
      <p:sp>
        <p:nvSpPr>
          <p:cNvPr id="1201" name="Google Shape;1201;p55"/>
          <p:cNvSpPr/>
          <p:nvPr/>
        </p:nvSpPr>
        <p:spPr>
          <a:xfrm>
            <a:off x="699681" y="4142232"/>
            <a:ext cx="377202" cy="377190"/>
          </a:xfrm>
          <a:custGeom>
            <a:rect b="b" l="l" r="r" t="t"/>
            <a:pathLst>
              <a:path extrusionOk="0" fill="none" h="2400" w="2400">
                <a:moveTo>
                  <a:pt x="385" y="862"/>
                </a:moveTo>
                <a:lnTo>
                  <a:pt x="377" y="812"/>
                </a:lnTo>
                <a:lnTo>
                  <a:pt x="376" y="762"/>
                </a:lnTo>
                <a:lnTo>
                  <a:pt x="380" y="712"/>
                </a:lnTo>
                <a:lnTo>
                  <a:pt x="392" y="663"/>
                </a:lnTo>
                <a:lnTo>
                  <a:pt x="409" y="616"/>
                </a:lnTo>
                <a:lnTo>
                  <a:pt x="431" y="571"/>
                </a:lnTo>
                <a:lnTo>
                  <a:pt x="460" y="530"/>
                </a:lnTo>
                <a:lnTo>
                  <a:pt x="493" y="492"/>
                </a:lnTo>
                <a:lnTo>
                  <a:pt x="531" y="459"/>
                </a:lnTo>
                <a:lnTo>
                  <a:pt x="572" y="431"/>
                </a:lnTo>
                <a:lnTo>
                  <a:pt x="617" y="408"/>
                </a:lnTo>
                <a:lnTo>
                  <a:pt x="664" y="391"/>
                </a:lnTo>
                <a:lnTo>
                  <a:pt x="713" y="380"/>
                </a:lnTo>
                <a:lnTo>
                  <a:pt x="763" y="375"/>
                </a:lnTo>
                <a:lnTo>
                  <a:pt x="813" y="377"/>
                </a:lnTo>
                <a:lnTo>
                  <a:pt x="863" y="385"/>
                </a:lnTo>
                <a:lnTo>
                  <a:pt x="893" y="345"/>
                </a:lnTo>
                <a:lnTo>
                  <a:pt x="927" y="308"/>
                </a:lnTo>
                <a:lnTo>
                  <a:pt x="966" y="276"/>
                </a:lnTo>
                <a:lnTo>
                  <a:pt x="1008" y="250"/>
                </a:lnTo>
                <a:lnTo>
                  <a:pt x="1053" y="228"/>
                </a:lnTo>
                <a:lnTo>
                  <a:pt x="1101" y="213"/>
                </a:lnTo>
                <a:lnTo>
                  <a:pt x="1150" y="204"/>
                </a:lnTo>
                <a:lnTo>
                  <a:pt x="1200" y="200"/>
                </a:lnTo>
                <a:lnTo>
                  <a:pt x="1250" y="204"/>
                </a:lnTo>
                <a:lnTo>
                  <a:pt x="1299" y="213"/>
                </a:lnTo>
                <a:lnTo>
                  <a:pt x="1347" y="228"/>
                </a:lnTo>
                <a:lnTo>
                  <a:pt x="1392" y="250"/>
                </a:lnTo>
                <a:lnTo>
                  <a:pt x="1434" y="276"/>
                </a:lnTo>
                <a:lnTo>
                  <a:pt x="1473" y="308"/>
                </a:lnTo>
                <a:lnTo>
                  <a:pt x="1507" y="345"/>
                </a:lnTo>
                <a:lnTo>
                  <a:pt x="1537" y="385"/>
                </a:lnTo>
                <a:lnTo>
                  <a:pt x="1587" y="377"/>
                </a:lnTo>
                <a:lnTo>
                  <a:pt x="1637" y="375"/>
                </a:lnTo>
                <a:lnTo>
                  <a:pt x="1687" y="380"/>
                </a:lnTo>
                <a:lnTo>
                  <a:pt x="1736" y="391"/>
                </a:lnTo>
                <a:lnTo>
                  <a:pt x="1783" y="408"/>
                </a:lnTo>
                <a:lnTo>
                  <a:pt x="1828" y="431"/>
                </a:lnTo>
                <a:lnTo>
                  <a:pt x="1870" y="459"/>
                </a:lnTo>
                <a:lnTo>
                  <a:pt x="1908" y="492"/>
                </a:lnTo>
                <a:lnTo>
                  <a:pt x="1941" y="530"/>
                </a:lnTo>
                <a:lnTo>
                  <a:pt x="1969" y="572"/>
                </a:lnTo>
                <a:lnTo>
                  <a:pt x="1992" y="617"/>
                </a:lnTo>
                <a:lnTo>
                  <a:pt x="2009" y="664"/>
                </a:lnTo>
                <a:lnTo>
                  <a:pt x="2020" y="713"/>
                </a:lnTo>
                <a:lnTo>
                  <a:pt x="2025" y="763"/>
                </a:lnTo>
                <a:lnTo>
                  <a:pt x="2023" y="813"/>
                </a:lnTo>
                <a:lnTo>
                  <a:pt x="2015" y="863"/>
                </a:lnTo>
                <a:lnTo>
                  <a:pt x="2055" y="893"/>
                </a:lnTo>
                <a:lnTo>
                  <a:pt x="2092" y="927"/>
                </a:lnTo>
                <a:lnTo>
                  <a:pt x="2124" y="966"/>
                </a:lnTo>
                <a:lnTo>
                  <a:pt x="2150" y="1008"/>
                </a:lnTo>
                <a:lnTo>
                  <a:pt x="2172" y="1053"/>
                </a:lnTo>
                <a:lnTo>
                  <a:pt x="2187" y="1101"/>
                </a:lnTo>
                <a:lnTo>
                  <a:pt x="2196" y="1150"/>
                </a:lnTo>
                <a:lnTo>
                  <a:pt x="2200" y="1200"/>
                </a:lnTo>
                <a:lnTo>
                  <a:pt x="2196" y="1250"/>
                </a:lnTo>
                <a:lnTo>
                  <a:pt x="2187" y="1299"/>
                </a:lnTo>
                <a:lnTo>
                  <a:pt x="2172" y="1347"/>
                </a:lnTo>
                <a:lnTo>
                  <a:pt x="2150" y="1392"/>
                </a:lnTo>
                <a:lnTo>
                  <a:pt x="2124" y="1434"/>
                </a:lnTo>
                <a:lnTo>
                  <a:pt x="2092" y="1473"/>
                </a:lnTo>
                <a:lnTo>
                  <a:pt x="2055" y="1507"/>
                </a:lnTo>
                <a:lnTo>
                  <a:pt x="2015" y="1537"/>
                </a:lnTo>
                <a:lnTo>
                  <a:pt x="2023" y="1587"/>
                </a:lnTo>
                <a:lnTo>
                  <a:pt x="2025" y="1637"/>
                </a:lnTo>
                <a:lnTo>
                  <a:pt x="2020" y="1687"/>
                </a:lnTo>
                <a:lnTo>
                  <a:pt x="2009" y="1736"/>
                </a:lnTo>
                <a:lnTo>
                  <a:pt x="1992" y="1783"/>
                </a:lnTo>
                <a:lnTo>
                  <a:pt x="1969" y="1828"/>
                </a:lnTo>
                <a:lnTo>
                  <a:pt x="1941" y="1869"/>
                </a:lnTo>
                <a:lnTo>
                  <a:pt x="1908" y="1907"/>
                </a:lnTo>
                <a:lnTo>
                  <a:pt x="1870" y="1940"/>
                </a:lnTo>
                <a:lnTo>
                  <a:pt x="1829" y="1969"/>
                </a:lnTo>
                <a:lnTo>
                  <a:pt x="1784" y="1991"/>
                </a:lnTo>
                <a:lnTo>
                  <a:pt x="1737" y="2008"/>
                </a:lnTo>
                <a:lnTo>
                  <a:pt x="1688" y="2020"/>
                </a:lnTo>
                <a:lnTo>
                  <a:pt x="1638" y="2024"/>
                </a:lnTo>
                <a:lnTo>
                  <a:pt x="1588" y="2023"/>
                </a:lnTo>
                <a:lnTo>
                  <a:pt x="1538" y="2015"/>
                </a:lnTo>
                <a:lnTo>
                  <a:pt x="1508" y="2056"/>
                </a:lnTo>
                <a:lnTo>
                  <a:pt x="1474" y="2092"/>
                </a:lnTo>
                <a:lnTo>
                  <a:pt x="1435" y="2124"/>
                </a:lnTo>
                <a:lnTo>
                  <a:pt x="1393" y="2151"/>
                </a:lnTo>
                <a:lnTo>
                  <a:pt x="1348" y="2172"/>
                </a:lnTo>
                <a:lnTo>
                  <a:pt x="1300" y="2188"/>
                </a:lnTo>
                <a:lnTo>
                  <a:pt x="1251" y="2197"/>
                </a:lnTo>
                <a:lnTo>
                  <a:pt x="1201" y="2200"/>
                </a:lnTo>
                <a:lnTo>
                  <a:pt x="1150" y="2197"/>
                </a:lnTo>
                <a:lnTo>
                  <a:pt x="1101" y="2188"/>
                </a:lnTo>
                <a:lnTo>
                  <a:pt x="1053" y="2172"/>
                </a:lnTo>
                <a:lnTo>
                  <a:pt x="1008" y="2151"/>
                </a:lnTo>
                <a:lnTo>
                  <a:pt x="966" y="2124"/>
                </a:lnTo>
                <a:lnTo>
                  <a:pt x="927" y="2092"/>
                </a:lnTo>
                <a:lnTo>
                  <a:pt x="893" y="2056"/>
                </a:lnTo>
                <a:lnTo>
                  <a:pt x="863" y="2015"/>
                </a:lnTo>
                <a:lnTo>
                  <a:pt x="813" y="2023"/>
                </a:lnTo>
                <a:lnTo>
                  <a:pt x="763" y="2025"/>
                </a:lnTo>
                <a:lnTo>
                  <a:pt x="713" y="2020"/>
                </a:lnTo>
                <a:lnTo>
                  <a:pt x="664" y="2009"/>
                </a:lnTo>
                <a:lnTo>
                  <a:pt x="617" y="1992"/>
                </a:lnTo>
                <a:lnTo>
                  <a:pt x="572" y="1969"/>
                </a:lnTo>
                <a:lnTo>
                  <a:pt x="531" y="1941"/>
                </a:lnTo>
                <a:lnTo>
                  <a:pt x="493" y="1908"/>
                </a:lnTo>
                <a:lnTo>
                  <a:pt x="460" y="1870"/>
                </a:lnTo>
                <a:lnTo>
                  <a:pt x="431" y="1829"/>
                </a:lnTo>
                <a:lnTo>
                  <a:pt x="409" y="1784"/>
                </a:lnTo>
                <a:lnTo>
                  <a:pt x="392" y="1737"/>
                </a:lnTo>
                <a:lnTo>
                  <a:pt x="380" y="1688"/>
                </a:lnTo>
                <a:lnTo>
                  <a:pt x="376" y="1638"/>
                </a:lnTo>
                <a:lnTo>
                  <a:pt x="377" y="1588"/>
                </a:lnTo>
                <a:lnTo>
                  <a:pt x="385" y="1538"/>
                </a:lnTo>
                <a:lnTo>
                  <a:pt x="344" y="1508"/>
                </a:lnTo>
                <a:lnTo>
                  <a:pt x="308" y="1474"/>
                </a:lnTo>
                <a:lnTo>
                  <a:pt x="275" y="1435"/>
                </a:lnTo>
                <a:lnTo>
                  <a:pt x="249" y="1393"/>
                </a:lnTo>
                <a:lnTo>
                  <a:pt x="227" y="1347"/>
                </a:lnTo>
                <a:lnTo>
                  <a:pt x="212" y="1300"/>
                </a:lnTo>
                <a:lnTo>
                  <a:pt x="202" y="1250"/>
                </a:lnTo>
                <a:lnTo>
                  <a:pt x="199" y="1200"/>
                </a:lnTo>
                <a:lnTo>
                  <a:pt x="202" y="1150"/>
                </a:lnTo>
                <a:lnTo>
                  <a:pt x="212" y="1100"/>
                </a:lnTo>
                <a:lnTo>
                  <a:pt x="227" y="1053"/>
                </a:lnTo>
                <a:lnTo>
                  <a:pt x="249" y="1007"/>
                </a:lnTo>
                <a:lnTo>
                  <a:pt x="275" y="965"/>
                </a:lnTo>
                <a:lnTo>
                  <a:pt x="308" y="926"/>
                </a:lnTo>
                <a:lnTo>
                  <a:pt x="344" y="892"/>
                </a:lnTo>
                <a:lnTo>
                  <a:pt x="385" y="862"/>
                </a:lnTo>
                <a:lnTo>
                  <a:pt x="385" y="862"/>
                </a:lnTo>
                <a:moveTo>
                  <a:pt x="1500" y="900"/>
                </a:moveTo>
                <a:lnTo>
                  <a:pt x="900" y="1500"/>
                </a:lnTo>
                <a:moveTo>
                  <a:pt x="900" y="900"/>
                </a:moveTo>
                <a:lnTo>
                  <a:pt x="901" y="900"/>
                </a:lnTo>
                <a:moveTo>
                  <a:pt x="1500" y="1500"/>
                </a:moveTo>
                <a:lnTo>
                  <a:pt x="1501" y="15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02" name="Google Shape;1202;p55"/>
          <p:cNvSpPr txBox="1"/>
          <p:nvPr/>
        </p:nvSpPr>
        <p:spPr>
          <a:xfrm>
            <a:off x="274327" y="4553712"/>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badge-percent</a:t>
            </a:r>
            <a:endParaRPr sz="1100"/>
          </a:p>
        </p:txBody>
      </p:sp>
      <p:sp>
        <p:nvSpPr>
          <p:cNvPr id="1203" name="Google Shape;1203;p55"/>
          <p:cNvSpPr/>
          <p:nvPr/>
        </p:nvSpPr>
        <p:spPr>
          <a:xfrm>
            <a:off x="1927589" y="4142232"/>
            <a:ext cx="377202" cy="377190"/>
          </a:xfrm>
          <a:custGeom>
            <a:rect b="b" l="l" r="r" t="t"/>
            <a:pathLst>
              <a:path extrusionOk="0" fill="none" h="2400" w="2400">
                <a:moveTo>
                  <a:pt x="1200" y="300"/>
                </a:moveTo>
                <a:lnTo>
                  <a:pt x="1200" y="2100"/>
                </a:lnTo>
                <a:moveTo>
                  <a:pt x="1900" y="800"/>
                </a:moveTo>
                <a:lnTo>
                  <a:pt x="2200" y="1600"/>
                </a:lnTo>
                <a:lnTo>
                  <a:pt x="2167" y="1623"/>
                </a:lnTo>
                <a:lnTo>
                  <a:pt x="2132" y="1643"/>
                </a:lnTo>
                <a:lnTo>
                  <a:pt x="2096" y="1660"/>
                </a:lnTo>
                <a:lnTo>
                  <a:pt x="2058" y="1674"/>
                </a:lnTo>
                <a:lnTo>
                  <a:pt x="2019" y="1686"/>
                </a:lnTo>
                <a:lnTo>
                  <a:pt x="1980" y="1694"/>
                </a:lnTo>
                <a:lnTo>
                  <a:pt x="1940" y="1698"/>
                </a:lnTo>
                <a:lnTo>
                  <a:pt x="1900" y="1700"/>
                </a:lnTo>
                <a:lnTo>
                  <a:pt x="1860" y="1698"/>
                </a:lnTo>
                <a:lnTo>
                  <a:pt x="1820" y="1694"/>
                </a:lnTo>
                <a:lnTo>
                  <a:pt x="1781" y="1686"/>
                </a:lnTo>
                <a:lnTo>
                  <a:pt x="1742" y="1674"/>
                </a:lnTo>
                <a:lnTo>
                  <a:pt x="1704" y="1660"/>
                </a:lnTo>
                <a:lnTo>
                  <a:pt x="1668" y="1643"/>
                </a:lnTo>
                <a:lnTo>
                  <a:pt x="1633" y="1623"/>
                </a:lnTo>
                <a:lnTo>
                  <a:pt x="1600" y="1600"/>
                </a:lnTo>
                <a:lnTo>
                  <a:pt x="1900" y="800"/>
                </a:lnTo>
                <a:lnTo>
                  <a:pt x="1900" y="700"/>
                </a:lnTo>
                <a:moveTo>
                  <a:pt x="300" y="700"/>
                </a:moveTo>
                <a:lnTo>
                  <a:pt x="400" y="700"/>
                </a:lnTo>
                <a:lnTo>
                  <a:pt x="452" y="699"/>
                </a:lnTo>
                <a:lnTo>
                  <a:pt x="504" y="697"/>
                </a:lnTo>
                <a:lnTo>
                  <a:pt x="556" y="693"/>
                </a:lnTo>
                <a:lnTo>
                  <a:pt x="608" y="687"/>
                </a:lnTo>
                <a:lnTo>
                  <a:pt x="659" y="680"/>
                </a:lnTo>
                <a:lnTo>
                  <a:pt x="711" y="671"/>
                </a:lnTo>
                <a:lnTo>
                  <a:pt x="762" y="661"/>
                </a:lnTo>
                <a:lnTo>
                  <a:pt x="812" y="649"/>
                </a:lnTo>
                <a:lnTo>
                  <a:pt x="863" y="636"/>
                </a:lnTo>
                <a:lnTo>
                  <a:pt x="912" y="621"/>
                </a:lnTo>
                <a:lnTo>
                  <a:pt x="962" y="604"/>
                </a:lnTo>
                <a:lnTo>
                  <a:pt x="1011" y="587"/>
                </a:lnTo>
                <a:lnTo>
                  <a:pt x="1059" y="567"/>
                </a:lnTo>
                <a:lnTo>
                  <a:pt x="1107" y="546"/>
                </a:lnTo>
                <a:lnTo>
                  <a:pt x="1154" y="524"/>
                </a:lnTo>
                <a:lnTo>
                  <a:pt x="1200" y="500"/>
                </a:lnTo>
                <a:lnTo>
                  <a:pt x="1246" y="524"/>
                </a:lnTo>
                <a:lnTo>
                  <a:pt x="1293" y="546"/>
                </a:lnTo>
                <a:lnTo>
                  <a:pt x="1341" y="567"/>
                </a:lnTo>
                <a:lnTo>
                  <a:pt x="1389" y="587"/>
                </a:lnTo>
                <a:lnTo>
                  <a:pt x="1438" y="604"/>
                </a:lnTo>
                <a:lnTo>
                  <a:pt x="1488" y="621"/>
                </a:lnTo>
                <a:lnTo>
                  <a:pt x="1537" y="636"/>
                </a:lnTo>
                <a:lnTo>
                  <a:pt x="1588" y="649"/>
                </a:lnTo>
                <a:lnTo>
                  <a:pt x="1638" y="661"/>
                </a:lnTo>
                <a:lnTo>
                  <a:pt x="1689" y="671"/>
                </a:lnTo>
                <a:lnTo>
                  <a:pt x="1741" y="680"/>
                </a:lnTo>
                <a:lnTo>
                  <a:pt x="1792" y="687"/>
                </a:lnTo>
                <a:lnTo>
                  <a:pt x="1844" y="693"/>
                </a:lnTo>
                <a:lnTo>
                  <a:pt x="1896" y="697"/>
                </a:lnTo>
                <a:lnTo>
                  <a:pt x="1948" y="699"/>
                </a:lnTo>
                <a:lnTo>
                  <a:pt x="2000" y="700"/>
                </a:lnTo>
                <a:lnTo>
                  <a:pt x="2100" y="700"/>
                </a:lnTo>
                <a:moveTo>
                  <a:pt x="500" y="800"/>
                </a:moveTo>
                <a:lnTo>
                  <a:pt x="800" y="1600"/>
                </a:lnTo>
                <a:lnTo>
                  <a:pt x="767" y="1623"/>
                </a:lnTo>
                <a:lnTo>
                  <a:pt x="732" y="1643"/>
                </a:lnTo>
                <a:lnTo>
                  <a:pt x="696" y="1660"/>
                </a:lnTo>
                <a:lnTo>
                  <a:pt x="658" y="1674"/>
                </a:lnTo>
                <a:lnTo>
                  <a:pt x="619" y="1686"/>
                </a:lnTo>
                <a:lnTo>
                  <a:pt x="580" y="1694"/>
                </a:lnTo>
                <a:lnTo>
                  <a:pt x="540" y="1698"/>
                </a:lnTo>
                <a:lnTo>
                  <a:pt x="500" y="1700"/>
                </a:lnTo>
                <a:lnTo>
                  <a:pt x="460" y="1698"/>
                </a:lnTo>
                <a:lnTo>
                  <a:pt x="420" y="1694"/>
                </a:lnTo>
                <a:lnTo>
                  <a:pt x="381" y="1686"/>
                </a:lnTo>
                <a:lnTo>
                  <a:pt x="342" y="1674"/>
                </a:lnTo>
                <a:lnTo>
                  <a:pt x="304" y="1660"/>
                </a:lnTo>
                <a:lnTo>
                  <a:pt x="268" y="1643"/>
                </a:lnTo>
                <a:lnTo>
                  <a:pt x="233" y="1623"/>
                </a:lnTo>
                <a:lnTo>
                  <a:pt x="200" y="1600"/>
                </a:lnTo>
                <a:lnTo>
                  <a:pt x="500" y="800"/>
                </a:lnTo>
                <a:lnTo>
                  <a:pt x="500" y="700"/>
                </a:lnTo>
                <a:moveTo>
                  <a:pt x="700" y="2100"/>
                </a:moveTo>
                <a:lnTo>
                  <a:pt x="1700" y="21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04" name="Google Shape;1204;p55"/>
          <p:cNvSpPr txBox="1"/>
          <p:nvPr/>
        </p:nvSpPr>
        <p:spPr>
          <a:xfrm>
            <a:off x="1502235" y="4553712"/>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scale</a:t>
            </a:r>
            <a:endParaRPr sz="1100"/>
          </a:p>
        </p:txBody>
      </p:sp>
      <p:sp>
        <p:nvSpPr>
          <p:cNvPr id="1205" name="Google Shape;1205;p55"/>
          <p:cNvSpPr/>
          <p:nvPr/>
        </p:nvSpPr>
        <p:spPr>
          <a:xfrm>
            <a:off x="3155497" y="4142232"/>
            <a:ext cx="377202" cy="377190"/>
          </a:xfrm>
          <a:custGeom>
            <a:rect b="b" l="l" r="r" t="t"/>
            <a:pathLst>
              <a:path extrusionOk="0" fill="none" h="2400" w="2400">
                <a:moveTo>
                  <a:pt x="1100" y="1700"/>
                </a:moveTo>
                <a:lnTo>
                  <a:pt x="1400" y="1700"/>
                </a:lnTo>
                <a:lnTo>
                  <a:pt x="1400" y="1900"/>
                </a:lnTo>
                <a:lnTo>
                  <a:pt x="1400" y="1910"/>
                </a:lnTo>
                <a:lnTo>
                  <a:pt x="1402" y="1920"/>
                </a:lnTo>
                <a:lnTo>
                  <a:pt x="1404" y="1929"/>
                </a:lnTo>
                <a:lnTo>
                  <a:pt x="1408" y="1938"/>
                </a:lnTo>
                <a:lnTo>
                  <a:pt x="1412" y="1947"/>
                </a:lnTo>
                <a:lnTo>
                  <a:pt x="1417" y="1956"/>
                </a:lnTo>
                <a:lnTo>
                  <a:pt x="1423" y="1963"/>
                </a:lnTo>
                <a:lnTo>
                  <a:pt x="1429" y="1971"/>
                </a:lnTo>
                <a:lnTo>
                  <a:pt x="1437" y="1977"/>
                </a:lnTo>
                <a:lnTo>
                  <a:pt x="1444" y="1983"/>
                </a:lnTo>
                <a:lnTo>
                  <a:pt x="1453" y="1988"/>
                </a:lnTo>
                <a:lnTo>
                  <a:pt x="1462" y="1992"/>
                </a:lnTo>
                <a:lnTo>
                  <a:pt x="1471" y="1996"/>
                </a:lnTo>
                <a:lnTo>
                  <a:pt x="1480" y="1998"/>
                </a:lnTo>
                <a:lnTo>
                  <a:pt x="1490" y="2000"/>
                </a:lnTo>
                <a:lnTo>
                  <a:pt x="1500" y="2000"/>
                </a:lnTo>
                <a:lnTo>
                  <a:pt x="1700" y="2000"/>
                </a:lnTo>
                <a:lnTo>
                  <a:pt x="1710" y="2000"/>
                </a:lnTo>
                <a:lnTo>
                  <a:pt x="1720" y="1998"/>
                </a:lnTo>
                <a:lnTo>
                  <a:pt x="1729" y="1996"/>
                </a:lnTo>
                <a:lnTo>
                  <a:pt x="1738" y="1992"/>
                </a:lnTo>
                <a:lnTo>
                  <a:pt x="1747" y="1988"/>
                </a:lnTo>
                <a:lnTo>
                  <a:pt x="1756" y="1983"/>
                </a:lnTo>
                <a:lnTo>
                  <a:pt x="1763" y="1977"/>
                </a:lnTo>
                <a:lnTo>
                  <a:pt x="1771" y="1971"/>
                </a:lnTo>
                <a:lnTo>
                  <a:pt x="1777" y="1963"/>
                </a:lnTo>
                <a:lnTo>
                  <a:pt x="1783" y="1956"/>
                </a:lnTo>
                <a:lnTo>
                  <a:pt x="1788" y="1947"/>
                </a:lnTo>
                <a:lnTo>
                  <a:pt x="1792" y="1938"/>
                </a:lnTo>
                <a:lnTo>
                  <a:pt x="1796" y="1929"/>
                </a:lnTo>
                <a:lnTo>
                  <a:pt x="1798" y="1920"/>
                </a:lnTo>
                <a:lnTo>
                  <a:pt x="1800" y="1910"/>
                </a:lnTo>
                <a:lnTo>
                  <a:pt x="1800" y="1900"/>
                </a:lnTo>
                <a:lnTo>
                  <a:pt x="1800" y="1600"/>
                </a:lnTo>
                <a:lnTo>
                  <a:pt x="1817" y="1594"/>
                </a:lnTo>
                <a:lnTo>
                  <a:pt x="1834" y="1586"/>
                </a:lnTo>
                <a:lnTo>
                  <a:pt x="1850" y="1578"/>
                </a:lnTo>
                <a:lnTo>
                  <a:pt x="1866" y="1569"/>
                </a:lnTo>
                <a:lnTo>
                  <a:pt x="1882" y="1559"/>
                </a:lnTo>
                <a:lnTo>
                  <a:pt x="1896" y="1548"/>
                </a:lnTo>
                <a:lnTo>
                  <a:pt x="1910" y="1536"/>
                </a:lnTo>
                <a:lnTo>
                  <a:pt x="1924" y="1524"/>
                </a:lnTo>
                <a:lnTo>
                  <a:pt x="1936" y="1510"/>
                </a:lnTo>
                <a:lnTo>
                  <a:pt x="1948" y="1496"/>
                </a:lnTo>
                <a:lnTo>
                  <a:pt x="1959" y="1482"/>
                </a:lnTo>
                <a:lnTo>
                  <a:pt x="1969" y="1466"/>
                </a:lnTo>
                <a:lnTo>
                  <a:pt x="1978" y="1450"/>
                </a:lnTo>
                <a:lnTo>
                  <a:pt x="1986" y="1434"/>
                </a:lnTo>
                <a:lnTo>
                  <a:pt x="1994" y="1417"/>
                </a:lnTo>
                <a:lnTo>
                  <a:pt x="2000" y="1400"/>
                </a:lnTo>
                <a:lnTo>
                  <a:pt x="2100" y="1400"/>
                </a:lnTo>
                <a:lnTo>
                  <a:pt x="2110" y="1400"/>
                </a:lnTo>
                <a:lnTo>
                  <a:pt x="2120" y="1398"/>
                </a:lnTo>
                <a:lnTo>
                  <a:pt x="2129" y="1396"/>
                </a:lnTo>
                <a:lnTo>
                  <a:pt x="2138" y="1392"/>
                </a:lnTo>
                <a:lnTo>
                  <a:pt x="2147" y="1388"/>
                </a:lnTo>
                <a:lnTo>
                  <a:pt x="2156" y="1383"/>
                </a:lnTo>
                <a:lnTo>
                  <a:pt x="2163" y="1377"/>
                </a:lnTo>
                <a:lnTo>
                  <a:pt x="2171" y="1371"/>
                </a:lnTo>
                <a:lnTo>
                  <a:pt x="2177" y="1363"/>
                </a:lnTo>
                <a:lnTo>
                  <a:pt x="2183" y="1356"/>
                </a:lnTo>
                <a:lnTo>
                  <a:pt x="2188" y="1347"/>
                </a:lnTo>
                <a:lnTo>
                  <a:pt x="2192" y="1338"/>
                </a:lnTo>
                <a:lnTo>
                  <a:pt x="2196" y="1329"/>
                </a:lnTo>
                <a:lnTo>
                  <a:pt x="2198" y="1320"/>
                </a:lnTo>
                <a:lnTo>
                  <a:pt x="2200" y="1310"/>
                </a:lnTo>
                <a:lnTo>
                  <a:pt x="2200" y="1300"/>
                </a:lnTo>
                <a:lnTo>
                  <a:pt x="2200" y="1100"/>
                </a:lnTo>
                <a:lnTo>
                  <a:pt x="2200" y="1090"/>
                </a:lnTo>
                <a:lnTo>
                  <a:pt x="2198" y="1080"/>
                </a:lnTo>
                <a:lnTo>
                  <a:pt x="2196" y="1071"/>
                </a:lnTo>
                <a:lnTo>
                  <a:pt x="2192" y="1062"/>
                </a:lnTo>
                <a:lnTo>
                  <a:pt x="2188" y="1053"/>
                </a:lnTo>
                <a:lnTo>
                  <a:pt x="2183" y="1044"/>
                </a:lnTo>
                <a:lnTo>
                  <a:pt x="2177" y="1037"/>
                </a:lnTo>
                <a:lnTo>
                  <a:pt x="2171" y="1029"/>
                </a:lnTo>
                <a:lnTo>
                  <a:pt x="2163" y="1023"/>
                </a:lnTo>
                <a:lnTo>
                  <a:pt x="2156" y="1017"/>
                </a:lnTo>
                <a:lnTo>
                  <a:pt x="2147" y="1012"/>
                </a:lnTo>
                <a:lnTo>
                  <a:pt x="2138" y="1008"/>
                </a:lnTo>
                <a:lnTo>
                  <a:pt x="2129" y="1004"/>
                </a:lnTo>
                <a:lnTo>
                  <a:pt x="2120" y="1002"/>
                </a:lnTo>
                <a:lnTo>
                  <a:pt x="2110" y="1000"/>
                </a:lnTo>
                <a:lnTo>
                  <a:pt x="2100" y="1000"/>
                </a:lnTo>
                <a:lnTo>
                  <a:pt x="2000" y="1000"/>
                </a:lnTo>
                <a:lnTo>
                  <a:pt x="1999" y="971"/>
                </a:lnTo>
                <a:lnTo>
                  <a:pt x="1997" y="942"/>
                </a:lnTo>
                <a:lnTo>
                  <a:pt x="1992" y="914"/>
                </a:lnTo>
                <a:lnTo>
                  <a:pt x="1987" y="885"/>
                </a:lnTo>
                <a:lnTo>
                  <a:pt x="1979" y="857"/>
                </a:lnTo>
                <a:lnTo>
                  <a:pt x="1970" y="830"/>
                </a:lnTo>
                <a:lnTo>
                  <a:pt x="1959" y="803"/>
                </a:lnTo>
                <a:lnTo>
                  <a:pt x="1947" y="776"/>
                </a:lnTo>
                <a:lnTo>
                  <a:pt x="1934" y="751"/>
                </a:lnTo>
                <a:lnTo>
                  <a:pt x="1918" y="726"/>
                </a:lnTo>
                <a:lnTo>
                  <a:pt x="1902" y="702"/>
                </a:lnTo>
                <a:lnTo>
                  <a:pt x="1884" y="680"/>
                </a:lnTo>
                <a:lnTo>
                  <a:pt x="1865" y="658"/>
                </a:lnTo>
                <a:lnTo>
                  <a:pt x="1844" y="637"/>
                </a:lnTo>
                <a:lnTo>
                  <a:pt x="1823" y="618"/>
                </a:lnTo>
                <a:lnTo>
                  <a:pt x="1800" y="600"/>
                </a:lnTo>
                <a:lnTo>
                  <a:pt x="1800" y="300"/>
                </a:lnTo>
                <a:lnTo>
                  <a:pt x="1777" y="301"/>
                </a:lnTo>
                <a:lnTo>
                  <a:pt x="1754" y="303"/>
                </a:lnTo>
                <a:lnTo>
                  <a:pt x="1731" y="306"/>
                </a:lnTo>
                <a:lnTo>
                  <a:pt x="1708" y="311"/>
                </a:lnTo>
                <a:lnTo>
                  <a:pt x="1686" y="317"/>
                </a:lnTo>
                <a:lnTo>
                  <a:pt x="1664" y="324"/>
                </a:lnTo>
                <a:lnTo>
                  <a:pt x="1642" y="332"/>
                </a:lnTo>
                <a:lnTo>
                  <a:pt x="1621" y="342"/>
                </a:lnTo>
                <a:lnTo>
                  <a:pt x="1601" y="353"/>
                </a:lnTo>
                <a:lnTo>
                  <a:pt x="1581" y="365"/>
                </a:lnTo>
                <a:lnTo>
                  <a:pt x="1562" y="379"/>
                </a:lnTo>
                <a:lnTo>
                  <a:pt x="1544" y="393"/>
                </a:lnTo>
                <a:lnTo>
                  <a:pt x="1526" y="408"/>
                </a:lnTo>
                <a:lnTo>
                  <a:pt x="1510" y="425"/>
                </a:lnTo>
                <a:lnTo>
                  <a:pt x="1494" y="442"/>
                </a:lnTo>
                <a:lnTo>
                  <a:pt x="1480" y="460"/>
                </a:lnTo>
                <a:lnTo>
                  <a:pt x="1450" y="500"/>
                </a:lnTo>
                <a:lnTo>
                  <a:pt x="1100" y="500"/>
                </a:lnTo>
                <a:lnTo>
                  <a:pt x="1041" y="503"/>
                </a:lnTo>
                <a:lnTo>
                  <a:pt x="983" y="512"/>
                </a:lnTo>
                <a:lnTo>
                  <a:pt x="926" y="526"/>
                </a:lnTo>
                <a:lnTo>
                  <a:pt x="870" y="546"/>
                </a:lnTo>
                <a:lnTo>
                  <a:pt x="817" y="571"/>
                </a:lnTo>
                <a:lnTo>
                  <a:pt x="767" y="601"/>
                </a:lnTo>
                <a:lnTo>
                  <a:pt x="719" y="636"/>
                </a:lnTo>
                <a:lnTo>
                  <a:pt x="676" y="676"/>
                </a:lnTo>
                <a:lnTo>
                  <a:pt x="636" y="719"/>
                </a:lnTo>
                <a:lnTo>
                  <a:pt x="601" y="767"/>
                </a:lnTo>
                <a:lnTo>
                  <a:pt x="571" y="817"/>
                </a:lnTo>
                <a:lnTo>
                  <a:pt x="546" y="870"/>
                </a:lnTo>
                <a:lnTo>
                  <a:pt x="526" y="926"/>
                </a:lnTo>
                <a:lnTo>
                  <a:pt x="512" y="983"/>
                </a:lnTo>
                <a:lnTo>
                  <a:pt x="503" y="1041"/>
                </a:lnTo>
                <a:lnTo>
                  <a:pt x="500" y="1100"/>
                </a:lnTo>
                <a:lnTo>
                  <a:pt x="500" y="1200"/>
                </a:lnTo>
                <a:lnTo>
                  <a:pt x="501" y="1229"/>
                </a:lnTo>
                <a:lnTo>
                  <a:pt x="503" y="1258"/>
                </a:lnTo>
                <a:lnTo>
                  <a:pt x="508" y="1286"/>
                </a:lnTo>
                <a:lnTo>
                  <a:pt x="513" y="1315"/>
                </a:lnTo>
                <a:lnTo>
                  <a:pt x="521" y="1343"/>
                </a:lnTo>
                <a:lnTo>
                  <a:pt x="530" y="1370"/>
                </a:lnTo>
                <a:lnTo>
                  <a:pt x="541" y="1397"/>
                </a:lnTo>
                <a:lnTo>
                  <a:pt x="553" y="1424"/>
                </a:lnTo>
                <a:lnTo>
                  <a:pt x="566" y="1449"/>
                </a:lnTo>
                <a:lnTo>
                  <a:pt x="582" y="1474"/>
                </a:lnTo>
                <a:lnTo>
                  <a:pt x="598" y="1498"/>
                </a:lnTo>
                <a:lnTo>
                  <a:pt x="616" y="1520"/>
                </a:lnTo>
                <a:lnTo>
                  <a:pt x="635" y="1542"/>
                </a:lnTo>
                <a:lnTo>
                  <a:pt x="656" y="1563"/>
                </a:lnTo>
                <a:lnTo>
                  <a:pt x="677" y="1582"/>
                </a:lnTo>
                <a:lnTo>
                  <a:pt x="700" y="1600"/>
                </a:lnTo>
                <a:lnTo>
                  <a:pt x="700" y="1900"/>
                </a:lnTo>
                <a:lnTo>
                  <a:pt x="700" y="1910"/>
                </a:lnTo>
                <a:lnTo>
                  <a:pt x="702" y="1920"/>
                </a:lnTo>
                <a:lnTo>
                  <a:pt x="704" y="1929"/>
                </a:lnTo>
                <a:lnTo>
                  <a:pt x="708" y="1938"/>
                </a:lnTo>
                <a:lnTo>
                  <a:pt x="712" y="1947"/>
                </a:lnTo>
                <a:lnTo>
                  <a:pt x="717" y="1956"/>
                </a:lnTo>
                <a:lnTo>
                  <a:pt x="723" y="1963"/>
                </a:lnTo>
                <a:lnTo>
                  <a:pt x="729" y="1971"/>
                </a:lnTo>
                <a:lnTo>
                  <a:pt x="737" y="1977"/>
                </a:lnTo>
                <a:lnTo>
                  <a:pt x="744" y="1983"/>
                </a:lnTo>
                <a:lnTo>
                  <a:pt x="753" y="1988"/>
                </a:lnTo>
                <a:lnTo>
                  <a:pt x="762" y="1992"/>
                </a:lnTo>
                <a:lnTo>
                  <a:pt x="771" y="1996"/>
                </a:lnTo>
                <a:lnTo>
                  <a:pt x="780" y="1998"/>
                </a:lnTo>
                <a:lnTo>
                  <a:pt x="790" y="2000"/>
                </a:lnTo>
                <a:lnTo>
                  <a:pt x="800" y="2000"/>
                </a:lnTo>
                <a:lnTo>
                  <a:pt x="1000" y="2000"/>
                </a:lnTo>
                <a:lnTo>
                  <a:pt x="1010" y="2000"/>
                </a:lnTo>
                <a:lnTo>
                  <a:pt x="1020" y="1998"/>
                </a:lnTo>
                <a:lnTo>
                  <a:pt x="1029" y="1996"/>
                </a:lnTo>
                <a:lnTo>
                  <a:pt x="1038" y="1992"/>
                </a:lnTo>
                <a:lnTo>
                  <a:pt x="1047" y="1988"/>
                </a:lnTo>
                <a:lnTo>
                  <a:pt x="1056" y="1983"/>
                </a:lnTo>
                <a:lnTo>
                  <a:pt x="1063" y="1977"/>
                </a:lnTo>
                <a:lnTo>
                  <a:pt x="1071" y="1971"/>
                </a:lnTo>
                <a:lnTo>
                  <a:pt x="1077" y="1963"/>
                </a:lnTo>
                <a:lnTo>
                  <a:pt x="1083" y="1956"/>
                </a:lnTo>
                <a:lnTo>
                  <a:pt x="1088" y="1947"/>
                </a:lnTo>
                <a:lnTo>
                  <a:pt x="1092" y="1938"/>
                </a:lnTo>
                <a:lnTo>
                  <a:pt x="1096" y="1929"/>
                </a:lnTo>
                <a:lnTo>
                  <a:pt x="1098" y="1920"/>
                </a:lnTo>
                <a:lnTo>
                  <a:pt x="1100" y="1910"/>
                </a:lnTo>
                <a:lnTo>
                  <a:pt x="1100" y="1900"/>
                </a:lnTo>
                <a:lnTo>
                  <a:pt x="1100" y="1700"/>
                </a:lnTo>
                <a:moveTo>
                  <a:pt x="1600" y="1000"/>
                </a:moveTo>
                <a:lnTo>
                  <a:pt x="1601" y="1000"/>
                </a:lnTo>
                <a:moveTo>
                  <a:pt x="200" y="800"/>
                </a:moveTo>
                <a:lnTo>
                  <a:pt x="200" y="900"/>
                </a:lnTo>
                <a:lnTo>
                  <a:pt x="201" y="920"/>
                </a:lnTo>
                <a:lnTo>
                  <a:pt x="204" y="939"/>
                </a:lnTo>
                <a:lnTo>
                  <a:pt x="209" y="958"/>
                </a:lnTo>
                <a:lnTo>
                  <a:pt x="215" y="977"/>
                </a:lnTo>
                <a:lnTo>
                  <a:pt x="224" y="994"/>
                </a:lnTo>
                <a:lnTo>
                  <a:pt x="234" y="1011"/>
                </a:lnTo>
                <a:lnTo>
                  <a:pt x="245" y="1027"/>
                </a:lnTo>
                <a:lnTo>
                  <a:pt x="259" y="1041"/>
                </a:lnTo>
                <a:lnTo>
                  <a:pt x="273" y="1055"/>
                </a:lnTo>
                <a:lnTo>
                  <a:pt x="289" y="1066"/>
                </a:lnTo>
                <a:lnTo>
                  <a:pt x="306" y="1076"/>
                </a:lnTo>
                <a:lnTo>
                  <a:pt x="323" y="1085"/>
                </a:lnTo>
                <a:lnTo>
                  <a:pt x="342" y="1091"/>
                </a:lnTo>
                <a:lnTo>
                  <a:pt x="361" y="1096"/>
                </a:lnTo>
                <a:lnTo>
                  <a:pt x="380" y="1099"/>
                </a:lnTo>
                <a:lnTo>
                  <a:pt x="400" y="1100"/>
                </a:lnTo>
                <a:lnTo>
                  <a:pt x="500" y="11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06" name="Google Shape;1206;p55"/>
          <p:cNvSpPr txBox="1"/>
          <p:nvPr/>
        </p:nvSpPr>
        <p:spPr>
          <a:xfrm>
            <a:off x="2730143" y="4553712"/>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piggy-bank</a:t>
            </a:r>
            <a:endParaRPr sz="1100"/>
          </a:p>
        </p:txBody>
      </p:sp>
      <p:sp>
        <p:nvSpPr>
          <p:cNvPr id="1207" name="Google Shape;1207;p55"/>
          <p:cNvSpPr/>
          <p:nvPr/>
        </p:nvSpPr>
        <p:spPr>
          <a:xfrm>
            <a:off x="4383405" y="4142232"/>
            <a:ext cx="377202" cy="377190"/>
          </a:xfrm>
          <a:custGeom>
            <a:rect b="b" l="l" r="r" t="t"/>
            <a:pathLst>
              <a:path extrusionOk="0" fill="none" h="2400" w="2400">
                <a:moveTo>
                  <a:pt x="1900" y="700"/>
                </a:moveTo>
                <a:lnTo>
                  <a:pt x="1900" y="400"/>
                </a:lnTo>
                <a:lnTo>
                  <a:pt x="1900" y="390"/>
                </a:lnTo>
                <a:lnTo>
                  <a:pt x="1898" y="380"/>
                </a:lnTo>
                <a:lnTo>
                  <a:pt x="1896" y="371"/>
                </a:lnTo>
                <a:lnTo>
                  <a:pt x="1892" y="362"/>
                </a:lnTo>
                <a:lnTo>
                  <a:pt x="1888" y="353"/>
                </a:lnTo>
                <a:lnTo>
                  <a:pt x="1883" y="344"/>
                </a:lnTo>
                <a:lnTo>
                  <a:pt x="1877" y="337"/>
                </a:lnTo>
                <a:lnTo>
                  <a:pt x="1871" y="329"/>
                </a:lnTo>
                <a:lnTo>
                  <a:pt x="1863" y="323"/>
                </a:lnTo>
                <a:lnTo>
                  <a:pt x="1856" y="317"/>
                </a:lnTo>
                <a:lnTo>
                  <a:pt x="1847" y="312"/>
                </a:lnTo>
                <a:lnTo>
                  <a:pt x="1838" y="308"/>
                </a:lnTo>
                <a:lnTo>
                  <a:pt x="1829" y="304"/>
                </a:lnTo>
                <a:lnTo>
                  <a:pt x="1820" y="302"/>
                </a:lnTo>
                <a:lnTo>
                  <a:pt x="1810" y="300"/>
                </a:lnTo>
                <a:lnTo>
                  <a:pt x="1800" y="300"/>
                </a:lnTo>
                <a:lnTo>
                  <a:pt x="500" y="300"/>
                </a:lnTo>
                <a:lnTo>
                  <a:pt x="461" y="304"/>
                </a:lnTo>
                <a:lnTo>
                  <a:pt x="423" y="315"/>
                </a:lnTo>
                <a:lnTo>
                  <a:pt x="389" y="334"/>
                </a:lnTo>
                <a:lnTo>
                  <a:pt x="359" y="359"/>
                </a:lnTo>
                <a:lnTo>
                  <a:pt x="334" y="389"/>
                </a:lnTo>
                <a:lnTo>
                  <a:pt x="315" y="423"/>
                </a:lnTo>
                <a:lnTo>
                  <a:pt x="304" y="461"/>
                </a:lnTo>
                <a:lnTo>
                  <a:pt x="300" y="500"/>
                </a:lnTo>
                <a:lnTo>
                  <a:pt x="304" y="539"/>
                </a:lnTo>
                <a:lnTo>
                  <a:pt x="315" y="577"/>
                </a:lnTo>
                <a:lnTo>
                  <a:pt x="334" y="611"/>
                </a:lnTo>
                <a:lnTo>
                  <a:pt x="359" y="641"/>
                </a:lnTo>
                <a:lnTo>
                  <a:pt x="389" y="666"/>
                </a:lnTo>
                <a:lnTo>
                  <a:pt x="423" y="685"/>
                </a:lnTo>
                <a:lnTo>
                  <a:pt x="461" y="696"/>
                </a:lnTo>
                <a:lnTo>
                  <a:pt x="500" y="700"/>
                </a:lnTo>
                <a:lnTo>
                  <a:pt x="2000" y="700"/>
                </a:lnTo>
                <a:lnTo>
                  <a:pt x="2010" y="700"/>
                </a:lnTo>
                <a:lnTo>
                  <a:pt x="2020" y="702"/>
                </a:lnTo>
                <a:lnTo>
                  <a:pt x="2029" y="704"/>
                </a:lnTo>
                <a:lnTo>
                  <a:pt x="2038" y="708"/>
                </a:lnTo>
                <a:lnTo>
                  <a:pt x="2047" y="712"/>
                </a:lnTo>
                <a:lnTo>
                  <a:pt x="2056" y="717"/>
                </a:lnTo>
                <a:lnTo>
                  <a:pt x="2063" y="723"/>
                </a:lnTo>
                <a:lnTo>
                  <a:pt x="2071" y="729"/>
                </a:lnTo>
                <a:lnTo>
                  <a:pt x="2077" y="737"/>
                </a:lnTo>
                <a:lnTo>
                  <a:pt x="2083" y="744"/>
                </a:lnTo>
                <a:lnTo>
                  <a:pt x="2088" y="753"/>
                </a:lnTo>
                <a:lnTo>
                  <a:pt x="2092" y="762"/>
                </a:lnTo>
                <a:lnTo>
                  <a:pt x="2096" y="771"/>
                </a:lnTo>
                <a:lnTo>
                  <a:pt x="2098" y="780"/>
                </a:lnTo>
                <a:lnTo>
                  <a:pt x="2100" y="790"/>
                </a:lnTo>
                <a:lnTo>
                  <a:pt x="2100" y="800"/>
                </a:lnTo>
                <a:lnTo>
                  <a:pt x="2100" y="1200"/>
                </a:lnTo>
                <a:lnTo>
                  <a:pt x="1800" y="1200"/>
                </a:lnTo>
                <a:lnTo>
                  <a:pt x="1761" y="1204"/>
                </a:lnTo>
                <a:lnTo>
                  <a:pt x="1723" y="1215"/>
                </a:lnTo>
                <a:lnTo>
                  <a:pt x="1689" y="1234"/>
                </a:lnTo>
                <a:lnTo>
                  <a:pt x="1659" y="1259"/>
                </a:lnTo>
                <a:lnTo>
                  <a:pt x="1634" y="1289"/>
                </a:lnTo>
                <a:lnTo>
                  <a:pt x="1615" y="1323"/>
                </a:lnTo>
                <a:lnTo>
                  <a:pt x="1604" y="1361"/>
                </a:lnTo>
                <a:lnTo>
                  <a:pt x="1600" y="1400"/>
                </a:lnTo>
                <a:lnTo>
                  <a:pt x="1604" y="1439"/>
                </a:lnTo>
                <a:lnTo>
                  <a:pt x="1615" y="1477"/>
                </a:lnTo>
                <a:lnTo>
                  <a:pt x="1634" y="1511"/>
                </a:lnTo>
                <a:lnTo>
                  <a:pt x="1659" y="1541"/>
                </a:lnTo>
                <a:lnTo>
                  <a:pt x="1689" y="1566"/>
                </a:lnTo>
                <a:lnTo>
                  <a:pt x="1723" y="1585"/>
                </a:lnTo>
                <a:lnTo>
                  <a:pt x="1761" y="1596"/>
                </a:lnTo>
                <a:lnTo>
                  <a:pt x="1800" y="1600"/>
                </a:lnTo>
                <a:lnTo>
                  <a:pt x="2100" y="1600"/>
                </a:lnTo>
                <a:lnTo>
                  <a:pt x="2110" y="1600"/>
                </a:lnTo>
                <a:lnTo>
                  <a:pt x="2120" y="1598"/>
                </a:lnTo>
                <a:lnTo>
                  <a:pt x="2129" y="1596"/>
                </a:lnTo>
                <a:lnTo>
                  <a:pt x="2138" y="1592"/>
                </a:lnTo>
                <a:lnTo>
                  <a:pt x="2147" y="1588"/>
                </a:lnTo>
                <a:lnTo>
                  <a:pt x="2156" y="1583"/>
                </a:lnTo>
                <a:lnTo>
                  <a:pt x="2163" y="1577"/>
                </a:lnTo>
                <a:lnTo>
                  <a:pt x="2171" y="1571"/>
                </a:lnTo>
                <a:lnTo>
                  <a:pt x="2177" y="1563"/>
                </a:lnTo>
                <a:lnTo>
                  <a:pt x="2183" y="1556"/>
                </a:lnTo>
                <a:lnTo>
                  <a:pt x="2188" y="1547"/>
                </a:lnTo>
                <a:lnTo>
                  <a:pt x="2192" y="1538"/>
                </a:lnTo>
                <a:lnTo>
                  <a:pt x="2196" y="1529"/>
                </a:lnTo>
                <a:lnTo>
                  <a:pt x="2198" y="1520"/>
                </a:lnTo>
                <a:lnTo>
                  <a:pt x="2200" y="1510"/>
                </a:lnTo>
                <a:lnTo>
                  <a:pt x="2200" y="1500"/>
                </a:lnTo>
                <a:lnTo>
                  <a:pt x="2200" y="1300"/>
                </a:lnTo>
                <a:lnTo>
                  <a:pt x="2200" y="1290"/>
                </a:lnTo>
                <a:lnTo>
                  <a:pt x="2198" y="1280"/>
                </a:lnTo>
                <a:lnTo>
                  <a:pt x="2196" y="1271"/>
                </a:lnTo>
                <a:lnTo>
                  <a:pt x="2192" y="1262"/>
                </a:lnTo>
                <a:lnTo>
                  <a:pt x="2188" y="1253"/>
                </a:lnTo>
                <a:lnTo>
                  <a:pt x="2183" y="1244"/>
                </a:lnTo>
                <a:lnTo>
                  <a:pt x="2177" y="1237"/>
                </a:lnTo>
                <a:lnTo>
                  <a:pt x="2171" y="1229"/>
                </a:lnTo>
                <a:lnTo>
                  <a:pt x="2163" y="1223"/>
                </a:lnTo>
                <a:lnTo>
                  <a:pt x="2156" y="1217"/>
                </a:lnTo>
                <a:lnTo>
                  <a:pt x="2147" y="1212"/>
                </a:lnTo>
                <a:lnTo>
                  <a:pt x="2138" y="1208"/>
                </a:lnTo>
                <a:lnTo>
                  <a:pt x="2129" y="1204"/>
                </a:lnTo>
                <a:lnTo>
                  <a:pt x="2120" y="1202"/>
                </a:lnTo>
                <a:lnTo>
                  <a:pt x="2110" y="1200"/>
                </a:lnTo>
                <a:lnTo>
                  <a:pt x="2100" y="1200"/>
                </a:lnTo>
                <a:moveTo>
                  <a:pt x="300" y="500"/>
                </a:moveTo>
                <a:lnTo>
                  <a:pt x="300" y="1900"/>
                </a:lnTo>
                <a:lnTo>
                  <a:pt x="301" y="1920"/>
                </a:lnTo>
                <a:lnTo>
                  <a:pt x="304" y="1939"/>
                </a:lnTo>
                <a:lnTo>
                  <a:pt x="309" y="1958"/>
                </a:lnTo>
                <a:lnTo>
                  <a:pt x="315" y="1977"/>
                </a:lnTo>
                <a:lnTo>
                  <a:pt x="324" y="1994"/>
                </a:lnTo>
                <a:lnTo>
                  <a:pt x="334" y="2011"/>
                </a:lnTo>
                <a:lnTo>
                  <a:pt x="345" y="2027"/>
                </a:lnTo>
                <a:lnTo>
                  <a:pt x="359" y="2041"/>
                </a:lnTo>
                <a:lnTo>
                  <a:pt x="373" y="2055"/>
                </a:lnTo>
                <a:lnTo>
                  <a:pt x="389" y="2066"/>
                </a:lnTo>
                <a:lnTo>
                  <a:pt x="406" y="2076"/>
                </a:lnTo>
                <a:lnTo>
                  <a:pt x="423" y="2085"/>
                </a:lnTo>
                <a:lnTo>
                  <a:pt x="442" y="2091"/>
                </a:lnTo>
                <a:lnTo>
                  <a:pt x="461" y="2096"/>
                </a:lnTo>
                <a:lnTo>
                  <a:pt x="480" y="2099"/>
                </a:lnTo>
                <a:lnTo>
                  <a:pt x="500" y="2100"/>
                </a:lnTo>
                <a:lnTo>
                  <a:pt x="2000" y="2100"/>
                </a:lnTo>
                <a:lnTo>
                  <a:pt x="2010" y="2100"/>
                </a:lnTo>
                <a:lnTo>
                  <a:pt x="2020" y="2098"/>
                </a:lnTo>
                <a:lnTo>
                  <a:pt x="2029" y="2096"/>
                </a:lnTo>
                <a:lnTo>
                  <a:pt x="2038" y="2092"/>
                </a:lnTo>
                <a:lnTo>
                  <a:pt x="2047" y="2088"/>
                </a:lnTo>
                <a:lnTo>
                  <a:pt x="2056" y="2083"/>
                </a:lnTo>
                <a:lnTo>
                  <a:pt x="2063" y="2077"/>
                </a:lnTo>
                <a:lnTo>
                  <a:pt x="2071" y="2071"/>
                </a:lnTo>
                <a:lnTo>
                  <a:pt x="2077" y="2063"/>
                </a:lnTo>
                <a:lnTo>
                  <a:pt x="2083" y="2056"/>
                </a:lnTo>
                <a:lnTo>
                  <a:pt x="2088" y="2047"/>
                </a:lnTo>
                <a:lnTo>
                  <a:pt x="2092" y="2038"/>
                </a:lnTo>
                <a:lnTo>
                  <a:pt x="2096" y="2029"/>
                </a:lnTo>
                <a:lnTo>
                  <a:pt x="2098" y="2020"/>
                </a:lnTo>
                <a:lnTo>
                  <a:pt x="2100" y="2010"/>
                </a:lnTo>
                <a:lnTo>
                  <a:pt x="2100" y="2000"/>
                </a:lnTo>
                <a:lnTo>
                  <a:pt x="2100" y="16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08" name="Google Shape;1208;p55"/>
          <p:cNvSpPr txBox="1"/>
          <p:nvPr/>
        </p:nvSpPr>
        <p:spPr>
          <a:xfrm>
            <a:off x="3958051" y="4553712"/>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wallet</a:t>
            </a:r>
            <a:endParaRPr sz="1100"/>
          </a:p>
        </p:txBody>
      </p:sp>
      <p:sp>
        <p:nvSpPr>
          <p:cNvPr id="1209" name="Google Shape;1209;p55"/>
          <p:cNvSpPr/>
          <p:nvPr/>
        </p:nvSpPr>
        <p:spPr>
          <a:xfrm>
            <a:off x="5611313" y="4142232"/>
            <a:ext cx="377202" cy="377190"/>
          </a:xfrm>
          <a:custGeom>
            <a:rect b="b" l="l" r="r" t="t"/>
            <a:pathLst>
              <a:path extrusionOk="0" fill="none" h="2400" w="2400">
                <a:moveTo>
                  <a:pt x="1200" y="1700"/>
                </a:moveTo>
                <a:lnTo>
                  <a:pt x="1200" y="700"/>
                </a:lnTo>
                <a:moveTo>
                  <a:pt x="1600" y="800"/>
                </a:moveTo>
                <a:lnTo>
                  <a:pt x="1000" y="800"/>
                </a:lnTo>
                <a:lnTo>
                  <a:pt x="961" y="804"/>
                </a:lnTo>
                <a:lnTo>
                  <a:pt x="923" y="815"/>
                </a:lnTo>
                <a:lnTo>
                  <a:pt x="889" y="834"/>
                </a:lnTo>
                <a:lnTo>
                  <a:pt x="859" y="859"/>
                </a:lnTo>
                <a:lnTo>
                  <a:pt x="834" y="889"/>
                </a:lnTo>
                <a:lnTo>
                  <a:pt x="815" y="923"/>
                </a:lnTo>
                <a:lnTo>
                  <a:pt x="804" y="961"/>
                </a:lnTo>
                <a:lnTo>
                  <a:pt x="800" y="1000"/>
                </a:lnTo>
                <a:lnTo>
                  <a:pt x="804" y="1039"/>
                </a:lnTo>
                <a:lnTo>
                  <a:pt x="815" y="1077"/>
                </a:lnTo>
                <a:lnTo>
                  <a:pt x="834" y="1111"/>
                </a:lnTo>
                <a:lnTo>
                  <a:pt x="859" y="1141"/>
                </a:lnTo>
                <a:lnTo>
                  <a:pt x="889" y="1166"/>
                </a:lnTo>
                <a:lnTo>
                  <a:pt x="923" y="1185"/>
                </a:lnTo>
                <a:lnTo>
                  <a:pt x="961" y="1196"/>
                </a:lnTo>
                <a:lnTo>
                  <a:pt x="1000" y="1200"/>
                </a:lnTo>
                <a:lnTo>
                  <a:pt x="1400" y="1200"/>
                </a:lnTo>
                <a:lnTo>
                  <a:pt x="1439" y="1204"/>
                </a:lnTo>
                <a:lnTo>
                  <a:pt x="1477" y="1215"/>
                </a:lnTo>
                <a:lnTo>
                  <a:pt x="1511" y="1234"/>
                </a:lnTo>
                <a:lnTo>
                  <a:pt x="1541" y="1259"/>
                </a:lnTo>
                <a:lnTo>
                  <a:pt x="1566" y="1289"/>
                </a:lnTo>
                <a:lnTo>
                  <a:pt x="1585" y="1323"/>
                </a:lnTo>
                <a:lnTo>
                  <a:pt x="1596" y="1361"/>
                </a:lnTo>
                <a:lnTo>
                  <a:pt x="1600" y="1400"/>
                </a:lnTo>
                <a:lnTo>
                  <a:pt x="1596" y="1439"/>
                </a:lnTo>
                <a:lnTo>
                  <a:pt x="1585" y="1477"/>
                </a:lnTo>
                <a:lnTo>
                  <a:pt x="1566" y="1511"/>
                </a:lnTo>
                <a:lnTo>
                  <a:pt x="1541" y="1541"/>
                </a:lnTo>
                <a:lnTo>
                  <a:pt x="1511" y="1566"/>
                </a:lnTo>
                <a:lnTo>
                  <a:pt x="1477" y="1585"/>
                </a:lnTo>
                <a:lnTo>
                  <a:pt x="1439" y="1596"/>
                </a:lnTo>
                <a:lnTo>
                  <a:pt x="1400" y="1600"/>
                </a:lnTo>
                <a:lnTo>
                  <a:pt x="800" y="1600"/>
                </a:lnTo>
                <a:moveTo>
                  <a:pt x="400" y="300"/>
                </a:moveTo>
                <a:lnTo>
                  <a:pt x="400" y="290"/>
                </a:lnTo>
                <a:lnTo>
                  <a:pt x="402" y="280"/>
                </a:lnTo>
                <a:lnTo>
                  <a:pt x="404" y="271"/>
                </a:lnTo>
                <a:lnTo>
                  <a:pt x="408" y="262"/>
                </a:lnTo>
                <a:lnTo>
                  <a:pt x="412" y="253"/>
                </a:lnTo>
                <a:lnTo>
                  <a:pt x="417" y="244"/>
                </a:lnTo>
                <a:lnTo>
                  <a:pt x="423" y="237"/>
                </a:lnTo>
                <a:lnTo>
                  <a:pt x="429" y="229"/>
                </a:lnTo>
                <a:lnTo>
                  <a:pt x="437" y="223"/>
                </a:lnTo>
                <a:lnTo>
                  <a:pt x="444" y="217"/>
                </a:lnTo>
                <a:lnTo>
                  <a:pt x="453" y="212"/>
                </a:lnTo>
                <a:lnTo>
                  <a:pt x="462" y="208"/>
                </a:lnTo>
                <a:lnTo>
                  <a:pt x="471" y="204"/>
                </a:lnTo>
                <a:lnTo>
                  <a:pt x="480" y="202"/>
                </a:lnTo>
                <a:lnTo>
                  <a:pt x="490" y="200"/>
                </a:lnTo>
                <a:lnTo>
                  <a:pt x="500" y="200"/>
                </a:lnTo>
                <a:lnTo>
                  <a:pt x="505" y="200"/>
                </a:lnTo>
                <a:lnTo>
                  <a:pt x="509" y="200"/>
                </a:lnTo>
                <a:lnTo>
                  <a:pt x="514" y="201"/>
                </a:lnTo>
                <a:lnTo>
                  <a:pt x="518" y="201"/>
                </a:lnTo>
                <a:lnTo>
                  <a:pt x="523" y="202"/>
                </a:lnTo>
                <a:lnTo>
                  <a:pt x="527" y="203"/>
                </a:lnTo>
                <a:lnTo>
                  <a:pt x="532" y="204"/>
                </a:lnTo>
                <a:lnTo>
                  <a:pt x="536" y="205"/>
                </a:lnTo>
                <a:lnTo>
                  <a:pt x="541" y="206"/>
                </a:lnTo>
                <a:lnTo>
                  <a:pt x="545" y="208"/>
                </a:lnTo>
                <a:lnTo>
                  <a:pt x="550" y="210"/>
                </a:lnTo>
                <a:lnTo>
                  <a:pt x="554" y="211"/>
                </a:lnTo>
                <a:lnTo>
                  <a:pt x="558" y="213"/>
                </a:lnTo>
                <a:lnTo>
                  <a:pt x="562" y="215"/>
                </a:lnTo>
                <a:lnTo>
                  <a:pt x="566" y="218"/>
                </a:lnTo>
                <a:lnTo>
                  <a:pt x="570" y="220"/>
                </a:lnTo>
                <a:lnTo>
                  <a:pt x="663" y="280"/>
                </a:lnTo>
                <a:lnTo>
                  <a:pt x="671" y="285"/>
                </a:lnTo>
                <a:lnTo>
                  <a:pt x="680" y="289"/>
                </a:lnTo>
                <a:lnTo>
                  <a:pt x="688" y="292"/>
                </a:lnTo>
                <a:lnTo>
                  <a:pt x="697" y="295"/>
                </a:lnTo>
                <a:lnTo>
                  <a:pt x="706" y="298"/>
                </a:lnTo>
                <a:lnTo>
                  <a:pt x="715" y="299"/>
                </a:lnTo>
                <a:lnTo>
                  <a:pt x="724" y="300"/>
                </a:lnTo>
                <a:lnTo>
                  <a:pt x="733" y="300"/>
                </a:lnTo>
                <a:lnTo>
                  <a:pt x="743" y="300"/>
                </a:lnTo>
                <a:lnTo>
                  <a:pt x="752" y="299"/>
                </a:lnTo>
                <a:lnTo>
                  <a:pt x="761" y="298"/>
                </a:lnTo>
                <a:lnTo>
                  <a:pt x="770" y="295"/>
                </a:lnTo>
                <a:lnTo>
                  <a:pt x="779" y="292"/>
                </a:lnTo>
                <a:lnTo>
                  <a:pt x="787" y="289"/>
                </a:lnTo>
                <a:lnTo>
                  <a:pt x="795" y="285"/>
                </a:lnTo>
                <a:lnTo>
                  <a:pt x="803" y="280"/>
                </a:lnTo>
                <a:lnTo>
                  <a:pt x="897" y="220"/>
                </a:lnTo>
                <a:lnTo>
                  <a:pt x="905" y="215"/>
                </a:lnTo>
                <a:lnTo>
                  <a:pt x="913" y="211"/>
                </a:lnTo>
                <a:lnTo>
                  <a:pt x="921" y="208"/>
                </a:lnTo>
                <a:lnTo>
                  <a:pt x="930" y="205"/>
                </a:lnTo>
                <a:lnTo>
                  <a:pt x="939" y="202"/>
                </a:lnTo>
                <a:lnTo>
                  <a:pt x="948" y="201"/>
                </a:lnTo>
                <a:lnTo>
                  <a:pt x="957" y="200"/>
                </a:lnTo>
                <a:lnTo>
                  <a:pt x="967" y="200"/>
                </a:lnTo>
                <a:lnTo>
                  <a:pt x="976" y="200"/>
                </a:lnTo>
                <a:lnTo>
                  <a:pt x="985" y="201"/>
                </a:lnTo>
                <a:lnTo>
                  <a:pt x="994" y="202"/>
                </a:lnTo>
                <a:lnTo>
                  <a:pt x="1003" y="205"/>
                </a:lnTo>
                <a:lnTo>
                  <a:pt x="1012" y="208"/>
                </a:lnTo>
                <a:lnTo>
                  <a:pt x="1020" y="211"/>
                </a:lnTo>
                <a:lnTo>
                  <a:pt x="1029" y="215"/>
                </a:lnTo>
                <a:lnTo>
                  <a:pt x="1037" y="220"/>
                </a:lnTo>
                <a:lnTo>
                  <a:pt x="1130" y="280"/>
                </a:lnTo>
                <a:lnTo>
                  <a:pt x="1138" y="285"/>
                </a:lnTo>
                <a:lnTo>
                  <a:pt x="1146" y="289"/>
                </a:lnTo>
                <a:lnTo>
                  <a:pt x="1155" y="292"/>
                </a:lnTo>
                <a:lnTo>
                  <a:pt x="1164" y="295"/>
                </a:lnTo>
                <a:lnTo>
                  <a:pt x="1172" y="298"/>
                </a:lnTo>
                <a:lnTo>
                  <a:pt x="1182" y="299"/>
                </a:lnTo>
                <a:lnTo>
                  <a:pt x="1191" y="300"/>
                </a:lnTo>
                <a:lnTo>
                  <a:pt x="1200" y="300"/>
                </a:lnTo>
                <a:lnTo>
                  <a:pt x="1209" y="300"/>
                </a:lnTo>
                <a:lnTo>
                  <a:pt x="1218" y="299"/>
                </a:lnTo>
                <a:lnTo>
                  <a:pt x="1228" y="298"/>
                </a:lnTo>
                <a:lnTo>
                  <a:pt x="1236" y="295"/>
                </a:lnTo>
                <a:lnTo>
                  <a:pt x="1245" y="292"/>
                </a:lnTo>
                <a:lnTo>
                  <a:pt x="1254" y="289"/>
                </a:lnTo>
                <a:lnTo>
                  <a:pt x="1262" y="285"/>
                </a:lnTo>
                <a:lnTo>
                  <a:pt x="1270" y="280"/>
                </a:lnTo>
                <a:lnTo>
                  <a:pt x="1363" y="220"/>
                </a:lnTo>
                <a:lnTo>
                  <a:pt x="1371" y="215"/>
                </a:lnTo>
                <a:lnTo>
                  <a:pt x="1380" y="211"/>
                </a:lnTo>
                <a:lnTo>
                  <a:pt x="1388" y="208"/>
                </a:lnTo>
                <a:lnTo>
                  <a:pt x="1397" y="205"/>
                </a:lnTo>
                <a:lnTo>
                  <a:pt x="1406" y="202"/>
                </a:lnTo>
                <a:lnTo>
                  <a:pt x="1415" y="201"/>
                </a:lnTo>
                <a:lnTo>
                  <a:pt x="1424" y="200"/>
                </a:lnTo>
                <a:lnTo>
                  <a:pt x="1433" y="200"/>
                </a:lnTo>
                <a:lnTo>
                  <a:pt x="1443" y="200"/>
                </a:lnTo>
                <a:lnTo>
                  <a:pt x="1452" y="201"/>
                </a:lnTo>
                <a:lnTo>
                  <a:pt x="1461" y="202"/>
                </a:lnTo>
                <a:lnTo>
                  <a:pt x="1470" y="205"/>
                </a:lnTo>
                <a:lnTo>
                  <a:pt x="1479" y="208"/>
                </a:lnTo>
                <a:lnTo>
                  <a:pt x="1487" y="211"/>
                </a:lnTo>
                <a:lnTo>
                  <a:pt x="1495" y="215"/>
                </a:lnTo>
                <a:lnTo>
                  <a:pt x="1503" y="220"/>
                </a:lnTo>
                <a:lnTo>
                  <a:pt x="1597" y="280"/>
                </a:lnTo>
                <a:lnTo>
                  <a:pt x="1605" y="285"/>
                </a:lnTo>
                <a:lnTo>
                  <a:pt x="1613" y="289"/>
                </a:lnTo>
                <a:lnTo>
                  <a:pt x="1621" y="292"/>
                </a:lnTo>
                <a:lnTo>
                  <a:pt x="1630" y="295"/>
                </a:lnTo>
                <a:lnTo>
                  <a:pt x="1639" y="298"/>
                </a:lnTo>
                <a:lnTo>
                  <a:pt x="1648" y="299"/>
                </a:lnTo>
                <a:lnTo>
                  <a:pt x="1657" y="300"/>
                </a:lnTo>
                <a:lnTo>
                  <a:pt x="1667" y="300"/>
                </a:lnTo>
                <a:lnTo>
                  <a:pt x="1676" y="300"/>
                </a:lnTo>
                <a:lnTo>
                  <a:pt x="1685" y="299"/>
                </a:lnTo>
                <a:lnTo>
                  <a:pt x="1694" y="298"/>
                </a:lnTo>
                <a:lnTo>
                  <a:pt x="1703" y="295"/>
                </a:lnTo>
                <a:lnTo>
                  <a:pt x="1712" y="292"/>
                </a:lnTo>
                <a:lnTo>
                  <a:pt x="1720" y="289"/>
                </a:lnTo>
                <a:lnTo>
                  <a:pt x="1729" y="285"/>
                </a:lnTo>
                <a:lnTo>
                  <a:pt x="1737" y="280"/>
                </a:lnTo>
                <a:lnTo>
                  <a:pt x="1830" y="220"/>
                </a:lnTo>
                <a:lnTo>
                  <a:pt x="1834" y="218"/>
                </a:lnTo>
                <a:lnTo>
                  <a:pt x="1838" y="215"/>
                </a:lnTo>
                <a:lnTo>
                  <a:pt x="1842" y="213"/>
                </a:lnTo>
                <a:lnTo>
                  <a:pt x="1846" y="211"/>
                </a:lnTo>
                <a:lnTo>
                  <a:pt x="1850" y="210"/>
                </a:lnTo>
                <a:lnTo>
                  <a:pt x="1855" y="208"/>
                </a:lnTo>
                <a:lnTo>
                  <a:pt x="1859" y="206"/>
                </a:lnTo>
                <a:lnTo>
                  <a:pt x="1864" y="205"/>
                </a:lnTo>
                <a:lnTo>
                  <a:pt x="1868" y="204"/>
                </a:lnTo>
                <a:lnTo>
                  <a:pt x="1873" y="203"/>
                </a:lnTo>
                <a:lnTo>
                  <a:pt x="1877" y="202"/>
                </a:lnTo>
                <a:lnTo>
                  <a:pt x="1882" y="201"/>
                </a:lnTo>
                <a:lnTo>
                  <a:pt x="1886" y="201"/>
                </a:lnTo>
                <a:lnTo>
                  <a:pt x="1891" y="200"/>
                </a:lnTo>
                <a:lnTo>
                  <a:pt x="1895" y="200"/>
                </a:lnTo>
                <a:lnTo>
                  <a:pt x="1900" y="200"/>
                </a:lnTo>
                <a:lnTo>
                  <a:pt x="1910" y="200"/>
                </a:lnTo>
                <a:lnTo>
                  <a:pt x="1920" y="202"/>
                </a:lnTo>
                <a:lnTo>
                  <a:pt x="1929" y="204"/>
                </a:lnTo>
                <a:lnTo>
                  <a:pt x="1938" y="208"/>
                </a:lnTo>
                <a:lnTo>
                  <a:pt x="1947" y="212"/>
                </a:lnTo>
                <a:lnTo>
                  <a:pt x="1956" y="217"/>
                </a:lnTo>
                <a:lnTo>
                  <a:pt x="1963" y="223"/>
                </a:lnTo>
                <a:lnTo>
                  <a:pt x="1971" y="229"/>
                </a:lnTo>
                <a:lnTo>
                  <a:pt x="1977" y="237"/>
                </a:lnTo>
                <a:lnTo>
                  <a:pt x="1983" y="244"/>
                </a:lnTo>
                <a:lnTo>
                  <a:pt x="1988" y="253"/>
                </a:lnTo>
                <a:lnTo>
                  <a:pt x="1992" y="262"/>
                </a:lnTo>
                <a:lnTo>
                  <a:pt x="1996" y="271"/>
                </a:lnTo>
                <a:lnTo>
                  <a:pt x="1998" y="280"/>
                </a:lnTo>
                <a:lnTo>
                  <a:pt x="2000" y="290"/>
                </a:lnTo>
                <a:lnTo>
                  <a:pt x="2000" y="300"/>
                </a:lnTo>
                <a:lnTo>
                  <a:pt x="2000" y="2100"/>
                </a:lnTo>
                <a:lnTo>
                  <a:pt x="2000" y="2110"/>
                </a:lnTo>
                <a:lnTo>
                  <a:pt x="1998" y="2120"/>
                </a:lnTo>
                <a:lnTo>
                  <a:pt x="1996" y="2129"/>
                </a:lnTo>
                <a:lnTo>
                  <a:pt x="1992" y="2138"/>
                </a:lnTo>
                <a:lnTo>
                  <a:pt x="1988" y="2147"/>
                </a:lnTo>
                <a:lnTo>
                  <a:pt x="1983" y="2156"/>
                </a:lnTo>
                <a:lnTo>
                  <a:pt x="1977" y="2163"/>
                </a:lnTo>
                <a:lnTo>
                  <a:pt x="1971" y="2171"/>
                </a:lnTo>
                <a:lnTo>
                  <a:pt x="1963" y="2177"/>
                </a:lnTo>
                <a:lnTo>
                  <a:pt x="1956" y="2183"/>
                </a:lnTo>
                <a:lnTo>
                  <a:pt x="1947" y="2188"/>
                </a:lnTo>
                <a:lnTo>
                  <a:pt x="1938" y="2192"/>
                </a:lnTo>
                <a:lnTo>
                  <a:pt x="1929" y="2196"/>
                </a:lnTo>
                <a:lnTo>
                  <a:pt x="1920" y="2198"/>
                </a:lnTo>
                <a:lnTo>
                  <a:pt x="1910" y="2200"/>
                </a:lnTo>
                <a:lnTo>
                  <a:pt x="1900" y="2200"/>
                </a:lnTo>
                <a:lnTo>
                  <a:pt x="1895" y="2200"/>
                </a:lnTo>
                <a:lnTo>
                  <a:pt x="1891" y="2200"/>
                </a:lnTo>
                <a:lnTo>
                  <a:pt x="1886" y="2199"/>
                </a:lnTo>
                <a:lnTo>
                  <a:pt x="1882" y="2199"/>
                </a:lnTo>
                <a:lnTo>
                  <a:pt x="1877" y="2198"/>
                </a:lnTo>
                <a:lnTo>
                  <a:pt x="1873" y="2197"/>
                </a:lnTo>
                <a:lnTo>
                  <a:pt x="1868" y="2196"/>
                </a:lnTo>
                <a:lnTo>
                  <a:pt x="1864" y="2195"/>
                </a:lnTo>
                <a:lnTo>
                  <a:pt x="1859" y="2194"/>
                </a:lnTo>
                <a:lnTo>
                  <a:pt x="1855" y="2192"/>
                </a:lnTo>
                <a:lnTo>
                  <a:pt x="1850" y="2190"/>
                </a:lnTo>
                <a:lnTo>
                  <a:pt x="1846" y="2189"/>
                </a:lnTo>
                <a:lnTo>
                  <a:pt x="1842" y="2187"/>
                </a:lnTo>
                <a:lnTo>
                  <a:pt x="1838" y="2185"/>
                </a:lnTo>
                <a:lnTo>
                  <a:pt x="1834" y="2182"/>
                </a:lnTo>
                <a:lnTo>
                  <a:pt x="1830" y="2180"/>
                </a:lnTo>
                <a:lnTo>
                  <a:pt x="1737" y="2120"/>
                </a:lnTo>
                <a:lnTo>
                  <a:pt x="1729" y="2115"/>
                </a:lnTo>
                <a:lnTo>
                  <a:pt x="1720" y="2111"/>
                </a:lnTo>
                <a:lnTo>
                  <a:pt x="1712" y="2108"/>
                </a:lnTo>
                <a:lnTo>
                  <a:pt x="1703" y="2105"/>
                </a:lnTo>
                <a:lnTo>
                  <a:pt x="1694" y="2102"/>
                </a:lnTo>
                <a:lnTo>
                  <a:pt x="1685" y="2101"/>
                </a:lnTo>
                <a:lnTo>
                  <a:pt x="1676" y="2100"/>
                </a:lnTo>
                <a:lnTo>
                  <a:pt x="1667" y="2100"/>
                </a:lnTo>
                <a:lnTo>
                  <a:pt x="1657" y="2100"/>
                </a:lnTo>
                <a:lnTo>
                  <a:pt x="1648" y="2101"/>
                </a:lnTo>
                <a:lnTo>
                  <a:pt x="1639" y="2102"/>
                </a:lnTo>
                <a:lnTo>
                  <a:pt x="1630" y="2105"/>
                </a:lnTo>
                <a:lnTo>
                  <a:pt x="1621" y="2108"/>
                </a:lnTo>
                <a:lnTo>
                  <a:pt x="1613" y="2111"/>
                </a:lnTo>
                <a:lnTo>
                  <a:pt x="1605" y="2115"/>
                </a:lnTo>
                <a:lnTo>
                  <a:pt x="1597" y="2120"/>
                </a:lnTo>
                <a:lnTo>
                  <a:pt x="1503" y="2180"/>
                </a:lnTo>
                <a:lnTo>
                  <a:pt x="1495" y="2185"/>
                </a:lnTo>
                <a:lnTo>
                  <a:pt x="1487" y="2189"/>
                </a:lnTo>
                <a:lnTo>
                  <a:pt x="1479" y="2192"/>
                </a:lnTo>
                <a:lnTo>
                  <a:pt x="1470" y="2195"/>
                </a:lnTo>
                <a:lnTo>
                  <a:pt x="1461" y="2198"/>
                </a:lnTo>
                <a:lnTo>
                  <a:pt x="1452" y="2199"/>
                </a:lnTo>
                <a:lnTo>
                  <a:pt x="1443" y="2200"/>
                </a:lnTo>
                <a:lnTo>
                  <a:pt x="1433" y="2200"/>
                </a:lnTo>
                <a:lnTo>
                  <a:pt x="1424" y="2200"/>
                </a:lnTo>
                <a:lnTo>
                  <a:pt x="1415" y="2199"/>
                </a:lnTo>
                <a:lnTo>
                  <a:pt x="1406" y="2198"/>
                </a:lnTo>
                <a:lnTo>
                  <a:pt x="1397" y="2195"/>
                </a:lnTo>
                <a:lnTo>
                  <a:pt x="1388" y="2192"/>
                </a:lnTo>
                <a:lnTo>
                  <a:pt x="1380" y="2189"/>
                </a:lnTo>
                <a:lnTo>
                  <a:pt x="1371" y="2185"/>
                </a:lnTo>
                <a:lnTo>
                  <a:pt x="1363" y="2180"/>
                </a:lnTo>
                <a:lnTo>
                  <a:pt x="1270" y="2120"/>
                </a:lnTo>
                <a:lnTo>
                  <a:pt x="1262" y="2115"/>
                </a:lnTo>
                <a:lnTo>
                  <a:pt x="1254" y="2111"/>
                </a:lnTo>
                <a:lnTo>
                  <a:pt x="1245" y="2108"/>
                </a:lnTo>
                <a:lnTo>
                  <a:pt x="1236" y="2105"/>
                </a:lnTo>
                <a:lnTo>
                  <a:pt x="1228" y="2102"/>
                </a:lnTo>
                <a:lnTo>
                  <a:pt x="1218" y="2101"/>
                </a:lnTo>
                <a:lnTo>
                  <a:pt x="1209" y="2100"/>
                </a:lnTo>
                <a:lnTo>
                  <a:pt x="1200" y="2100"/>
                </a:lnTo>
                <a:lnTo>
                  <a:pt x="1191" y="2100"/>
                </a:lnTo>
                <a:lnTo>
                  <a:pt x="1182" y="2101"/>
                </a:lnTo>
                <a:lnTo>
                  <a:pt x="1172" y="2102"/>
                </a:lnTo>
                <a:lnTo>
                  <a:pt x="1164" y="2105"/>
                </a:lnTo>
                <a:lnTo>
                  <a:pt x="1155" y="2108"/>
                </a:lnTo>
                <a:lnTo>
                  <a:pt x="1146" y="2111"/>
                </a:lnTo>
                <a:lnTo>
                  <a:pt x="1138" y="2115"/>
                </a:lnTo>
                <a:lnTo>
                  <a:pt x="1130" y="2120"/>
                </a:lnTo>
                <a:lnTo>
                  <a:pt x="1037" y="2180"/>
                </a:lnTo>
                <a:lnTo>
                  <a:pt x="1029" y="2185"/>
                </a:lnTo>
                <a:lnTo>
                  <a:pt x="1020" y="2189"/>
                </a:lnTo>
                <a:lnTo>
                  <a:pt x="1012" y="2192"/>
                </a:lnTo>
                <a:lnTo>
                  <a:pt x="1003" y="2195"/>
                </a:lnTo>
                <a:lnTo>
                  <a:pt x="994" y="2198"/>
                </a:lnTo>
                <a:lnTo>
                  <a:pt x="985" y="2199"/>
                </a:lnTo>
                <a:lnTo>
                  <a:pt x="976" y="2200"/>
                </a:lnTo>
                <a:lnTo>
                  <a:pt x="967" y="2200"/>
                </a:lnTo>
                <a:lnTo>
                  <a:pt x="957" y="2200"/>
                </a:lnTo>
                <a:lnTo>
                  <a:pt x="948" y="2199"/>
                </a:lnTo>
                <a:lnTo>
                  <a:pt x="939" y="2198"/>
                </a:lnTo>
                <a:lnTo>
                  <a:pt x="930" y="2195"/>
                </a:lnTo>
                <a:lnTo>
                  <a:pt x="921" y="2192"/>
                </a:lnTo>
                <a:lnTo>
                  <a:pt x="913" y="2189"/>
                </a:lnTo>
                <a:lnTo>
                  <a:pt x="905" y="2185"/>
                </a:lnTo>
                <a:lnTo>
                  <a:pt x="897" y="2180"/>
                </a:lnTo>
                <a:lnTo>
                  <a:pt x="803" y="2120"/>
                </a:lnTo>
                <a:lnTo>
                  <a:pt x="795" y="2115"/>
                </a:lnTo>
                <a:lnTo>
                  <a:pt x="787" y="2111"/>
                </a:lnTo>
                <a:lnTo>
                  <a:pt x="779" y="2108"/>
                </a:lnTo>
                <a:lnTo>
                  <a:pt x="770" y="2105"/>
                </a:lnTo>
                <a:lnTo>
                  <a:pt x="761" y="2102"/>
                </a:lnTo>
                <a:lnTo>
                  <a:pt x="752" y="2101"/>
                </a:lnTo>
                <a:lnTo>
                  <a:pt x="743" y="2100"/>
                </a:lnTo>
                <a:lnTo>
                  <a:pt x="733" y="2100"/>
                </a:lnTo>
                <a:lnTo>
                  <a:pt x="724" y="2100"/>
                </a:lnTo>
                <a:lnTo>
                  <a:pt x="715" y="2101"/>
                </a:lnTo>
                <a:lnTo>
                  <a:pt x="706" y="2102"/>
                </a:lnTo>
                <a:lnTo>
                  <a:pt x="697" y="2105"/>
                </a:lnTo>
                <a:lnTo>
                  <a:pt x="688" y="2108"/>
                </a:lnTo>
                <a:lnTo>
                  <a:pt x="680" y="2111"/>
                </a:lnTo>
                <a:lnTo>
                  <a:pt x="671" y="2115"/>
                </a:lnTo>
                <a:lnTo>
                  <a:pt x="663" y="2120"/>
                </a:lnTo>
                <a:lnTo>
                  <a:pt x="570" y="2180"/>
                </a:lnTo>
                <a:lnTo>
                  <a:pt x="566" y="2182"/>
                </a:lnTo>
                <a:lnTo>
                  <a:pt x="562" y="2185"/>
                </a:lnTo>
                <a:lnTo>
                  <a:pt x="558" y="2187"/>
                </a:lnTo>
                <a:lnTo>
                  <a:pt x="554" y="2189"/>
                </a:lnTo>
                <a:lnTo>
                  <a:pt x="550" y="2190"/>
                </a:lnTo>
                <a:lnTo>
                  <a:pt x="545" y="2192"/>
                </a:lnTo>
                <a:lnTo>
                  <a:pt x="541" y="2194"/>
                </a:lnTo>
                <a:lnTo>
                  <a:pt x="536" y="2195"/>
                </a:lnTo>
                <a:lnTo>
                  <a:pt x="532" y="2196"/>
                </a:lnTo>
                <a:lnTo>
                  <a:pt x="527" y="2197"/>
                </a:lnTo>
                <a:lnTo>
                  <a:pt x="523" y="2198"/>
                </a:lnTo>
                <a:lnTo>
                  <a:pt x="518" y="2199"/>
                </a:lnTo>
                <a:lnTo>
                  <a:pt x="514" y="2199"/>
                </a:lnTo>
                <a:lnTo>
                  <a:pt x="509" y="2200"/>
                </a:lnTo>
                <a:lnTo>
                  <a:pt x="505" y="2200"/>
                </a:lnTo>
                <a:lnTo>
                  <a:pt x="500" y="2200"/>
                </a:lnTo>
                <a:lnTo>
                  <a:pt x="490" y="2200"/>
                </a:lnTo>
                <a:lnTo>
                  <a:pt x="480" y="2198"/>
                </a:lnTo>
                <a:lnTo>
                  <a:pt x="471" y="2196"/>
                </a:lnTo>
                <a:lnTo>
                  <a:pt x="462" y="2192"/>
                </a:lnTo>
                <a:lnTo>
                  <a:pt x="453" y="2188"/>
                </a:lnTo>
                <a:lnTo>
                  <a:pt x="444" y="2183"/>
                </a:lnTo>
                <a:lnTo>
                  <a:pt x="437" y="2177"/>
                </a:lnTo>
                <a:lnTo>
                  <a:pt x="429" y="2171"/>
                </a:lnTo>
                <a:lnTo>
                  <a:pt x="423" y="2163"/>
                </a:lnTo>
                <a:lnTo>
                  <a:pt x="417" y="2156"/>
                </a:lnTo>
                <a:lnTo>
                  <a:pt x="412" y="2147"/>
                </a:lnTo>
                <a:lnTo>
                  <a:pt x="408" y="2138"/>
                </a:lnTo>
                <a:lnTo>
                  <a:pt x="404" y="2129"/>
                </a:lnTo>
                <a:lnTo>
                  <a:pt x="402" y="2120"/>
                </a:lnTo>
                <a:lnTo>
                  <a:pt x="400" y="2110"/>
                </a:lnTo>
                <a:lnTo>
                  <a:pt x="400" y="2100"/>
                </a:lnTo>
                <a:lnTo>
                  <a:pt x="400" y="3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10" name="Google Shape;1210;p55"/>
          <p:cNvSpPr txBox="1"/>
          <p:nvPr/>
        </p:nvSpPr>
        <p:spPr>
          <a:xfrm>
            <a:off x="5185959" y="4553712"/>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receipt</a:t>
            </a:r>
            <a:endParaRPr sz="1100"/>
          </a:p>
        </p:txBody>
      </p:sp>
      <p:sp>
        <p:nvSpPr>
          <p:cNvPr id="1211" name="Google Shape;1211;p55"/>
          <p:cNvSpPr/>
          <p:nvPr/>
        </p:nvSpPr>
        <p:spPr>
          <a:xfrm>
            <a:off x="6839221" y="4142232"/>
            <a:ext cx="377202" cy="377190"/>
          </a:xfrm>
          <a:custGeom>
            <a:rect b="b" l="l" r="r" t="t"/>
            <a:pathLst>
              <a:path extrusionOk="0" fill="none" h="2400" w="2400">
                <a:moveTo>
                  <a:pt x="1000" y="1800"/>
                </a:moveTo>
                <a:lnTo>
                  <a:pt x="1000" y="1100"/>
                </a:lnTo>
                <a:moveTo>
                  <a:pt x="1112" y="220"/>
                </a:moveTo>
                <a:lnTo>
                  <a:pt x="1122" y="216"/>
                </a:lnTo>
                <a:lnTo>
                  <a:pt x="1133" y="212"/>
                </a:lnTo>
                <a:lnTo>
                  <a:pt x="1144" y="208"/>
                </a:lnTo>
                <a:lnTo>
                  <a:pt x="1155" y="205"/>
                </a:lnTo>
                <a:lnTo>
                  <a:pt x="1166" y="203"/>
                </a:lnTo>
                <a:lnTo>
                  <a:pt x="1177" y="201"/>
                </a:lnTo>
                <a:lnTo>
                  <a:pt x="1189" y="200"/>
                </a:lnTo>
                <a:lnTo>
                  <a:pt x="1200" y="200"/>
                </a:lnTo>
                <a:lnTo>
                  <a:pt x="1211" y="200"/>
                </a:lnTo>
                <a:lnTo>
                  <a:pt x="1223" y="201"/>
                </a:lnTo>
                <a:lnTo>
                  <a:pt x="1234" y="203"/>
                </a:lnTo>
                <a:lnTo>
                  <a:pt x="1245" y="205"/>
                </a:lnTo>
                <a:lnTo>
                  <a:pt x="1256" y="208"/>
                </a:lnTo>
                <a:lnTo>
                  <a:pt x="1267" y="212"/>
                </a:lnTo>
                <a:lnTo>
                  <a:pt x="1278" y="216"/>
                </a:lnTo>
                <a:lnTo>
                  <a:pt x="1288" y="221"/>
                </a:lnTo>
                <a:lnTo>
                  <a:pt x="2072" y="605"/>
                </a:lnTo>
                <a:lnTo>
                  <a:pt x="2079" y="609"/>
                </a:lnTo>
                <a:lnTo>
                  <a:pt x="2086" y="615"/>
                </a:lnTo>
                <a:lnTo>
                  <a:pt x="2091" y="621"/>
                </a:lnTo>
                <a:lnTo>
                  <a:pt x="2095" y="629"/>
                </a:lnTo>
                <a:lnTo>
                  <a:pt x="2098" y="636"/>
                </a:lnTo>
                <a:lnTo>
                  <a:pt x="2100" y="645"/>
                </a:lnTo>
                <a:lnTo>
                  <a:pt x="2100" y="653"/>
                </a:lnTo>
                <a:lnTo>
                  <a:pt x="2099" y="661"/>
                </a:lnTo>
                <a:lnTo>
                  <a:pt x="2096" y="669"/>
                </a:lnTo>
                <a:lnTo>
                  <a:pt x="2092" y="677"/>
                </a:lnTo>
                <a:lnTo>
                  <a:pt x="2087" y="683"/>
                </a:lnTo>
                <a:lnTo>
                  <a:pt x="2081" y="689"/>
                </a:lnTo>
                <a:lnTo>
                  <a:pt x="2074" y="694"/>
                </a:lnTo>
                <a:lnTo>
                  <a:pt x="2066" y="697"/>
                </a:lnTo>
                <a:lnTo>
                  <a:pt x="2058" y="699"/>
                </a:lnTo>
                <a:lnTo>
                  <a:pt x="2050" y="700"/>
                </a:lnTo>
                <a:lnTo>
                  <a:pt x="350" y="700"/>
                </a:lnTo>
                <a:lnTo>
                  <a:pt x="342" y="699"/>
                </a:lnTo>
                <a:lnTo>
                  <a:pt x="334" y="697"/>
                </a:lnTo>
                <a:lnTo>
                  <a:pt x="326" y="694"/>
                </a:lnTo>
                <a:lnTo>
                  <a:pt x="319" y="689"/>
                </a:lnTo>
                <a:lnTo>
                  <a:pt x="313" y="683"/>
                </a:lnTo>
                <a:lnTo>
                  <a:pt x="308" y="677"/>
                </a:lnTo>
                <a:lnTo>
                  <a:pt x="304" y="669"/>
                </a:lnTo>
                <a:lnTo>
                  <a:pt x="301" y="661"/>
                </a:lnTo>
                <a:lnTo>
                  <a:pt x="300" y="653"/>
                </a:lnTo>
                <a:lnTo>
                  <a:pt x="300" y="645"/>
                </a:lnTo>
                <a:lnTo>
                  <a:pt x="302" y="636"/>
                </a:lnTo>
                <a:lnTo>
                  <a:pt x="305" y="629"/>
                </a:lnTo>
                <a:lnTo>
                  <a:pt x="309" y="621"/>
                </a:lnTo>
                <a:lnTo>
                  <a:pt x="314" y="615"/>
                </a:lnTo>
                <a:lnTo>
                  <a:pt x="321" y="609"/>
                </a:lnTo>
                <a:lnTo>
                  <a:pt x="328" y="605"/>
                </a:lnTo>
                <a:lnTo>
                  <a:pt x="1112" y="220"/>
                </a:lnTo>
                <a:moveTo>
                  <a:pt x="1400" y="1800"/>
                </a:moveTo>
                <a:lnTo>
                  <a:pt x="1400" y="1100"/>
                </a:lnTo>
                <a:moveTo>
                  <a:pt x="1800" y="1800"/>
                </a:moveTo>
                <a:lnTo>
                  <a:pt x="1800" y="1100"/>
                </a:lnTo>
                <a:moveTo>
                  <a:pt x="300" y="2200"/>
                </a:moveTo>
                <a:lnTo>
                  <a:pt x="2100" y="2200"/>
                </a:lnTo>
                <a:moveTo>
                  <a:pt x="600" y="1800"/>
                </a:moveTo>
                <a:lnTo>
                  <a:pt x="600" y="11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12" name="Google Shape;1212;p55"/>
          <p:cNvSpPr txBox="1"/>
          <p:nvPr/>
        </p:nvSpPr>
        <p:spPr>
          <a:xfrm>
            <a:off x="6413867" y="4553712"/>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landmark</a:t>
            </a:r>
            <a:endParaRPr sz="1100"/>
          </a:p>
        </p:txBody>
      </p:sp>
      <p:sp>
        <p:nvSpPr>
          <p:cNvPr id="1213" name="Google Shape;1213;p55"/>
          <p:cNvSpPr/>
          <p:nvPr/>
        </p:nvSpPr>
        <p:spPr>
          <a:xfrm>
            <a:off x="8067129" y="4142232"/>
            <a:ext cx="377202" cy="377190"/>
          </a:xfrm>
          <a:custGeom>
            <a:rect b="b" l="l" r="r" t="t"/>
            <a:pathLst>
              <a:path extrusionOk="0" fill="none" h="2400" w="2400">
                <a:moveTo>
                  <a:pt x="600" y="1600"/>
                </a:moveTo>
                <a:cubicBezTo>
                  <a:pt x="1100" y="1600"/>
                  <a:pt x="1300" y="800"/>
                  <a:pt x="1800" y="800"/>
                </a:cubicBezTo>
                <a:lnTo>
                  <a:pt x="1878" y="808"/>
                </a:lnTo>
                <a:lnTo>
                  <a:pt x="1953" y="830"/>
                </a:lnTo>
                <a:lnTo>
                  <a:pt x="2022" y="867"/>
                </a:lnTo>
                <a:lnTo>
                  <a:pt x="2083" y="917"/>
                </a:lnTo>
                <a:lnTo>
                  <a:pt x="2133" y="978"/>
                </a:lnTo>
                <a:lnTo>
                  <a:pt x="2170" y="1047"/>
                </a:lnTo>
                <a:lnTo>
                  <a:pt x="2192" y="1122"/>
                </a:lnTo>
                <a:lnTo>
                  <a:pt x="2200" y="1200"/>
                </a:lnTo>
                <a:lnTo>
                  <a:pt x="2192" y="1278"/>
                </a:lnTo>
                <a:lnTo>
                  <a:pt x="2170" y="1353"/>
                </a:lnTo>
                <a:lnTo>
                  <a:pt x="2133" y="1422"/>
                </a:lnTo>
                <a:lnTo>
                  <a:pt x="2083" y="1483"/>
                </a:lnTo>
                <a:lnTo>
                  <a:pt x="2022" y="1533"/>
                </a:lnTo>
                <a:lnTo>
                  <a:pt x="1953" y="1570"/>
                </a:lnTo>
                <a:lnTo>
                  <a:pt x="1878" y="1592"/>
                </a:lnTo>
                <a:lnTo>
                  <a:pt x="1800" y="1600"/>
                </a:lnTo>
                <a:cubicBezTo>
                  <a:pt x="1300" y="1600"/>
                  <a:pt x="1100" y="800"/>
                  <a:pt x="600" y="800"/>
                </a:cubicBezTo>
                <a:lnTo>
                  <a:pt x="522" y="808"/>
                </a:lnTo>
                <a:lnTo>
                  <a:pt x="447" y="830"/>
                </a:lnTo>
                <a:lnTo>
                  <a:pt x="378" y="867"/>
                </a:lnTo>
                <a:lnTo>
                  <a:pt x="317" y="917"/>
                </a:lnTo>
                <a:lnTo>
                  <a:pt x="267" y="978"/>
                </a:lnTo>
                <a:lnTo>
                  <a:pt x="230" y="1047"/>
                </a:lnTo>
                <a:lnTo>
                  <a:pt x="208" y="1122"/>
                </a:lnTo>
                <a:lnTo>
                  <a:pt x="200" y="1200"/>
                </a:lnTo>
                <a:lnTo>
                  <a:pt x="208" y="1278"/>
                </a:lnTo>
                <a:lnTo>
                  <a:pt x="230" y="1353"/>
                </a:lnTo>
                <a:lnTo>
                  <a:pt x="267" y="1422"/>
                </a:lnTo>
                <a:lnTo>
                  <a:pt x="317" y="1483"/>
                </a:lnTo>
                <a:lnTo>
                  <a:pt x="378" y="1533"/>
                </a:lnTo>
                <a:lnTo>
                  <a:pt x="447" y="1570"/>
                </a:lnTo>
                <a:lnTo>
                  <a:pt x="522" y="1592"/>
                </a:lnTo>
                <a:lnTo>
                  <a:pt x="600" y="16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14" name="Google Shape;1214;p55"/>
          <p:cNvSpPr txBox="1"/>
          <p:nvPr/>
        </p:nvSpPr>
        <p:spPr>
          <a:xfrm>
            <a:off x="7641775" y="4553712"/>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infinity</a:t>
            </a:r>
            <a:endParaRPr sz="11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8" name="Shape 1218"/>
        <p:cNvGrpSpPr/>
        <p:nvPr/>
      </p:nvGrpSpPr>
      <p:grpSpPr>
        <a:xfrm>
          <a:off x="0" y="0"/>
          <a:ext cx="0" cy="0"/>
          <a:chOff x="0" y="0"/>
          <a:chExt cx="0" cy="0"/>
        </a:xfrm>
      </p:grpSpPr>
      <p:sp>
        <p:nvSpPr>
          <p:cNvPr id="1219" name="Google Shape;1219;p56"/>
          <p:cNvSpPr txBox="1"/>
          <p:nvPr/>
        </p:nvSpPr>
        <p:spPr>
          <a:xfrm>
            <a:off x="342909" y="205740"/>
            <a:ext cx="84354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1500">
                <a:solidFill>
                  <a:srgbClr val="1E3A5F"/>
                </a:solidFill>
                <a:latin typeface="Arial"/>
                <a:ea typeface="Arial"/>
                <a:cs typeface="Arial"/>
                <a:sym typeface="Arial"/>
              </a:rPr>
              <a:t>Comunicación y marketing</a:t>
            </a:r>
            <a:endParaRPr sz="1100"/>
          </a:p>
        </p:txBody>
      </p:sp>
      <p:sp>
        <p:nvSpPr>
          <p:cNvPr id="1220" name="Google Shape;1220;p56"/>
          <p:cNvSpPr txBox="1"/>
          <p:nvPr/>
        </p:nvSpPr>
        <p:spPr>
          <a:xfrm>
            <a:off x="342909" y="514350"/>
            <a:ext cx="8435400" cy="123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 sz="800">
                <a:solidFill>
                  <a:srgbClr val="6B7280"/>
                </a:solidFill>
                <a:latin typeface="Arial"/>
                <a:ea typeface="Arial"/>
                <a:cs typeface="Arial"/>
                <a:sym typeface="Arial"/>
              </a:rPr>
              <a:t>Email, mensajería, social, contenido, alcance.</a:t>
            </a:r>
            <a:endParaRPr sz="1100"/>
          </a:p>
        </p:txBody>
      </p:sp>
      <p:sp>
        <p:nvSpPr>
          <p:cNvPr id="1221" name="Google Shape;1221;p56"/>
          <p:cNvSpPr/>
          <p:nvPr/>
        </p:nvSpPr>
        <p:spPr>
          <a:xfrm>
            <a:off x="699681" y="960120"/>
            <a:ext cx="377202" cy="377190"/>
          </a:xfrm>
          <a:custGeom>
            <a:rect b="b" l="l" r="r" t="t"/>
            <a:pathLst>
              <a:path extrusionOk="0" fill="none" h="2400" w="2400">
                <a:moveTo>
                  <a:pt x="2200" y="700"/>
                </a:moveTo>
                <a:lnTo>
                  <a:pt x="1301" y="1273"/>
                </a:lnTo>
                <a:lnTo>
                  <a:pt x="1289" y="1279"/>
                </a:lnTo>
                <a:lnTo>
                  <a:pt x="1277" y="1284"/>
                </a:lnTo>
                <a:lnTo>
                  <a:pt x="1265" y="1289"/>
                </a:lnTo>
                <a:lnTo>
                  <a:pt x="1252" y="1293"/>
                </a:lnTo>
                <a:lnTo>
                  <a:pt x="1240" y="1296"/>
                </a:lnTo>
                <a:lnTo>
                  <a:pt x="1227" y="1298"/>
                </a:lnTo>
                <a:lnTo>
                  <a:pt x="1214" y="1299"/>
                </a:lnTo>
                <a:lnTo>
                  <a:pt x="1200" y="1300"/>
                </a:lnTo>
                <a:lnTo>
                  <a:pt x="1187" y="1299"/>
                </a:lnTo>
                <a:lnTo>
                  <a:pt x="1174" y="1298"/>
                </a:lnTo>
                <a:lnTo>
                  <a:pt x="1161" y="1296"/>
                </a:lnTo>
                <a:lnTo>
                  <a:pt x="1148" y="1293"/>
                </a:lnTo>
                <a:lnTo>
                  <a:pt x="1136" y="1289"/>
                </a:lnTo>
                <a:lnTo>
                  <a:pt x="1124" y="1284"/>
                </a:lnTo>
                <a:lnTo>
                  <a:pt x="1112" y="1279"/>
                </a:lnTo>
                <a:lnTo>
                  <a:pt x="1100" y="1273"/>
                </a:lnTo>
                <a:lnTo>
                  <a:pt x="200" y="700"/>
                </a:lnTo>
                <a:moveTo>
                  <a:pt x="400" y="400"/>
                </a:moveTo>
                <a:lnTo>
                  <a:pt x="2000" y="400"/>
                </a:lnTo>
                <a:cubicBezTo>
                  <a:pt x="2110" y="400"/>
                  <a:pt x="2200" y="490"/>
                  <a:pt x="2200" y="600"/>
                </a:cubicBezTo>
                <a:lnTo>
                  <a:pt x="2200" y="1800"/>
                </a:lnTo>
                <a:cubicBezTo>
                  <a:pt x="2200" y="1910"/>
                  <a:pt x="2110" y="2000"/>
                  <a:pt x="2000" y="2000"/>
                </a:cubicBezTo>
                <a:lnTo>
                  <a:pt x="400" y="2000"/>
                </a:lnTo>
                <a:cubicBezTo>
                  <a:pt x="290" y="2000"/>
                  <a:pt x="200" y="1910"/>
                  <a:pt x="200" y="1800"/>
                </a:cubicBezTo>
                <a:lnTo>
                  <a:pt x="200" y="600"/>
                </a:lnTo>
                <a:cubicBezTo>
                  <a:pt x="200" y="490"/>
                  <a:pt x="290" y="400"/>
                  <a:pt x="400" y="400"/>
                </a:cubicBezTo>
                <a:close/>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22" name="Google Shape;1222;p56"/>
          <p:cNvSpPr txBox="1"/>
          <p:nvPr/>
        </p:nvSpPr>
        <p:spPr>
          <a:xfrm>
            <a:off x="274327" y="1371600"/>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mail</a:t>
            </a:r>
            <a:endParaRPr sz="1100"/>
          </a:p>
        </p:txBody>
      </p:sp>
      <p:sp>
        <p:nvSpPr>
          <p:cNvPr id="1223" name="Google Shape;1223;p56"/>
          <p:cNvSpPr/>
          <p:nvPr/>
        </p:nvSpPr>
        <p:spPr>
          <a:xfrm>
            <a:off x="1927589" y="960120"/>
            <a:ext cx="377202" cy="377190"/>
          </a:xfrm>
          <a:custGeom>
            <a:rect b="b" l="l" r="r" t="t"/>
            <a:pathLst>
              <a:path extrusionOk="0" fill="none" h="2400" w="2400">
                <a:moveTo>
                  <a:pt x="2120" y="840"/>
                </a:moveTo>
                <a:cubicBezTo>
                  <a:pt x="2170" y="878"/>
                  <a:pt x="2200" y="937"/>
                  <a:pt x="2200" y="1000"/>
                </a:cubicBezTo>
                <a:lnTo>
                  <a:pt x="2200" y="2000"/>
                </a:lnTo>
                <a:lnTo>
                  <a:pt x="2199" y="2020"/>
                </a:lnTo>
                <a:lnTo>
                  <a:pt x="2196" y="2039"/>
                </a:lnTo>
                <a:lnTo>
                  <a:pt x="2191" y="2058"/>
                </a:lnTo>
                <a:lnTo>
                  <a:pt x="2185" y="2077"/>
                </a:lnTo>
                <a:lnTo>
                  <a:pt x="2176" y="2094"/>
                </a:lnTo>
                <a:lnTo>
                  <a:pt x="2166" y="2111"/>
                </a:lnTo>
                <a:lnTo>
                  <a:pt x="2155" y="2127"/>
                </a:lnTo>
                <a:lnTo>
                  <a:pt x="2141" y="2141"/>
                </a:lnTo>
                <a:lnTo>
                  <a:pt x="2127" y="2155"/>
                </a:lnTo>
                <a:lnTo>
                  <a:pt x="2111" y="2166"/>
                </a:lnTo>
                <a:lnTo>
                  <a:pt x="2094" y="2176"/>
                </a:lnTo>
                <a:lnTo>
                  <a:pt x="2077" y="2185"/>
                </a:lnTo>
                <a:lnTo>
                  <a:pt x="2058" y="2191"/>
                </a:lnTo>
                <a:lnTo>
                  <a:pt x="2039" y="2196"/>
                </a:lnTo>
                <a:lnTo>
                  <a:pt x="2020" y="2199"/>
                </a:lnTo>
                <a:lnTo>
                  <a:pt x="2000" y="2200"/>
                </a:lnTo>
                <a:lnTo>
                  <a:pt x="400" y="2200"/>
                </a:lnTo>
                <a:lnTo>
                  <a:pt x="380" y="2199"/>
                </a:lnTo>
                <a:lnTo>
                  <a:pt x="361" y="2196"/>
                </a:lnTo>
                <a:lnTo>
                  <a:pt x="342" y="2191"/>
                </a:lnTo>
                <a:lnTo>
                  <a:pt x="323" y="2185"/>
                </a:lnTo>
                <a:lnTo>
                  <a:pt x="306" y="2176"/>
                </a:lnTo>
                <a:lnTo>
                  <a:pt x="289" y="2166"/>
                </a:lnTo>
                <a:lnTo>
                  <a:pt x="273" y="2155"/>
                </a:lnTo>
                <a:lnTo>
                  <a:pt x="259" y="2141"/>
                </a:lnTo>
                <a:lnTo>
                  <a:pt x="245" y="2127"/>
                </a:lnTo>
                <a:lnTo>
                  <a:pt x="234" y="2111"/>
                </a:lnTo>
                <a:lnTo>
                  <a:pt x="224" y="2094"/>
                </a:lnTo>
                <a:lnTo>
                  <a:pt x="215" y="2077"/>
                </a:lnTo>
                <a:lnTo>
                  <a:pt x="209" y="2058"/>
                </a:lnTo>
                <a:lnTo>
                  <a:pt x="204" y="2039"/>
                </a:lnTo>
                <a:lnTo>
                  <a:pt x="201" y="2020"/>
                </a:lnTo>
                <a:lnTo>
                  <a:pt x="200" y="2000"/>
                </a:lnTo>
                <a:lnTo>
                  <a:pt x="200" y="1000"/>
                </a:lnTo>
                <a:lnTo>
                  <a:pt x="200" y="988"/>
                </a:lnTo>
                <a:lnTo>
                  <a:pt x="201" y="977"/>
                </a:lnTo>
                <a:lnTo>
                  <a:pt x="203" y="965"/>
                </a:lnTo>
                <a:lnTo>
                  <a:pt x="205" y="954"/>
                </a:lnTo>
                <a:lnTo>
                  <a:pt x="208" y="943"/>
                </a:lnTo>
                <a:lnTo>
                  <a:pt x="212" y="932"/>
                </a:lnTo>
                <a:lnTo>
                  <a:pt x="216" y="921"/>
                </a:lnTo>
                <a:lnTo>
                  <a:pt x="221" y="911"/>
                </a:lnTo>
                <a:lnTo>
                  <a:pt x="227" y="900"/>
                </a:lnTo>
                <a:lnTo>
                  <a:pt x="233" y="890"/>
                </a:lnTo>
                <a:lnTo>
                  <a:pt x="239" y="881"/>
                </a:lnTo>
                <a:lnTo>
                  <a:pt x="246" y="872"/>
                </a:lnTo>
                <a:lnTo>
                  <a:pt x="254" y="863"/>
                </a:lnTo>
                <a:lnTo>
                  <a:pt x="262" y="855"/>
                </a:lnTo>
                <a:lnTo>
                  <a:pt x="271" y="847"/>
                </a:lnTo>
                <a:lnTo>
                  <a:pt x="280" y="840"/>
                </a:lnTo>
                <a:lnTo>
                  <a:pt x="1080" y="240"/>
                </a:lnTo>
                <a:lnTo>
                  <a:pt x="1093" y="231"/>
                </a:lnTo>
                <a:lnTo>
                  <a:pt x="1107" y="223"/>
                </a:lnTo>
                <a:lnTo>
                  <a:pt x="1122" y="216"/>
                </a:lnTo>
                <a:lnTo>
                  <a:pt x="1137" y="210"/>
                </a:lnTo>
                <a:lnTo>
                  <a:pt x="1152" y="206"/>
                </a:lnTo>
                <a:lnTo>
                  <a:pt x="1168" y="203"/>
                </a:lnTo>
                <a:lnTo>
                  <a:pt x="1184" y="201"/>
                </a:lnTo>
                <a:lnTo>
                  <a:pt x="1200" y="200"/>
                </a:lnTo>
                <a:lnTo>
                  <a:pt x="1216" y="201"/>
                </a:lnTo>
                <a:lnTo>
                  <a:pt x="1232" y="203"/>
                </a:lnTo>
                <a:lnTo>
                  <a:pt x="1248" y="206"/>
                </a:lnTo>
                <a:lnTo>
                  <a:pt x="1263" y="210"/>
                </a:lnTo>
                <a:lnTo>
                  <a:pt x="1278" y="216"/>
                </a:lnTo>
                <a:lnTo>
                  <a:pt x="1293" y="223"/>
                </a:lnTo>
                <a:lnTo>
                  <a:pt x="1307" y="231"/>
                </a:lnTo>
                <a:lnTo>
                  <a:pt x="1320" y="240"/>
                </a:lnTo>
                <a:lnTo>
                  <a:pt x="2120" y="840"/>
                </a:lnTo>
                <a:lnTo>
                  <a:pt x="2120" y="840"/>
                </a:lnTo>
                <a:moveTo>
                  <a:pt x="2200" y="1000"/>
                </a:moveTo>
                <a:lnTo>
                  <a:pt x="1303" y="1570"/>
                </a:lnTo>
                <a:lnTo>
                  <a:pt x="1291" y="1577"/>
                </a:lnTo>
                <a:lnTo>
                  <a:pt x="1279" y="1583"/>
                </a:lnTo>
                <a:lnTo>
                  <a:pt x="1266" y="1588"/>
                </a:lnTo>
                <a:lnTo>
                  <a:pt x="1254" y="1592"/>
                </a:lnTo>
                <a:lnTo>
                  <a:pt x="1240" y="1595"/>
                </a:lnTo>
                <a:lnTo>
                  <a:pt x="1227" y="1598"/>
                </a:lnTo>
                <a:lnTo>
                  <a:pt x="1214" y="1599"/>
                </a:lnTo>
                <a:lnTo>
                  <a:pt x="1200" y="1600"/>
                </a:lnTo>
                <a:lnTo>
                  <a:pt x="1186" y="1599"/>
                </a:lnTo>
                <a:lnTo>
                  <a:pt x="1173" y="1598"/>
                </a:lnTo>
                <a:lnTo>
                  <a:pt x="1160" y="1595"/>
                </a:lnTo>
                <a:lnTo>
                  <a:pt x="1146" y="1592"/>
                </a:lnTo>
                <a:lnTo>
                  <a:pt x="1134" y="1588"/>
                </a:lnTo>
                <a:lnTo>
                  <a:pt x="1121" y="1583"/>
                </a:lnTo>
                <a:lnTo>
                  <a:pt x="1109" y="1577"/>
                </a:lnTo>
                <a:lnTo>
                  <a:pt x="1097" y="1570"/>
                </a:lnTo>
                <a:lnTo>
                  <a:pt x="200" y="10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24" name="Google Shape;1224;p56"/>
          <p:cNvSpPr txBox="1"/>
          <p:nvPr/>
        </p:nvSpPr>
        <p:spPr>
          <a:xfrm>
            <a:off x="1502235" y="1371600"/>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mail-open</a:t>
            </a:r>
            <a:endParaRPr sz="1100"/>
          </a:p>
        </p:txBody>
      </p:sp>
      <p:sp>
        <p:nvSpPr>
          <p:cNvPr id="1225" name="Google Shape;1225;p56"/>
          <p:cNvSpPr/>
          <p:nvPr/>
        </p:nvSpPr>
        <p:spPr>
          <a:xfrm>
            <a:off x="3155497" y="960120"/>
            <a:ext cx="377202" cy="377190"/>
          </a:xfrm>
          <a:custGeom>
            <a:rect b="b" l="l" r="r" t="t"/>
            <a:pathLst>
              <a:path extrusionOk="0" fill="none" h="2400" w="2400">
                <a:moveTo>
                  <a:pt x="2200" y="1300"/>
                </a:moveTo>
                <a:lnTo>
                  <a:pt x="2200" y="600"/>
                </a:lnTo>
                <a:lnTo>
                  <a:pt x="2199" y="580"/>
                </a:lnTo>
                <a:lnTo>
                  <a:pt x="2196" y="561"/>
                </a:lnTo>
                <a:lnTo>
                  <a:pt x="2191" y="542"/>
                </a:lnTo>
                <a:lnTo>
                  <a:pt x="2185" y="523"/>
                </a:lnTo>
                <a:lnTo>
                  <a:pt x="2176" y="506"/>
                </a:lnTo>
                <a:lnTo>
                  <a:pt x="2166" y="489"/>
                </a:lnTo>
                <a:lnTo>
                  <a:pt x="2155" y="473"/>
                </a:lnTo>
                <a:lnTo>
                  <a:pt x="2141" y="459"/>
                </a:lnTo>
                <a:lnTo>
                  <a:pt x="2127" y="445"/>
                </a:lnTo>
                <a:lnTo>
                  <a:pt x="2111" y="434"/>
                </a:lnTo>
                <a:lnTo>
                  <a:pt x="2094" y="424"/>
                </a:lnTo>
                <a:lnTo>
                  <a:pt x="2077" y="415"/>
                </a:lnTo>
                <a:lnTo>
                  <a:pt x="2058" y="409"/>
                </a:lnTo>
                <a:lnTo>
                  <a:pt x="2039" y="404"/>
                </a:lnTo>
                <a:lnTo>
                  <a:pt x="2020" y="401"/>
                </a:lnTo>
                <a:lnTo>
                  <a:pt x="2000" y="400"/>
                </a:lnTo>
                <a:lnTo>
                  <a:pt x="400" y="400"/>
                </a:lnTo>
                <a:lnTo>
                  <a:pt x="380" y="401"/>
                </a:lnTo>
                <a:lnTo>
                  <a:pt x="361" y="404"/>
                </a:lnTo>
                <a:lnTo>
                  <a:pt x="342" y="409"/>
                </a:lnTo>
                <a:lnTo>
                  <a:pt x="323" y="415"/>
                </a:lnTo>
                <a:lnTo>
                  <a:pt x="306" y="424"/>
                </a:lnTo>
                <a:lnTo>
                  <a:pt x="289" y="434"/>
                </a:lnTo>
                <a:lnTo>
                  <a:pt x="273" y="445"/>
                </a:lnTo>
                <a:lnTo>
                  <a:pt x="259" y="459"/>
                </a:lnTo>
                <a:lnTo>
                  <a:pt x="245" y="473"/>
                </a:lnTo>
                <a:lnTo>
                  <a:pt x="234" y="489"/>
                </a:lnTo>
                <a:lnTo>
                  <a:pt x="224" y="506"/>
                </a:lnTo>
                <a:lnTo>
                  <a:pt x="215" y="523"/>
                </a:lnTo>
                <a:lnTo>
                  <a:pt x="209" y="542"/>
                </a:lnTo>
                <a:lnTo>
                  <a:pt x="204" y="561"/>
                </a:lnTo>
                <a:lnTo>
                  <a:pt x="201" y="580"/>
                </a:lnTo>
                <a:lnTo>
                  <a:pt x="200" y="600"/>
                </a:lnTo>
                <a:lnTo>
                  <a:pt x="200" y="1800"/>
                </a:lnTo>
                <a:cubicBezTo>
                  <a:pt x="200" y="1910"/>
                  <a:pt x="290" y="2000"/>
                  <a:pt x="400" y="2000"/>
                </a:cubicBezTo>
                <a:lnTo>
                  <a:pt x="1200" y="2000"/>
                </a:lnTo>
                <a:moveTo>
                  <a:pt x="2200" y="700"/>
                </a:moveTo>
                <a:lnTo>
                  <a:pt x="1303" y="1270"/>
                </a:lnTo>
                <a:lnTo>
                  <a:pt x="1291" y="1277"/>
                </a:lnTo>
                <a:lnTo>
                  <a:pt x="1279" y="1283"/>
                </a:lnTo>
                <a:lnTo>
                  <a:pt x="1266" y="1288"/>
                </a:lnTo>
                <a:lnTo>
                  <a:pt x="1254" y="1292"/>
                </a:lnTo>
                <a:lnTo>
                  <a:pt x="1240" y="1295"/>
                </a:lnTo>
                <a:lnTo>
                  <a:pt x="1227" y="1298"/>
                </a:lnTo>
                <a:lnTo>
                  <a:pt x="1214" y="1299"/>
                </a:lnTo>
                <a:lnTo>
                  <a:pt x="1200" y="1300"/>
                </a:lnTo>
                <a:lnTo>
                  <a:pt x="1186" y="1299"/>
                </a:lnTo>
                <a:lnTo>
                  <a:pt x="1173" y="1298"/>
                </a:lnTo>
                <a:lnTo>
                  <a:pt x="1160" y="1295"/>
                </a:lnTo>
                <a:lnTo>
                  <a:pt x="1146" y="1292"/>
                </a:lnTo>
                <a:lnTo>
                  <a:pt x="1134" y="1288"/>
                </a:lnTo>
                <a:lnTo>
                  <a:pt x="1121" y="1283"/>
                </a:lnTo>
                <a:lnTo>
                  <a:pt x="1109" y="1277"/>
                </a:lnTo>
                <a:lnTo>
                  <a:pt x="1097" y="1270"/>
                </a:lnTo>
                <a:lnTo>
                  <a:pt x="200" y="700"/>
                </a:lnTo>
                <a:moveTo>
                  <a:pt x="1900" y="1600"/>
                </a:moveTo>
                <a:lnTo>
                  <a:pt x="1900" y="2200"/>
                </a:lnTo>
                <a:moveTo>
                  <a:pt x="1600" y="1900"/>
                </a:moveTo>
                <a:lnTo>
                  <a:pt x="2200" y="19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26" name="Google Shape;1226;p56"/>
          <p:cNvSpPr txBox="1"/>
          <p:nvPr/>
        </p:nvSpPr>
        <p:spPr>
          <a:xfrm>
            <a:off x="2730143" y="1371600"/>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mail-plus</a:t>
            </a:r>
            <a:endParaRPr sz="1100"/>
          </a:p>
        </p:txBody>
      </p:sp>
      <p:sp>
        <p:nvSpPr>
          <p:cNvPr id="1227" name="Google Shape;1227;p56"/>
          <p:cNvSpPr/>
          <p:nvPr/>
        </p:nvSpPr>
        <p:spPr>
          <a:xfrm>
            <a:off x="4383405" y="960120"/>
            <a:ext cx="377202" cy="377190"/>
          </a:xfrm>
          <a:custGeom>
            <a:rect b="b" l="l" r="r" t="t"/>
            <a:pathLst>
              <a:path extrusionOk="0" fill="none" h="2400" w="2400">
                <a:moveTo>
                  <a:pt x="1700" y="1900"/>
                </a:moveTo>
                <a:lnTo>
                  <a:pt x="1699" y="1920"/>
                </a:lnTo>
                <a:lnTo>
                  <a:pt x="1696" y="1939"/>
                </a:lnTo>
                <a:lnTo>
                  <a:pt x="1691" y="1958"/>
                </a:lnTo>
                <a:lnTo>
                  <a:pt x="1685" y="1977"/>
                </a:lnTo>
                <a:lnTo>
                  <a:pt x="1676" y="1994"/>
                </a:lnTo>
                <a:lnTo>
                  <a:pt x="1666" y="2011"/>
                </a:lnTo>
                <a:lnTo>
                  <a:pt x="1655" y="2027"/>
                </a:lnTo>
                <a:lnTo>
                  <a:pt x="1641" y="2041"/>
                </a:lnTo>
                <a:lnTo>
                  <a:pt x="1627" y="2055"/>
                </a:lnTo>
                <a:lnTo>
                  <a:pt x="1611" y="2066"/>
                </a:lnTo>
                <a:lnTo>
                  <a:pt x="1594" y="2076"/>
                </a:lnTo>
                <a:lnTo>
                  <a:pt x="1577" y="2085"/>
                </a:lnTo>
                <a:lnTo>
                  <a:pt x="1558" y="2091"/>
                </a:lnTo>
                <a:lnTo>
                  <a:pt x="1539" y="2096"/>
                </a:lnTo>
                <a:lnTo>
                  <a:pt x="1520" y="2099"/>
                </a:lnTo>
                <a:lnTo>
                  <a:pt x="1500" y="2100"/>
                </a:lnTo>
                <a:lnTo>
                  <a:pt x="400" y="2100"/>
                </a:lnTo>
                <a:lnTo>
                  <a:pt x="380" y="2099"/>
                </a:lnTo>
                <a:lnTo>
                  <a:pt x="361" y="2096"/>
                </a:lnTo>
                <a:lnTo>
                  <a:pt x="342" y="2091"/>
                </a:lnTo>
                <a:lnTo>
                  <a:pt x="323" y="2085"/>
                </a:lnTo>
                <a:lnTo>
                  <a:pt x="306" y="2076"/>
                </a:lnTo>
                <a:lnTo>
                  <a:pt x="289" y="2066"/>
                </a:lnTo>
                <a:lnTo>
                  <a:pt x="273" y="2055"/>
                </a:lnTo>
                <a:lnTo>
                  <a:pt x="259" y="2041"/>
                </a:lnTo>
                <a:lnTo>
                  <a:pt x="245" y="2027"/>
                </a:lnTo>
                <a:lnTo>
                  <a:pt x="234" y="2011"/>
                </a:lnTo>
                <a:lnTo>
                  <a:pt x="224" y="1994"/>
                </a:lnTo>
                <a:lnTo>
                  <a:pt x="215" y="1977"/>
                </a:lnTo>
                <a:lnTo>
                  <a:pt x="209" y="1958"/>
                </a:lnTo>
                <a:lnTo>
                  <a:pt x="204" y="1939"/>
                </a:lnTo>
                <a:lnTo>
                  <a:pt x="201" y="1920"/>
                </a:lnTo>
                <a:lnTo>
                  <a:pt x="200" y="1900"/>
                </a:lnTo>
                <a:lnTo>
                  <a:pt x="200" y="1100"/>
                </a:lnTo>
                <a:lnTo>
                  <a:pt x="200" y="1087"/>
                </a:lnTo>
                <a:lnTo>
                  <a:pt x="202" y="1074"/>
                </a:lnTo>
                <a:lnTo>
                  <a:pt x="204" y="1061"/>
                </a:lnTo>
                <a:lnTo>
                  <a:pt x="207" y="1048"/>
                </a:lnTo>
                <a:lnTo>
                  <a:pt x="211" y="1036"/>
                </a:lnTo>
                <a:lnTo>
                  <a:pt x="215" y="1023"/>
                </a:lnTo>
                <a:lnTo>
                  <a:pt x="221" y="1012"/>
                </a:lnTo>
                <a:lnTo>
                  <a:pt x="227" y="1000"/>
                </a:lnTo>
                <a:lnTo>
                  <a:pt x="234" y="989"/>
                </a:lnTo>
                <a:lnTo>
                  <a:pt x="241" y="978"/>
                </a:lnTo>
                <a:lnTo>
                  <a:pt x="250" y="968"/>
                </a:lnTo>
                <a:lnTo>
                  <a:pt x="259" y="959"/>
                </a:lnTo>
                <a:lnTo>
                  <a:pt x="268" y="950"/>
                </a:lnTo>
                <a:lnTo>
                  <a:pt x="278" y="941"/>
                </a:lnTo>
                <a:lnTo>
                  <a:pt x="289" y="934"/>
                </a:lnTo>
                <a:lnTo>
                  <a:pt x="300" y="927"/>
                </a:lnTo>
                <a:moveTo>
                  <a:pt x="2200" y="550"/>
                </a:moveTo>
                <a:lnTo>
                  <a:pt x="1558" y="968"/>
                </a:lnTo>
                <a:lnTo>
                  <a:pt x="1546" y="975"/>
                </a:lnTo>
                <a:lnTo>
                  <a:pt x="1533" y="982"/>
                </a:lnTo>
                <a:lnTo>
                  <a:pt x="1520" y="987"/>
                </a:lnTo>
                <a:lnTo>
                  <a:pt x="1506" y="992"/>
                </a:lnTo>
                <a:lnTo>
                  <a:pt x="1493" y="995"/>
                </a:lnTo>
                <a:lnTo>
                  <a:pt x="1478" y="998"/>
                </a:lnTo>
                <a:lnTo>
                  <a:pt x="1464" y="999"/>
                </a:lnTo>
                <a:lnTo>
                  <a:pt x="1450" y="1000"/>
                </a:lnTo>
                <a:lnTo>
                  <a:pt x="1436" y="999"/>
                </a:lnTo>
                <a:lnTo>
                  <a:pt x="1422" y="998"/>
                </a:lnTo>
                <a:lnTo>
                  <a:pt x="1407" y="995"/>
                </a:lnTo>
                <a:lnTo>
                  <a:pt x="1394" y="992"/>
                </a:lnTo>
                <a:lnTo>
                  <a:pt x="1380" y="987"/>
                </a:lnTo>
                <a:lnTo>
                  <a:pt x="1367" y="982"/>
                </a:lnTo>
                <a:lnTo>
                  <a:pt x="1354" y="975"/>
                </a:lnTo>
                <a:lnTo>
                  <a:pt x="1342" y="968"/>
                </a:lnTo>
                <a:lnTo>
                  <a:pt x="700" y="550"/>
                </a:lnTo>
                <a:moveTo>
                  <a:pt x="900" y="300"/>
                </a:moveTo>
                <a:lnTo>
                  <a:pt x="2000" y="300"/>
                </a:lnTo>
                <a:cubicBezTo>
                  <a:pt x="2110" y="300"/>
                  <a:pt x="2200" y="390"/>
                  <a:pt x="2200" y="500"/>
                </a:cubicBezTo>
                <a:lnTo>
                  <a:pt x="2200" y="1300"/>
                </a:lnTo>
                <a:cubicBezTo>
                  <a:pt x="2200" y="1410"/>
                  <a:pt x="2110" y="1500"/>
                  <a:pt x="2000" y="1500"/>
                </a:cubicBezTo>
                <a:lnTo>
                  <a:pt x="900" y="1500"/>
                </a:lnTo>
                <a:cubicBezTo>
                  <a:pt x="790" y="1500"/>
                  <a:pt x="700" y="1410"/>
                  <a:pt x="700" y="1300"/>
                </a:cubicBezTo>
                <a:lnTo>
                  <a:pt x="700" y="500"/>
                </a:lnTo>
                <a:cubicBezTo>
                  <a:pt x="700" y="390"/>
                  <a:pt x="790" y="300"/>
                  <a:pt x="900" y="300"/>
                </a:cubicBezTo>
                <a:close/>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28" name="Google Shape;1228;p56"/>
          <p:cNvSpPr txBox="1"/>
          <p:nvPr/>
        </p:nvSpPr>
        <p:spPr>
          <a:xfrm>
            <a:off x="3958051" y="1371600"/>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mails</a:t>
            </a:r>
            <a:endParaRPr sz="1100"/>
          </a:p>
        </p:txBody>
      </p:sp>
      <p:sp>
        <p:nvSpPr>
          <p:cNvPr id="1229" name="Google Shape;1229;p56"/>
          <p:cNvSpPr/>
          <p:nvPr/>
        </p:nvSpPr>
        <p:spPr>
          <a:xfrm>
            <a:off x="5611313" y="960120"/>
            <a:ext cx="377202" cy="377190"/>
          </a:xfrm>
          <a:custGeom>
            <a:rect b="b" l="l" r="r" t="t"/>
            <a:pathLst>
              <a:path extrusionOk="0" fill="none" h="2400" w="2400">
                <a:moveTo>
                  <a:pt x="1454" y="2169"/>
                </a:moveTo>
                <a:lnTo>
                  <a:pt x="1457" y="2175"/>
                </a:lnTo>
                <a:lnTo>
                  <a:pt x="1461" y="2182"/>
                </a:lnTo>
                <a:lnTo>
                  <a:pt x="1467" y="2187"/>
                </a:lnTo>
                <a:lnTo>
                  <a:pt x="1473" y="2192"/>
                </a:lnTo>
                <a:lnTo>
                  <a:pt x="1479" y="2195"/>
                </a:lnTo>
                <a:lnTo>
                  <a:pt x="1486" y="2198"/>
                </a:lnTo>
                <a:lnTo>
                  <a:pt x="1494" y="2200"/>
                </a:lnTo>
                <a:lnTo>
                  <a:pt x="1501" y="2200"/>
                </a:lnTo>
                <a:lnTo>
                  <a:pt x="1509" y="2199"/>
                </a:lnTo>
                <a:lnTo>
                  <a:pt x="1516" y="2197"/>
                </a:lnTo>
                <a:lnTo>
                  <a:pt x="1523" y="2194"/>
                </a:lnTo>
                <a:lnTo>
                  <a:pt x="1530" y="2190"/>
                </a:lnTo>
                <a:lnTo>
                  <a:pt x="1535" y="2185"/>
                </a:lnTo>
                <a:lnTo>
                  <a:pt x="1540" y="2180"/>
                </a:lnTo>
                <a:lnTo>
                  <a:pt x="1544" y="2173"/>
                </a:lnTo>
                <a:lnTo>
                  <a:pt x="1547" y="2166"/>
                </a:lnTo>
                <a:lnTo>
                  <a:pt x="2197" y="266"/>
                </a:lnTo>
                <a:lnTo>
                  <a:pt x="2199" y="259"/>
                </a:lnTo>
                <a:lnTo>
                  <a:pt x="2200" y="253"/>
                </a:lnTo>
                <a:lnTo>
                  <a:pt x="2200" y="245"/>
                </a:lnTo>
                <a:lnTo>
                  <a:pt x="2199" y="239"/>
                </a:lnTo>
                <a:lnTo>
                  <a:pt x="2197" y="232"/>
                </a:lnTo>
                <a:lnTo>
                  <a:pt x="2194" y="225"/>
                </a:lnTo>
                <a:lnTo>
                  <a:pt x="2190" y="220"/>
                </a:lnTo>
                <a:lnTo>
                  <a:pt x="2186" y="214"/>
                </a:lnTo>
                <a:lnTo>
                  <a:pt x="2180" y="210"/>
                </a:lnTo>
                <a:lnTo>
                  <a:pt x="2175" y="206"/>
                </a:lnTo>
                <a:lnTo>
                  <a:pt x="2168" y="203"/>
                </a:lnTo>
                <a:lnTo>
                  <a:pt x="2161" y="201"/>
                </a:lnTo>
                <a:lnTo>
                  <a:pt x="2155" y="200"/>
                </a:lnTo>
                <a:lnTo>
                  <a:pt x="2147" y="200"/>
                </a:lnTo>
                <a:lnTo>
                  <a:pt x="2141" y="201"/>
                </a:lnTo>
                <a:lnTo>
                  <a:pt x="2134" y="203"/>
                </a:lnTo>
                <a:lnTo>
                  <a:pt x="234" y="853"/>
                </a:lnTo>
                <a:lnTo>
                  <a:pt x="227" y="856"/>
                </a:lnTo>
                <a:lnTo>
                  <a:pt x="220" y="860"/>
                </a:lnTo>
                <a:lnTo>
                  <a:pt x="215" y="865"/>
                </a:lnTo>
                <a:lnTo>
                  <a:pt x="210" y="870"/>
                </a:lnTo>
                <a:lnTo>
                  <a:pt x="206" y="877"/>
                </a:lnTo>
                <a:lnTo>
                  <a:pt x="203" y="884"/>
                </a:lnTo>
                <a:lnTo>
                  <a:pt x="201" y="891"/>
                </a:lnTo>
                <a:lnTo>
                  <a:pt x="200" y="899"/>
                </a:lnTo>
                <a:lnTo>
                  <a:pt x="200" y="906"/>
                </a:lnTo>
                <a:lnTo>
                  <a:pt x="202" y="914"/>
                </a:lnTo>
                <a:lnTo>
                  <a:pt x="205" y="921"/>
                </a:lnTo>
                <a:lnTo>
                  <a:pt x="208" y="927"/>
                </a:lnTo>
                <a:lnTo>
                  <a:pt x="213" y="933"/>
                </a:lnTo>
                <a:lnTo>
                  <a:pt x="218" y="939"/>
                </a:lnTo>
                <a:lnTo>
                  <a:pt x="225" y="943"/>
                </a:lnTo>
                <a:lnTo>
                  <a:pt x="231" y="946"/>
                </a:lnTo>
                <a:lnTo>
                  <a:pt x="1024" y="1264"/>
                </a:lnTo>
                <a:lnTo>
                  <a:pt x="1034" y="1268"/>
                </a:lnTo>
                <a:lnTo>
                  <a:pt x="1043" y="1273"/>
                </a:lnTo>
                <a:lnTo>
                  <a:pt x="1052" y="1278"/>
                </a:lnTo>
                <a:lnTo>
                  <a:pt x="1060" y="1283"/>
                </a:lnTo>
                <a:lnTo>
                  <a:pt x="1068" y="1289"/>
                </a:lnTo>
                <a:lnTo>
                  <a:pt x="1076" y="1295"/>
                </a:lnTo>
                <a:lnTo>
                  <a:pt x="1084" y="1302"/>
                </a:lnTo>
                <a:lnTo>
                  <a:pt x="1091" y="1309"/>
                </a:lnTo>
                <a:lnTo>
                  <a:pt x="1098" y="1316"/>
                </a:lnTo>
                <a:lnTo>
                  <a:pt x="1105" y="1323"/>
                </a:lnTo>
                <a:lnTo>
                  <a:pt x="1111" y="1331"/>
                </a:lnTo>
                <a:lnTo>
                  <a:pt x="1117" y="1340"/>
                </a:lnTo>
                <a:lnTo>
                  <a:pt x="1122" y="1348"/>
                </a:lnTo>
                <a:lnTo>
                  <a:pt x="1127" y="1357"/>
                </a:lnTo>
                <a:lnTo>
                  <a:pt x="1132" y="1366"/>
                </a:lnTo>
                <a:lnTo>
                  <a:pt x="1136" y="1375"/>
                </a:lnTo>
                <a:lnTo>
                  <a:pt x="1454" y="2169"/>
                </a:lnTo>
                <a:moveTo>
                  <a:pt x="2185" y="215"/>
                </a:moveTo>
                <a:lnTo>
                  <a:pt x="1091" y="1309"/>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30" name="Google Shape;1230;p56"/>
          <p:cNvSpPr txBox="1"/>
          <p:nvPr/>
        </p:nvSpPr>
        <p:spPr>
          <a:xfrm>
            <a:off x="5185959" y="1371600"/>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send</a:t>
            </a:r>
            <a:endParaRPr sz="1100"/>
          </a:p>
        </p:txBody>
      </p:sp>
      <p:sp>
        <p:nvSpPr>
          <p:cNvPr id="1231" name="Google Shape;1231;p56"/>
          <p:cNvSpPr/>
          <p:nvPr/>
        </p:nvSpPr>
        <p:spPr>
          <a:xfrm>
            <a:off x="6839221" y="960120"/>
            <a:ext cx="377202" cy="377190"/>
          </a:xfrm>
          <a:custGeom>
            <a:rect b="b" l="l" r="r" t="t"/>
            <a:pathLst>
              <a:path extrusionOk="0" fill="none" h="2400" w="2400">
                <a:moveTo>
                  <a:pt x="371" y="305"/>
                </a:moveTo>
                <a:lnTo>
                  <a:pt x="364" y="302"/>
                </a:lnTo>
                <a:lnTo>
                  <a:pt x="357" y="300"/>
                </a:lnTo>
                <a:lnTo>
                  <a:pt x="350" y="300"/>
                </a:lnTo>
                <a:lnTo>
                  <a:pt x="342" y="300"/>
                </a:lnTo>
                <a:lnTo>
                  <a:pt x="335" y="302"/>
                </a:lnTo>
                <a:lnTo>
                  <a:pt x="328" y="305"/>
                </a:lnTo>
                <a:lnTo>
                  <a:pt x="322" y="308"/>
                </a:lnTo>
                <a:lnTo>
                  <a:pt x="316" y="313"/>
                </a:lnTo>
                <a:lnTo>
                  <a:pt x="311" y="318"/>
                </a:lnTo>
                <a:lnTo>
                  <a:pt x="307" y="324"/>
                </a:lnTo>
                <a:lnTo>
                  <a:pt x="303" y="331"/>
                </a:lnTo>
                <a:lnTo>
                  <a:pt x="301" y="338"/>
                </a:lnTo>
                <a:lnTo>
                  <a:pt x="300" y="346"/>
                </a:lnTo>
                <a:lnTo>
                  <a:pt x="300" y="353"/>
                </a:lnTo>
                <a:lnTo>
                  <a:pt x="301" y="360"/>
                </a:lnTo>
                <a:lnTo>
                  <a:pt x="303" y="368"/>
                </a:lnTo>
                <a:lnTo>
                  <a:pt x="587" y="1130"/>
                </a:lnTo>
                <a:lnTo>
                  <a:pt x="590" y="1139"/>
                </a:lnTo>
                <a:lnTo>
                  <a:pt x="593" y="1147"/>
                </a:lnTo>
                <a:lnTo>
                  <a:pt x="595" y="1156"/>
                </a:lnTo>
                <a:lnTo>
                  <a:pt x="597" y="1165"/>
                </a:lnTo>
                <a:lnTo>
                  <a:pt x="598" y="1173"/>
                </a:lnTo>
                <a:lnTo>
                  <a:pt x="599" y="1182"/>
                </a:lnTo>
                <a:lnTo>
                  <a:pt x="600" y="1191"/>
                </a:lnTo>
                <a:lnTo>
                  <a:pt x="600" y="1200"/>
                </a:lnTo>
                <a:lnTo>
                  <a:pt x="600" y="1209"/>
                </a:lnTo>
                <a:lnTo>
                  <a:pt x="599" y="1218"/>
                </a:lnTo>
                <a:lnTo>
                  <a:pt x="598" y="1227"/>
                </a:lnTo>
                <a:lnTo>
                  <a:pt x="597" y="1235"/>
                </a:lnTo>
                <a:lnTo>
                  <a:pt x="595" y="1244"/>
                </a:lnTo>
                <a:lnTo>
                  <a:pt x="593" y="1253"/>
                </a:lnTo>
                <a:lnTo>
                  <a:pt x="590" y="1261"/>
                </a:lnTo>
                <a:lnTo>
                  <a:pt x="587" y="1270"/>
                </a:lnTo>
                <a:lnTo>
                  <a:pt x="303" y="2032"/>
                </a:lnTo>
                <a:lnTo>
                  <a:pt x="301" y="2040"/>
                </a:lnTo>
                <a:lnTo>
                  <a:pt x="300" y="2047"/>
                </a:lnTo>
                <a:lnTo>
                  <a:pt x="300" y="2054"/>
                </a:lnTo>
                <a:lnTo>
                  <a:pt x="301" y="2062"/>
                </a:lnTo>
                <a:lnTo>
                  <a:pt x="303" y="2069"/>
                </a:lnTo>
                <a:lnTo>
                  <a:pt x="307" y="2076"/>
                </a:lnTo>
                <a:lnTo>
                  <a:pt x="311" y="2082"/>
                </a:lnTo>
                <a:lnTo>
                  <a:pt x="316" y="2087"/>
                </a:lnTo>
                <a:lnTo>
                  <a:pt x="322" y="2092"/>
                </a:lnTo>
                <a:lnTo>
                  <a:pt x="328" y="2095"/>
                </a:lnTo>
                <a:lnTo>
                  <a:pt x="335" y="2098"/>
                </a:lnTo>
                <a:lnTo>
                  <a:pt x="342" y="2100"/>
                </a:lnTo>
                <a:lnTo>
                  <a:pt x="350" y="2100"/>
                </a:lnTo>
                <a:lnTo>
                  <a:pt x="357" y="2100"/>
                </a:lnTo>
                <a:lnTo>
                  <a:pt x="364" y="2098"/>
                </a:lnTo>
                <a:lnTo>
                  <a:pt x="371" y="2095"/>
                </a:lnTo>
                <a:lnTo>
                  <a:pt x="2171" y="1245"/>
                </a:lnTo>
                <a:lnTo>
                  <a:pt x="2178" y="1242"/>
                </a:lnTo>
                <a:lnTo>
                  <a:pt x="2183" y="1237"/>
                </a:lnTo>
                <a:lnTo>
                  <a:pt x="2188" y="1232"/>
                </a:lnTo>
                <a:lnTo>
                  <a:pt x="2192" y="1227"/>
                </a:lnTo>
                <a:lnTo>
                  <a:pt x="2196" y="1221"/>
                </a:lnTo>
                <a:lnTo>
                  <a:pt x="2198" y="1214"/>
                </a:lnTo>
                <a:lnTo>
                  <a:pt x="2200" y="1207"/>
                </a:lnTo>
                <a:lnTo>
                  <a:pt x="2200" y="1200"/>
                </a:lnTo>
                <a:lnTo>
                  <a:pt x="2200" y="1193"/>
                </a:lnTo>
                <a:lnTo>
                  <a:pt x="2198" y="1186"/>
                </a:lnTo>
                <a:lnTo>
                  <a:pt x="2196" y="1179"/>
                </a:lnTo>
                <a:lnTo>
                  <a:pt x="2192" y="1173"/>
                </a:lnTo>
                <a:lnTo>
                  <a:pt x="2188" y="1168"/>
                </a:lnTo>
                <a:lnTo>
                  <a:pt x="2183" y="1163"/>
                </a:lnTo>
                <a:lnTo>
                  <a:pt x="2178" y="1158"/>
                </a:lnTo>
                <a:lnTo>
                  <a:pt x="2171" y="1155"/>
                </a:lnTo>
                <a:lnTo>
                  <a:pt x="371" y="305"/>
                </a:lnTo>
                <a:moveTo>
                  <a:pt x="600" y="1200"/>
                </a:moveTo>
                <a:lnTo>
                  <a:pt x="2200" y="12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32" name="Google Shape;1232;p56"/>
          <p:cNvSpPr txBox="1"/>
          <p:nvPr/>
        </p:nvSpPr>
        <p:spPr>
          <a:xfrm>
            <a:off x="6413867" y="1371600"/>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send-horizontal</a:t>
            </a:r>
            <a:endParaRPr sz="1100"/>
          </a:p>
        </p:txBody>
      </p:sp>
      <p:sp>
        <p:nvSpPr>
          <p:cNvPr id="1233" name="Google Shape;1233;p56"/>
          <p:cNvSpPr/>
          <p:nvPr/>
        </p:nvSpPr>
        <p:spPr>
          <a:xfrm>
            <a:off x="8067129" y="960120"/>
            <a:ext cx="377202" cy="377190"/>
          </a:xfrm>
          <a:custGeom>
            <a:rect b="b" l="l" r="r" t="t"/>
            <a:pathLst>
              <a:path extrusionOk="0" fill="none" h="2400" w="2400">
                <a:moveTo>
                  <a:pt x="299" y="1634"/>
                </a:moveTo>
                <a:lnTo>
                  <a:pt x="302" y="1641"/>
                </a:lnTo>
                <a:lnTo>
                  <a:pt x="304" y="1648"/>
                </a:lnTo>
                <a:lnTo>
                  <a:pt x="306" y="1655"/>
                </a:lnTo>
                <a:lnTo>
                  <a:pt x="308" y="1663"/>
                </a:lnTo>
                <a:lnTo>
                  <a:pt x="310" y="1670"/>
                </a:lnTo>
                <a:lnTo>
                  <a:pt x="311" y="1677"/>
                </a:lnTo>
                <a:lnTo>
                  <a:pt x="312" y="1684"/>
                </a:lnTo>
                <a:lnTo>
                  <a:pt x="313" y="1692"/>
                </a:lnTo>
                <a:lnTo>
                  <a:pt x="313" y="1699"/>
                </a:lnTo>
                <a:lnTo>
                  <a:pt x="313" y="1707"/>
                </a:lnTo>
                <a:lnTo>
                  <a:pt x="313" y="1714"/>
                </a:lnTo>
                <a:lnTo>
                  <a:pt x="313" y="1722"/>
                </a:lnTo>
                <a:lnTo>
                  <a:pt x="312" y="1729"/>
                </a:lnTo>
                <a:lnTo>
                  <a:pt x="311" y="1736"/>
                </a:lnTo>
                <a:lnTo>
                  <a:pt x="310" y="1744"/>
                </a:lnTo>
                <a:lnTo>
                  <a:pt x="309" y="1751"/>
                </a:lnTo>
                <a:lnTo>
                  <a:pt x="202" y="2080"/>
                </a:lnTo>
                <a:lnTo>
                  <a:pt x="200" y="2092"/>
                </a:lnTo>
                <a:lnTo>
                  <a:pt x="200" y="2105"/>
                </a:lnTo>
                <a:lnTo>
                  <a:pt x="202" y="2118"/>
                </a:lnTo>
                <a:lnTo>
                  <a:pt x="205" y="2130"/>
                </a:lnTo>
                <a:lnTo>
                  <a:pt x="209" y="2142"/>
                </a:lnTo>
                <a:lnTo>
                  <a:pt x="215" y="2153"/>
                </a:lnTo>
                <a:lnTo>
                  <a:pt x="223" y="2163"/>
                </a:lnTo>
                <a:lnTo>
                  <a:pt x="231" y="2173"/>
                </a:lnTo>
                <a:lnTo>
                  <a:pt x="241" y="2181"/>
                </a:lnTo>
                <a:lnTo>
                  <a:pt x="252" y="2188"/>
                </a:lnTo>
                <a:lnTo>
                  <a:pt x="263" y="2193"/>
                </a:lnTo>
                <a:lnTo>
                  <a:pt x="275" y="2197"/>
                </a:lnTo>
                <a:lnTo>
                  <a:pt x="288" y="2199"/>
                </a:lnTo>
                <a:lnTo>
                  <a:pt x="301" y="2200"/>
                </a:lnTo>
                <a:lnTo>
                  <a:pt x="313" y="2199"/>
                </a:lnTo>
                <a:lnTo>
                  <a:pt x="326" y="2197"/>
                </a:lnTo>
                <a:lnTo>
                  <a:pt x="667" y="2097"/>
                </a:lnTo>
                <a:lnTo>
                  <a:pt x="674" y="2096"/>
                </a:lnTo>
                <a:lnTo>
                  <a:pt x="681" y="2095"/>
                </a:lnTo>
                <a:lnTo>
                  <a:pt x="688" y="2094"/>
                </a:lnTo>
                <a:lnTo>
                  <a:pt x="695" y="2093"/>
                </a:lnTo>
                <a:lnTo>
                  <a:pt x="702" y="2093"/>
                </a:lnTo>
                <a:lnTo>
                  <a:pt x="709" y="2093"/>
                </a:lnTo>
                <a:lnTo>
                  <a:pt x="716" y="2093"/>
                </a:lnTo>
                <a:lnTo>
                  <a:pt x="723" y="2094"/>
                </a:lnTo>
                <a:lnTo>
                  <a:pt x="730" y="2094"/>
                </a:lnTo>
                <a:lnTo>
                  <a:pt x="736" y="2095"/>
                </a:lnTo>
                <a:lnTo>
                  <a:pt x="743" y="2097"/>
                </a:lnTo>
                <a:lnTo>
                  <a:pt x="750" y="2098"/>
                </a:lnTo>
                <a:lnTo>
                  <a:pt x="757" y="2100"/>
                </a:lnTo>
                <a:lnTo>
                  <a:pt x="764" y="2102"/>
                </a:lnTo>
                <a:lnTo>
                  <a:pt x="770" y="2104"/>
                </a:lnTo>
                <a:lnTo>
                  <a:pt x="777" y="2106"/>
                </a:lnTo>
                <a:lnTo>
                  <a:pt x="1113" y="2196"/>
                </a:lnTo>
                <a:lnTo>
                  <a:pt x="1460" y="2166"/>
                </a:lnTo>
                <a:lnTo>
                  <a:pt x="1775" y="2018"/>
                </a:lnTo>
                <a:lnTo>
                  <a:pt x="2021" y="1771"/>
                </a:lnTo>
                <a:lnTo>
                  <a:pt x="2167" y="1455"/>
                </a:lnTo>
                <a:lnTo>
                  <a:pt x="2196" y="1108"/>
                </a:lnTo>
                <a:lnTo>
                  <a:pt x="2104" y="773"/>
                </a:lnTo>
                <a:lnTo>
                  <a:pt x="1903" y="489"/>
                </a:lnTo>
                <a:lnTo>
                  <a:pt x="1616" y="291"/>
                </a:lnTo>
                <a:lnTo>
                  <a:pt x="1279" y="203"/>
                </a:lnTo>
                <a:lnTo>
                  <a:pt x="933" y="236"/>
                </a:lnTo>
                <a:lnTo>
                  <a:pt x="619" y="386"/>
                </a:lnTo>
                <a:lnTo>
                  <a:pt x="375" y="635"/>
                </a:lnTo>
                <a:lnTo>
                  <a:pt x="231" y="952"/>
                </a:lnTo>
                <a:lnTo>
                  <a:pt x="205" y="1299"/>
                </a:lnTo>
                <a:lnTo>
                  <a:pt x="299" y="1634"/>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34" name="Google Shape;1234;p56"/>
          <p:cNvSpPr txBox="1"/>
          <p:nvPr/>
        </p:nvSpPr>
        <p:spPr>
          <a:xfrm>
            <a:off x="7641775" y="1371600"/>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message-circle</a:t>
            </a:r>
            <a:endParaRPr sz="1100"/>
          </a:p>
        </p:txBody>
      </p:sp>
      <p:sp>
        <p:nvSpPr>
          <p:cNvPr id="1235" name="Google Shape;1235;p56"/>
          <p:cNvSpPr/>
          <p:nvPr/>
        </p:nvSpPr>
        <p:spPr>
          <a:xfrm>
            <a:off x="699681" y="1755648"/>
            <a:ext cx="377202" cy="377190"/>
          </a:xfrm>
          <a:custGeom>
            <a:rect b="b" l="l" r="r" t="t"/>
            <a:pathLst>
              <a:path extrusionOk="0" fill="none" h="2400" w="2400">
                <a:moveTo>
                  <a:pt x="2200" y="1700"/>
                </a:moveTo>
                <a:lnTo>
                  <a:pt x="2199" y="1720"/>
                </a:lnTo>
                <a:lnTo>
                  <a:pt x="2196" y="1739"/>
                </a:lnTo>
                <a:lnTo>
                  <a:pt x="2191" y="1758"/>
                </a:lnTo>
                <a:lnTo>
                  <a:pt x="2185" y="1777"/>
                </a:lnTo>
                <a:lnTo>
                  <a:pt x="2176" y="1794"/>
                </a:lnTo>
                <a:lnTo>
                  <a:pt x="2166" y="1811"/>
                </a:lnTo>
                <a:lnTo>
                  <a:pt x="2155" y="1827"/>
                </a:lnTo>
                <a:lnTo>
                  <a:pt x="2141" y="1841"/>
                </a:lnTo>
                <a:lnTo>
                  <a:pt x="2127" y="1855"/>
                </a:lnTo>
                <a:lnTo>
                  <a:pt x="2111" y="1866"/>
                </a:lnTo>
                <a:lnTo>
                  <a:pt x="2094" y="1876"/>
                </a:lnTo>
                <a:lnTo>
                  <a:pt x="2077" y="1885"/>
                </a:lnTo>
                <a:lnTo>
                  <a:pt x="2058" y="1891"/>
                </a:lnTo>
                <a:lnTo>
                  <a:pt x="2039" y="1896"/>
                </a:lnTo>
                <a:lnTo>
                  <a:pt x="2020" y="1899"/>
                </a:lnTo>
                <a:lnTo>
                  <a:pt x="2000" y="1900"/>
                </a:lnTo>
                <a:lnTo>
                  <a:pt x="683" y="1900"/>
                </a:lnTo>
                <a:lnTo>
                  <a:pt x="673" y="1900"/>
                </a:lnTo>
                <a:lnTo>
                  <a:pt x="663" y="1901"/>
                </a:lnTo>
                <a:lnTo>
                  <a:pt x="653" y="1902"/>
                </a:lnTo>
                <a:lnTo>
                  <a:pt x="644" y="1904"/>
                </a:lnTo>
                <a:lnTo>
                  <a:pt x="634" y="1906"/>
                </a:lnTo>
                <a:lnTo>
                  <a:pt x="625" y="1909"/>
                </a:lnTo>
                <a:lnTo>
                  <a:pt x="615" y="1912"/>
                </a:lnTo>
                <a:lnTo>
                  <a:pt x="606" y="1915"/>
                </a:lnTo>
                <a:lnTo>
                  <a:pt x="597" y="1919"/>
                </a:lnTo>
                <a:lnTo>
                  <a:pt x="589" y="1924"/>
                </a:lnTo>
                <a:lnTo>
                  <a:pt x="580" y="1928"/>
                </a:lnTo>
                <a:lnTo>
                  <a:pt x="572" y="1934"/>
                </a:lnTo>
                <a:lnTo>
                  <a:pt x="564" y="1939"/>
                </a:lnTo>
                <a:lnTo>
                  <a:pt x="556" y="1945"/>
                </a:lnTo>
                <a:lnTo>
                  <a:pt x="549" y="1952"/>
                </a:lnTo>
                <a:lnTo>
                  <a:pt x="541" y="1959"/>
                </a:lnTo>
                <a:lnTo>
                  <a:pt x="321" y="2179"/>
                </a:lnTo>
                <a:lnTo>
                  <a:pt x="313" y="2186"/>
                </a:lnTo>
                <a:lnTo>
                  <a:pt x="304" y="2191"/>
                </a:lnTo>
                <a:lnTo>
                  <a:pt x="295" y="2195"/>
                </a:lnTo>
                <a:lnTo>
                  <a:pt x="285" y="2198"/>
                </a:lnTo>
                <a:lnTo>
                  <a:pt x="274" y="2200"/>
                </a:lnTo>
                <a:lnTo>
                  <a:pt x="264" y="2199"/>
                </a:lnTo>
                <a:lnTo>
                  <a:pt x="254" y="2197"/>
                </a:lnTo>
                <a:lnTo>
                  <a:pt x="244" y="2194"/>
                </a:lnTo>
                <a:lnTo>
                  <a:pt x="235" y="2189"/>
                </a:lnTo>
                <a:lnTo>
                  <a:pt x="226" y="2183"/>
                </a:lnTo>
                <a:lnTo>
                  <a:pt x="218" y="2176"/>
                </a:lnTo>
                <a:lnTo>
                  <a:pt x="212" y="2168"/>
                </a:lnTo>
                <a:lnTo>
                  <a:pt x="207" y="2159"/>
                </a:lnTo>
                <a:lnTo>
                  <a:pt x="203" y="2149"/>
                </a:lnTo>
                <a:lnTo>
                  <a:pt x="201" y="2139"/>
                </a:lnTo>
                <a:lnTo>
                  <a:pt x="200" y="2129"/>
                </a:lnTo>
                <a:lnTo>
                  <a:pt x="200" y="500"/>
                </a:lnTo>
                <a:lnTo>
                  <a:pt x="201" y="480"/>
                </a:lnTo>
                <a:lnTo>
                  <a:pt x="204" y="461"/>
                </a:lnTo>
                <a:lnTo>
                  <a:pt x="209" y="442"/>
                </a:lnTo>
                <a:lnTo>
                  <a:pt x="215" y="423"/>
                </a:lnTo>
                <a:lnTo>
                  <a:pt x="224" y="406"/>
                </a:lnTo>
                <a:lnTo>
                  <a:pt x="234" y="389"/>
                </a:lnTo>
                <a:lnTo>
                  <a:pt x="245" y="373"/>
                </a:lnTo>
                <a:lnTo>
                  <a:pt x="259" y="359"/>
                </a:lnTo>
                <a:lnTo>
                  <a:pt x="273" y="345"/>
                </a:lnTo>
                <a:lnTo>
                  <a:pt x="289" y="334"/>
                </a:lnTo>
                <a:lnTo>
                  <a:pt x="306" y="324"/>
                </a:lnTo>
                <a:lnTo>
                  <a:pt x="323" y="315"/>
                </a:lnTo>
                <a:lnTo>
                  <a:pt x="342" y="309"/>
                </a:lnTo>
                <a:lnTo>
                  <a:pt x="361" y="304"/>
                </a:lnTo>
                <a:lnTo>
                  <a:pt x="380" y="301"/>
                </a:lnTo>
                <a:lnTo>
                  <a:pt x="400" y="300"/>
                </a:lnTo>
                <a:lnTo>
                  <a:pt x="2000" y="300"/>
                </a:lnTo>
                <a:lnTo>
                  <a:pt x="2020" y="301"/>
                </a:lnTo>
                <a:lnTo>
                  <a:pt x="2039" y="304"/>
                </a:lnTo>
                <a:lnTo>
                  <a:pt x="2058" y="309"/>
                </a:lnTo>
                <a:lnTo>
                  <a:pt x="2077" y="315"/>
                </a:lnTo>
                <a:lnTo>
                  <a:pt x="2094" y="324"/>
                </a:lnTo>
                <a:lnTo>
                  <a:pt x="2111" y="334"/>
                </a:lnTo>
                <a:lnTo>
                  <a:pt x="2127" y="345"/>
                </a:lnTo>
                <a:lnTo>
                  <a:pt x="2141" y="359"/>
                </a:lnTo>
                <a:lnTo>
                  <a:pt x="2155" y="373"/>
                </a:lnTo>
                <a:lnTo>
                  <a:pt x="2166" y="389"/>
                </a:lnTo>
                <a:lnTo>
                  <a:pt x="2176" y="406"/>
                </a:lnTo>
                <a:lnTo>
                  <a:pt x="2185" y="423"/>
                </a:lnTo>
                <a:lnTo>
                  <a:pt x="2191" y="442"/>
                </a:lnTo>
                <a:lnTo>
                  <a:pt x="2196" y="461"/>
                </a:lnTo>
                <a:lnTo>
                  <a:pt x="2199" y="480"/>
                </a:lnTo>
                <a:lnTo>
                  <a:pt x="2200" y="500"/>
                </a:lnTo>
                <a:lnTo>
                  <a:pt x="2200" y="17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36" name="Google Shape;1236;p56"/>
          <p:cNvSpPr txBox="1"/>
          <p:nvPr/>
        </p:nvSpPr>
        <p:spPr>
          <a:xfrm>
            <a:off x="274327" y="2167128"/>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message-square</a:t>
            </a:r>
            <a:endParaRPr sz="1100"/>
          </a:p>
        </p:txBody>
      </p:sp>
      <p:sp>
        <p:nvSpPr>
          <p:cNvPr id="1237" name="Google Shape;1237;p56"/>
          <p:cNvSpPr/>
          <p:nvPr/>
        </p:nvSpPr>
        <p:spPr>
          <a:xfrm>
            <a:off x="1927589" y="1755648"/>
            <a:ext cx="377202" cy="377190"/>
          </a:xfrm>
          <a:custGeom>
            <a:rect b="b" l="l" r="r" t="t"/>
            <a:pathLst>
              <a:path extrusionOk="0" fill="none" h="2400" w="2400">
                <a:moveTo>
                  <a:pt x="1600" y="1000"/>
                </a:moveTo>
                <a:lnTo>
                  <a:pt x="1599" y="1020"/>
                </a:lnTo>
                <a:lnTo>
                  <a:pt x="1596" y="1039"/>
                </a:lnTo>
                <a:lnTo>
                  <a:pt x="1591" y="1058"/>
                </a:lnTo>
                <a:lnTo>
                  <a:pt x="1585" y="1077"/>
                </a:lnTo>
                <a:lnTo>
                  <a:pt x="1576" y="1094"/>
                </a:lnTo>
                <a:lnTo>
                  <a:pt x="1566" y="1111"/>
                </a:lnTo>
                <a:lnTo>
                  <a:pt x="1555" y="1127"/>
                </a:lnTo>
                <a:lnTo>
                  <a:pt x="1541" y="1141"/>
                </a:lnTo>
                <a:lnTo>
                  <a:pt x="1527" y="1155"/>
                </a:lnTo>
                <a:lnTo>
                  <a:pt x="1511" y="1166"/>
                </a:lnTo>
                <a:lnTo>
                  <a:pt x="1494" y="1176"/>
                </a:lnTo>
                <a:lnTo>
                  <a:pt x="1477" y="1185"/>
                </a:lnTo>
                <a:lnTo>
                  <a:pt x="1458" y="1191"/>
                </a:lnTo>
                <a:lnTo>
                  <a:pt x="1439" y="1196"/>
                </a:lnTo>
                <a:lnTo>
                  <a:pt x="1420" y="1199"/>
                </a:lnTo>
                <a:lnTo>
                  <a:pt x="1400" y="1200"/>
                </a:lnTo>
                <a:lnTo>
                  <a:pt x="683" y="1200"/>
                </a:lnTo>
                <a:lnTo>
                  <a:pt x="673" y="1200"/>
                </a:lnTo>
                <a:lnTo>
                  <a:pt x="663" y="1201"/>
                </a:lnTo>
                <a:lnTo>
                  <a:pt x="653" y="1202"/>
                </a:lnTo>
                <a:lnTo>
                  <a:pt x="644" y="1204"/>
                </a:lnTo>
                <a:lnTo>
                  <a:pt x="634" y="1206"/>
                </a:lnTo>
                <a:lnTo>
                  <a:pt x="625" y="1209"/>
                </a:lnTo>
                <a:lnTo>
                  <a:pt x="615" y="1212"/>
                </a:lnTo>
                <a:lnTo>
                  <a:pt x="606" y="1215"/>
                </a:lnTo>
                <a:lnTo>
                  <a:pt x="597" y="1219"/>
                </a:lnTo>
                <a:lnTo>
                  <a:pt x="589" y="1224"/>
                </a:lnTo>
                <a:lnTo>
                  <a:pt x="580" y="1228"/>
                </a:lnTo>
                <a:lnTo>
                  <a:pt x="572" y="1234"/>
                </a:lnTo>
                <a:lnTo>
                  <a:pt x="564" y="1239"/>
                </a:lnTo>
                <a:lnTo>
                  <a:pt x="556" y="1245"/>
                </a:lnTo>
                <a:lnTo>
                  <a:pt x="549" y="1252"/>
                </a:lnTo>
                <a:lnTo>
                  <a:pt x="541" y="1259"/>
                </a:lnTo>
                <a:lnTo>
                  <a:pt x="321" y="1479"/>
                </a:lnTo>
                <a:lnTo>
                  <a:pt x="313" y="1486"/>
                </a:lnTo>
                <a:lnTo>
                  <a:pt x="304" y="1491"/>
                </a:lnTo>
                <a:lnTo>
                  <a:pt x="295" y="1495"/>
                </a:lnTo>
                <a:lnTo>
                  <a:pt x="285" y="1498"/>
                </a:lnTo>
                <a:lnTo>
                  <a:pt x="274" y="1500"/>
                </a:lnTo>
                <a:lnTo>
                  <a:pt x="264" y="1499"/>
                </a:lnTo>
                <a:lnTo>
                  <a:pt x="254" y="1497"/>
                </a:lnTo>
                <a:lnTo>
                  <a:pt x="244" y="1494"/>
                </a:lnTo>
                <a:lnTo>
                  <a:pt x="235" y="1489"/>
                </a:lnTo>
                <a:lnTo>
                  <a:pt x="226" y="1483"/>
                </a:lnTo>
                <a:lnTo>
                  <a:pt x="218" y="1476"/>
                </a:lnTo>
                <a:lnTo>
                  <a:pt x="212" y="1468"/>
                </a:lnTo>
                <a:lnTo>
                  <a:pt x="207" y="1459"/>
                </a:lnTo>
                <a:lnTo>
                  <a:pt x="203" y="1449"/>
                </a:lnTo>
                <a:lnTo>
                  <a:pt x="201" y="1439"/>
                </a:lnTo>
                <a:lnTo>
                  <a:pt x="200" y="1429"/>
                </a:lnTo>
                <a:lnTo>
                  <a:pt x="200" y="400"/>
                </a:lnTo>
                <a:lnTo>
                  <a:pt x="201" y="380"/>
                </a:lnTo>
                <a:lnTo>
                  <a:pt x="204" y="361"/>
                </a:lnTo>
                <a:lnTo>
                  <a:pt x="209" y="342"/>
                </a:lnTo>
                <a:lnTo>
                  <a:pt x="215" y="323"/>
                </a:lnTo>
                <a:lnTo>
                  <a:pt x="224" y="306"/>
                </a:lnTo>
                <a:lnTo>
                  <a:pt x="234" y="289"/>
                </a:lnTo>
                <a:lnTo>
                  <a:pt x="245" y="273"/>
                </a:lnTo>
                <a:lnTo>
                  <a:pt x="259" y="259"/>
                </a:lnTo>
                <a:lnTo>
                  <a:pt x="273" y="245"/>
                </a:lnTo>
                <a:lnTo>
                  <a:pt x="289" y="234"/>
                </a:lnTo>
                <a:lnTo>
                  <a:pt x="306" y="224"/>
                </a:lnTo>
                <a:lnTo>
                  <a:pt x="323" y="215"/>
                </a:lnTo>
                <a:lnTo>
                  <a:pt x="342" y="209"/>
                </a:lnTo>
                <a:lnTo>
                  <a:pt x="361" y="204"/>
                </a:lnTo>
                <a:lnTo>
                  <a:pt x="380" y="201"/>
                </a:lnTo>
                <a:lnTo>
                  <a:pt x="400" y="200"/>
                </a:lnTo>
                <a:lnTo>
                  <a:pt x="1400" y="200"/>
                </a:lnTo>
                <a:lnTo>
                  <a:pt x="1420" y="201"/>
                </a:lnTo>
                <a:lnTo>
                  <a:pt x="1439" y="204"/>
                </a:lnTo>
                <a:lnTo>
                  <a:pt x="1458" y="209"/>
                </a:lnTo>
                <a:lnTo>
                  <a:pt x="1477" y="215"/>
                </a:lnTo>
                <a:lnTo>
                  <a:pt x="1494" y="224"/>
                </a:lnTo>
                <a:lnTo>
                  <a:pt x="1511" y="234"/>
                </a:lnTo>
                <a:lnTo>
                  <a:pt x="1527" y="245"/>
                </a:lnTo>
                <a:lnTo>
                  <a:pt x="1541" y="259"/>
                </a:lnTo>
                <a:lnTo>
                  <a:pt x="1555" y="273"/>
                </a:lnTo>
                <a:lnTo>
                  <a:pt x="1566" y="289"/>
                </a:lnTo>
                <a:lnTo>
                  <a:pt x="1576" y="306"/>
                </a:lnTo>
                <a:lnTo>
                  <a:pt x="1585" y="323"/>
                </a:lnTo>
                <a:lnTo>
                  <a:pt x="1591" y="342"/>
                </a:lnTo>
                <a:lnTo>
                  <a:pt x="1596" y="361"/>
                </a:lnTo>
                <a:lnTo>
                  <a:pt x="1599" y="380"/>
                </a:lnTo>
                <a:lnTo>
                  <a:pt x="1600" y="400"/>
                </a:lnTo>
                <a:lnTo>
                  <a:pt x="1600" y="1000"/>
                </a:lnTo>
                <a:moveTo>
                  <a:pt x="2000" y="900"/>
                </a:moveTo>
                <a:lnTo>
                  <a:pt x="2020" y="901"/>
                </a:lnTo>
                <a:lnTo>
                  <a:pt x="2039" y="904"/>
                </a:lnTo>
                <a:lnTo>
                  <a:pt x="2058" y="909"/>
                </a:lnTo>
                <a:lnTo>
                  <a:pt x="2077" y="915"/>
                </a:lnTo>
                <a:lnTo>
                  <a:pt x="2094" y="924"/>
                </a:lnTo>
                <a:lnTo>
                  <a:pt x="2111" y="934"/>
                </a:lnTo>
                <a:lnTo>
                  <a:pt x="2127" y="945"/>
                </a:lnTo>
                <a:lnTo>
                  <a:pt x="2141" y="959"/>
                </a:lnTo>
                <a:lnTo>
                  <a:pt x="2155" y="973"/>
                </a:lnTo>
                <a:lnTo>
                  <a:pt x="2166" y="989"/>
                </a:lnTo>
                <a:lnTo>
                  <a:pt x="2176" y="1006"/>
                </a:lnTo>
                <a:lnTo>
                  <a:pt x="2185" y="1023"/>
                </a:lnTo>
                <a:lnTo>
                  <a:pt x="2191" y="1042"/>
                </a:lnTo>
                <a:lnTo>
                  <a:pt x="2196" y="1061"/>
                </a:lnTo>
                <a:lnTo>
                  <a:pt x="2199" y="1080"/>
                </a:lnTo>
                <a:lnTo>
                  <a:pt x="2200" y="1100"/>
                </a:lnTo>
                <a:lnTo>
                  <a:pt x="2200" y="2129"/>
                </a:lnTo>
                <a:lnTo>
                  <a:pt x="2199" y="2139"/>
                </a:lnTo>
                <a:lnTo>
                  <a:pt x="2197" y="2149"/>
                </a:lnTo>
                <a:lnTo>
                  <a:pt x="2193" y="2159"/>
                </a:lnTo>
                <a:lnTo>
                  <a:pt x="2188" y="2168"/>
                </a:lnTo>
                <a:lnTo>
                  <a:pt x="2182" y="2176"/>
                </a:lnTo>
                <a:lnTo>
                  <a:pt x="2174" y="2183"/>
                </a:lnTo>
                <a:lnTo>
                  <a:pt x="2165" y="2189"/>
                </a:lnTo>
                <a:lnTo>
                  <a:pt x="2156" y="2194"/>
                </a:lnTo>
                <a:lnTo>
                  <a:pt x="2146" y="2197"/>
                </a:lnTo>
                <a:lnTo>
                  <a:pt x="2136" y="2199"/>
                </a:lnTo>
                <a:lnTo>
                  <a:pt x="2126" y="2200"/>
                </a:lnTo>
                <a:lnTo>
                  <a:pt x="2115" y="2198"/>
                </a:lnTo>
                <a:lnTo>
                  <a:pt x="2105" y="2195"/>
                </a:lnTo>
                <a:lnTo>
                  <a:pt x="2096" y="2191"/>
                </a:lnTo>
                <a:lnTo>
                  <a:pt x="2087" y="2186"/>
                </a:lnTo>
                <a:lnTo>
                  <a:pt x="2079" y="2179"/>
                </a:lnTo>
                <a:lnTo>
                  <a:pt x="1859" y="1959"/>
                </a:lnTo>
                <a:lnTo>
                  <a:pt x="1851" y="1952"/>
                </a:lnTo>
                <a:lnTo>
                  <a:pt x="1844" y="1945"/>
                </a:lnTo>
                <a:lnTo>
                  <a:pt x="1836" y="1939"/>
                </a:lnTo>
                <a:lnTo>
                  <a:pt x="1828" y="1934"/>
                </a:lnTo>
                <a:lnTo>
                  <a:pt x="1820" y="1928"/>
                </a:lnTo>
                <a:lnTo>
                  <a:pt x="1811" y="1924"/>
                </a:lnTo>
                <a:lnTo>
                  <a:pt x="1803" y="1919"/>
                </a:lnTo>
                <a:lnTo>
                  <a:pt x="1794" y="1915"/>
                </a:lnTo>
                <a:lnTo>
                  <a:pt x="1785" y="1912"/>
                </a:lnTo>
                <a:lnTo>
                  <a:pt x="1775" y="1909"/>
                </a:lnTo>
                <a:lnTo>
                  <a:pt x="1766" y="1906"/>
                </a:lnTo>
                <a:lnTo>
                  <a:pt x="1756" y="1904"/>
                </a:lnTo>
                <a:lnTo>
                  <a:pt x="1747" y="1902"/>
                </a:lnTo>
                <a:lnTo>
                  <a:pt x="1737" y="1901"/>
                </a:lnTo>
                <a:lnTo>
                  <a:pt x="1727" y="1900"/>
                </a:lnTo>
                <a:lnTo>
                  <a:pt x="1717" y="1900"/>
                </a:lnTo>
                <a:lnTo>
                  <a:pt x="1000" y="1900"/>
                </a:lnTo>
                <a:lnTo>
                  <a:pt x="980" y="1899"/>
                </a:lnTo>
                <a:lnTo>
                  <a:pt x="961" y="1896"/>
                </a:lnTo>
                <a:lnTo>
                  <a:pt x="942" y="1891"/>
                </a:lnTo>
                <a:lnTo>
                  <a:pt x="923" y="1885"/>
                </a:lnTo>
                <a:lnTo>
                  <a:pt x="906" y="1876"/>
                </a:lnTo>
                <a:lnTo>
                  <a:pt x="889" y="1866"/>
                </a:lnTo>
                <a:lnTo>
                  <a:pt x="873" y="1855"/>
                </a:lnTo>
                <a:lnTo>
                  <a:pt x="859" y="1841"/>
                </a:lnTo>
                <a:lnTo>
                  <a:pt x="845" y="1827"/>
                </a:lnTo>
                <a:lnTo>
                  <a:pt x="834" y="1811"/>
                </a:lnTo>
                <a:lnTo>
                  <a:pt x="824" y="1794"/>
                </a:lnTo>
                <a:lnTo>
                  <a:pt x="815" y="1777"/>
                </a:lnTo>
                <a:lnTo>
                  <a:pt x="809" y="1758"/>
                </a:lnTo>
                <a:lnTo>
                  <a:pt x="804" y="1739"/>
                </a:lnTo>
                <a:lnTo>
                  <a:pt x="801" y="1720"/>
                </a:lnTo>
                <a:lnTo>
                  <a:pt x="800" y="1700"/>
                </a:lnTo>
                <a:lnTo>
                  <a:pt x="800" y="16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38" name="Google Shape;1238;p56"/>
          <p:cNvSpPr txBox="1"/>
          <p:nvPr/>
        </p:nvSpPr>
        <p:spPr>
          <a:xfrm>
            <a:off x="1502235" y="2167128"/>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messages-square</a:t>
            </a:r>
            <a:endParaRPr sz="1100"/>
          </a:p>
        </p:txBody>
      </p:sp>
      <p:sp>
        <p:nvSpPr>
          <p:cNvPr id="1239" name="Google Shape;1239;p56"/>
          <p:cNvSpPr/>
          <p:nvPr/>
        </p:nvSpPr>
        <p:spPr>
          <a:xfrm>
            <a:off x="3155497" y="1755648"/>
            <a:ext cx="377202" cy="377190"/>
          </a:xfrm>
          <a:custGeom>
            <a:rect b="b" l="l" r="r" t="t"/>
            <a:pathLst>
              <a:path extrusionOk="0" fill="none" h="2400" w="2400">
                <a:moveTo>
                  <a:pt x="299" y="1634"/>
                </a:moveTo>
                <a:lnTo>
                  <a:pt x="302" y="1641"/>
                </a:lnTo>
                <a:lnTo>
                  <a:pt x="304" y="1648"/>
                </a:lnTo>
                <a:lnTo>
                  <a:pt x="306" y="1655"/>
                </a:lnTo>
                <a:lnTo>
                  <a:pt x="308" y="1663"/>
                </a:lnTo>
                <a:lnTo>
                  <a:pt x="310" y="1670"/>
                </a:lnTo>
                <a:lnTo>
                  <a:pt x="311" y="1677"/>
                </a:lnTo>
                <a:lnTo>
                  <a:pt x="312" y="1684"/>
                </a:lnTo>
                <a:lnTo>
                  <a:pt x="313" y="1692"/>
                </a:lnTo>
                <a:lnTo>
                  <a:pt x="313" y="1699"/>
                </a:lnTo>
                <a:lnTo>
                  <a:pt x="313" y="1707"/>
                </a:lnTo>
                <a:lnTo>
                  <a:pt x="313" y="1714"/>
                </a:lnTo>
                <a:lnTo>
                  <a:pt x="313" y="1722"/>
                </a:lnTo>
                <a:lnTo>
                  <a:pt x="312" y="1729"/>
                </a:lnTo>
                <a:lnTo>
                  <a:pt x="311" y="1736"/>
                </a:lnTo>
                <a:lnTo>
                  <a:pt x="310" y="1744"/>
                </a:lnTo>
                <a:lnTo>
                  <a:pt x="309" y="1751"/>
                </a:lnTo>
                <a:lnTo>
                  <a:pt x="202" y="2080"/>
                </a:lnTo>
                <a:lnTo>
                  <a:pt x="200" y="2092"/>
                </a:lnTo>
                <a:lnTo>
                  <a:pt x="200" y="2105"/>
                </a:lnTo>
                <a:lnTo>
                  <a:pt x="202" y="2118"/>
                </a:lnTo>
                <a:lnTo>
                  <a:pt x="205" y="2130"/>
                </a:lnTo>
                <a:lnTo>
                  <a:pt x="209" y="2142"/>
                </a:lnTo>
                <a:lnTo>
                  <a:pt x="215" y="2153"/>
                </a:lnTo>
                <a:lnTo>
                  <a:pt x="223" y="2163"/>
                </a:lnTo>
                <a:lnTo>
                  <a:pt x="231" y="2173"/>
                </a:lnTo>
                <a:lnTo>
                  <a:pt x="241" y="2181"/>
                </a:lnTo>
                <a:lnTo>
                  <a:pt x="252" y="2188"/>
                </a:lnTo>
                <a:lnTo>
                  <a:pt x="263" y="2193"/>
                </a:lnTo>
                <a:lnTo>
                  <a:pt x="275" y="2197"/>
                </a:lnTo>
                <a:lnTo>
                  <a:pt x="288" y="2199"/>
                </a:lnTo>
                <a:lnTo>
                  <a:pt x="301" y="2200"/>
                </a:lnTo>
                <a:lnTo>
                  <a:pt x="313" y="2199"/>
                </a:lnTo>
                <a:lnTo>
                  <a:pt x="326" y="2197"/>
                </a:lnTo>
                <a:lnTo>
                  <a:pt x="667" y="2097"/>
                </a:lnTo>
                <a:lnTo>
                  <a:pt x="674" y="2096"/>
                </a:lnTo>
                <a:lnTo>
                  <a:pt x="681" y="2095"/>
                </a:lnTo>
                <a:lnTo>
                  <a:pt x="688" y="2094"/>
                </a:lnTo>
                <a:lnTo>
                  <a:pt x="695" y="2093"/>
                </a:lnTo>
                <a:lnTo>
                  <a:pt x="702" y="2093"/>
                </a:lnTo>
                <a:lnTo>
                  <a:pt x="709" y="2093"/>
                </a:lnTo>
                <a:lnTo>
                  <a:pt x="716" y="2093"/>
                </a:lnTo>
                <a:lnTo>
                  <a:pt x="723" y="2094"/>
                </a:lnTo>
                <a:lnTo>
                  <a:pt x="730" y="2094"/>
                </a:lnTo>
                <a:lnTo>
                  <a:pt x="736" y="2095"/>
                </a:lnTo>
                <a:lnTo>
                  <a:pt x="743" y="2097"/>
                </a:lnTo>
                <a:lnTo>
                  <a:pt x="750" y="2098"/>
                </a:lnTo>
                <a:lnTo>
                  <a:pt x="757" y="2100"/>
                </a:lnTo>
                <a:lnTo>
                  <a:pt x="764" y="2102"/>
                </a:lnTo>
                <a:lnTo>
                  <a:pt x="770" y="2104"/>
                </a:lnTo>
                <a:lnTo>
                  <a:pt x="777" y="2106"/>
                </a:lnTo>
                <a:lnTo>
                  <a:pt x="1113" y="2196"/>
                </a:lnTo>
                <a:lnTo>
                  <a:pt x="1460" y="2166"/>
                </a:lnTo>
                <a:lnTo>
                  <a:pt x="1775" y="2018"/>
                </a:lnTo>
                <a:lnTo>
                  <a:pt x="2021" y="1771"/>
                </a:lnTo>
                <a:lnTo>
                  <a:pt x="2167" y="1455"/>
                </a:lnTo>
                <a:lnTo>
                  <a:pt x="2196" y="1108"/>
                </a:lnTo>
                <a:lnTo>
                  <a:pt x="2104" y="773"/>
                </a:lnTo>
                <a:lnTo>
                  <a:pt x="1903" y="489"/>
                </a:lnTo>
                <a:lnTo>
                  <a:pt x="1616" y="291"/>
                </a:lnTo>
                <a:lnTo>
                  <a:pt x="1279" y="203"/>
                </a:lnTo>
                <a:lnTo>
                  <a:pt x="933" y="236"/>
                </a:lnTo>
                <a:lnTo>
                  <a:pt x="619" y="386"/>
                </a:lnTo>
                <a:lnTo>
                  <a:pt x="375" y="635"/>
                </a:lnTo>
                <a:lnTo>
                  <a:pt x="231" y="952"/>
                </a:lnTo>
                <a:lnTo>
                  <a:pt x="205" y="1299"/>
                </a:lnTo>
                <a:lnTo>
                  <a:pt x="299" y="1634"/>
                </a:lnTo>
                <a:moveTo>
                  <a:pt x="800" y="1200"/>
                </a:moveTo>
                <a:lnTo>
                  <a:pt x="801" y="1200"/>
                </a:lnTo>
                <a:moveTo>
                  <a:pt x="1200" y="1200"/>
                </a:moveTo>
                <a:lnTo>
                  <a:pt x="1201" y="1200"/>
                </a:lnTo>
                <a:moveTo>
                  <a:pt x="1600" y="1200"/>
                </a:moveTo>
                <a:lnTo>
                  <a:pt x="1601" y="12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40" name="Google Shape;1240;p56"/>
          <p:cNvSpPr txBox="1"/>
          <p:nvPr/>
        </p:nvSpPr>
        <p:spPr>
          <a:xfrm>
            <a:off x="2730143" y="2167128"/>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message-circle-more</a:t>
            </a:r>
            <a:endParaRPr sz="1100"/>
          </a:p>
        </p:txBody>
      </p:sp>
      <p:sp>
        <p:nvSpPr>
          <p:cNvPr id="1241" name="Google Shape;1241;p56"/>
          <p:cNvSpPr/>
          <p:nvPr/>
        </p:nvSpPr>
        <p:spPr>
          <a:xfrm>
            <a:off x="4383405" y="1755648"/>
            <a:ext cx="377202" cy="377190"/>
          </a:xfrm>
          <a:custGeom>
            <a:rect b="b" l="l" r="r" t="t"/>
            <a:pathLst>
              <a:path extrusionOk="0" fill="none" h="2400" w="2400">
                <a:moveTo>
                  <a:pt x="1100" y="600"/>
                </a:moveTo>
                <a:lnTo>
                  <a:pt x="1156" y="600"/>
                </a:lnTo>
                <a:lnTo>
                  <a:pt x="1213" y="598"/>
                </a:lnTo>
                <a:lnTo>
                  <a:pt x="1269" y="593"/>
                </a:lnTo>
                <a:lnTo>
                  <a:pt x="1325" y="586"/>
                </a:lnTo>
                <a:lnTo>
                  <a:pt x="1381" y="577"/>
                </a:lnTo>
                <a:lnTo>
                  <a:pt x="1436" y="565"/>
                </a:lnTo>
                <a:lnTo>
                  <a:pt x="1491" y="550"/>
                </a:lnTo>
                <a:lnTo>
                  <a:pt x="1545" y="534"/>
                </a:lnTo>
                <a:lnTo>
                  <a:pt x="1598" y="515"/>
                </a:lnTo>
                <a:lnTo>
                  <a:pt x="1650" y="493"/>
                </a:lnTo>
                <a:lnTo>
                  <a:pt x="1701" y="470"/>
                </a:lnTo>
                <a:lnTo>
                  <a:pt x="1752" y="444"/>
                </a:lnTo>
                <a:lnTo>
                  <a:pt x="1801" y="416"/>
                </a:lnTo>
                <a:lnTo>
                  <a:pt x="1848" y="386"/>
                </a:lnTo>
                <a:lnTo>
                  <a:pt x="1895" y="354"/>
                </a:lnTo>
                <a:lnTo>
                  <a:pt x="1940" y="320"/>
                </a:lnTo>
                <a:lnTo>
                  <a:pt x="1952" y="312"/>
                </a:lnTo>
                <a:lnTo>
                  <a:pt x="1964" y="307"/>
                </a:lnTo>
                <a:lnTo>
                  <a:pt x="1977" y="303"/>
                </a:lnTo>
                <a:lnTo>
                  <a:pt x="1991" y="300"/>
                </a:lnTo>
                <a:lnTo>
                  <a:pt x="2005" y="300"/>
                </a:lnTo>
                <a:lnTo>
                  <a:pt x="2019" y="302"/>
                </a:lnTo>
                <a:lnTo>
                  <a:pt x="2032" y="305"/>
                </a:lnTo>
                <a:lnTo>
                  <a:pt x="2045" y="311"/>
                </a:lnTo>
                <a:lnTo>
                  <a:pt x="2057" y="318"/>
                </a:lnTo>
                <a:lnTo>
                  <a:pt x="2067" y="326"/>
                </a:lnTo>
                <a:lnTo>
                  <a:pt x="2077" y="336"/>
                </a:lnTo>
                <a:lnTo>
                  <a:pt x="2085" y="347"/>
                </a:lnTo>
                <a:lnTo>
                  <a:pt x="2092" y="360"/>
                </a:lnTo>
                <a:lnTo>
                  <a:pt x="2096" y="373"/>
                </a:lnTo>
                <a:lnTo>
                  <a:pt x="2099" y="386"/>
                </a:lnTo>
                <a:lnTo>
                  <a:pt x="2100" y="400"/>
                </a:lnTo>
                <a:lnTo>
                  <a:pt x="2100" y="1600"/>
                </a:lnTo>
                <a:lnTo>
                  <a:pt x="2099" y="1614"/>
                </a:lnTo>
                <a:lnTo>
                  <a:pt x="2096" y="1627"/>
                </a:lnTo>
                <a:lnTo>
                  <a:pt x="2092" y="1640"/>
                </a:lnTo>
                <a:lnTo>
                  <a:pt x="2085" y="1653"/>
                </a:lnTo>
                <a:lnTo>
                  <a:pt x="2077" y="1664"/>
                </a:lnTo>
                <a:lnTo>
                  <a:pt x="2067" y="1674"/>
                </a:lnTo>
                <a:lnTo>
                  <a:pt x="2057" y="1682"/>
                </a:lnTo>
                <a:lnTo>
                  <a:pt x="2045" y="1689"/>
                </a:lnTo>
                <a:lnTo>
                  <a:pt x="2032" y="1695"/>
                </a:lnTo>
                <a:lnTo>
                  <a:pt x="2019" y="1698"/>
                </a:lnTo>
                <a:lnTo>
                  <a:pt x="2005" y="1700"/>
                </a:lnTo>
                <a:lnTo>
                  <a:pt x="1991" y="1700"/>
                </a:lnTo>
                <a:lnTo>
                  <a:pt x="1977" y="1697"/>
                </a:lnTo>
                <a:lnTo>
                  <a:pt x="1964" y="1693"/>
                </a:lnTo>
                <a:lnTo>
                  <a:pt x="1952" y="1688"/>
                </a:lnTo>
                <a:lnTo>
                  <a:pt x="1940" y="1680"/>
                </a:lnTo>
                <a:lnTo>
                  <a:pt x="1895" y="1646"/>
                </a:lnTo>
                <a:lnTo>
                  <a:pt x="1848" y="1614"/>
                </a:lnTo>
                <a:lnTo>
                  <a:pt x="1801" y="1584"/>
                </a:lnTo>
                <a:lnTo>
                  <a:pt x="1752" y="1556"/>
                </a:lnTo>
                <a:lnTo>
                  <a:pt x="1701" y="1530"/>
                </a:lnTo>
                <a:lnTo>
                  <a:pt x="1650" y="1507"/>
                </a:lnTo>
                <a:lnTo>
                  <a:pt x="1598" y="1485"/>
                </a:lnTo>
                <a:lnTo>
                  <a:pt x="1545" y="1466"/>
                </a:lnTo>
                <a:lnTo>
                  <a:pt x="1491" y="1450"/>
                </a:lnTo>
                <a:lnTo>
                  <a:pt x="1436" y="1435"/>
                </a:lnTo>
                <a:lnTo>
                  <a:pt x="1381" y="1423"/>
                </a:lnTo>
                <a:lnTo>
                  <a:pt x="1325" y="1414"/>
                </a:lnTo>
                <a:lnTo>
                  <a:pt x="1269" y="1407"/>
                </a:lnTo>
                <a:lnTo>
                  <a:pt x="1213" y="1402"/>
                </a:lnTo>
                <a:lnTo>
                  <a:pt x="1156" y="1400"/>
                </a:lnTo>
                <a:lnTo>
                  <a:pt x="1100" y="1400"/>
                </a:lnTo>
                <a:lnTo>
                  <a:pt x="500" y="1400"/>
                </a:lnTo>
                <a:lnTo>
                  <a:pt x="480" y="1399"/>
                </a:lnTo>
                <a:lnTo>
                  <a:pt x="461" y="1396"/>
                </a:lnTo>
                <a:lnTo>
                  <a:pt x="442" y="1391"/>
                </a:lnTo>
                <a:lnTo>
                  <a:pt x="423" y="1385"/>
                </a:lnTo>
                <a:lnTo>
                  <a:pt x="406" y="1376"/>
                </a:lnTo>
                <a:lnTo>
                  <a:pt x="389" y="1366"/>
                </a:lnTo>
                <a:lnTo>
                  <a:pt x="373" y="1355"/>
                </a:lnTo>
                <a:lnTo>
                  <a:pt x="359" y="1341"/>
                </a:lnTo>
                <a:lnTo>
                  <a:pt x="345" y="1327"/>
                </a:lnTo>
                <a:lnTo>
                  <a:pt x="334" y="1311"/>
                </a:lnTo>
                <a:lnTo>
                  <a:pt x="324" y="1294"/>
                </a:lnTo>
                <a:lnTo>
                  <a:pt x="315" y="1277"/>
                </a:lnTo>
                <a:lnTo>
                  <a:pt x="309" y="1258"/>
                </a:lnTo>
                <a:lnTo>
                  <a:pt x="304" y="1239"/>
                </a:lnTo>
                <a:lnTo>
                  <a:pt x="301" y="1220"/>
                </a:lnTo>
                <a:lnTo>
                  <a:pt x="300" y="1200"/>
                </a:lnTo>
                <a:lnTo>
                  <a:pt x="300" y="800"/>
                </a:lnTo>
                <a:lnTo>
                  <a:pt x="301" y="780"/>
                </a:lnTo>
                <a:lnTo>
                  <a:pt x="304" y="761"/>
                </a:lnTo>
                <a:lnTo>
                  <a:pt x="309" y="742"/>
                </a:lnTo>
                <a:lnTo>
                  <a:pt x="315" y="723"/>
                </a:lnTo>
                <a:lnTo>
                  <a:pt x="324" y="706"/>
                </a:lnTo>
                <a:lnTo>
                  <a:pt x="334" y="689"/>
                </a:lnTo>
                <a:lnTo>
                  <a:pt x="345" y="673"/>
                </a:lnTo>
                <a:lnTo>
                  <a:pt x="359" y="659"/>
                </a:lnTo>
                <a:lnTo>
                  <a:pt x="373" y="645"/>
                </a:lnTo>
                <a:lnTo>
                  <a:pt x="389" y="634"/>
                </a:lnTo>
                <a:lnTo>
                  <a:pt x="406" y="624"/>
                </a:lnTo>
                <a:lnTo>
                  <a:pt x="423" y="615"/>
                </a:lnTo>
                <a:lnTo>
                  <a:pt x="442" y="609"/>
                </a:lnTo>
                <a:lnTo>
                  <a:pt x="461" y="604"/>
                </a:lnTo>
                <a:lnTo>
                  <a:pt x="480" y="601"/>
                </a:lnTo>
                <a:lnTo>
                  <a:pt x="500" y="600"/>
                </a:lnTo>
                <a:lnTo>
                  <a:pt x="1100" y="600"/>
                </a:lnTo>
                <a:moveTo>
                  <a:pt x="600" y="1400"/>
                </a:moveTo>
                <a:lnTo>
                  <a:pt x="601" y="1448"/>
                </a:lnTo>
                <a:lnTo>
                  <a:pt x="604" y="1496"/>
                </a:lnTo>
                <a:lnTo>
                  <a:pt x="609" y="1544"/>
                </a:lnTo>
                <a:lnTo>
                  <a:pt x="615" y="1592"/>
                </a:lnTo>
                <a:lnTo>
                  <a:pt x="624" y="1640"/>
                </a:lnTo>
                <a:lnTo>
                  <a:pt x="635" y="1687"/>
                </a:lnTo>
                <a:lnTo>
                  <a:pt x="647" y="1733"/>
                </a:lnTo>
                <a:lnTo>
                  <a:pt x="662" y="1779"/>
                </a:lnTo>
                <a:lnTo>
                  <a:pt x="678" y="1825"/>
                </a:lnTo>
                <a:lnTo>
                  <a:pt x="696" y="1870"/>
                </a:lnTo>
                <a:lnTo>
                  <a:pt x="716" y="1914"/>
                </a:lnTo>
                <a:lnTo>
                  <a:pt x="737" y="1957"/>
                </a:lnTo>
                <a:lnTo>
                  <a:pt x="760" y="1999"/>
                </a:lnTo>
                <a:lnTo>
                  <a:pt x="785" y="2041"/>
                </a:lnTo>
                <a:lnTo>
                  <a:pt x="812" y="2081"/>
                </a:lnTo>
                <a:lnTo>
                  <a:pt x="840" y="2120"/>
                </a:lnTo>
                <a:lnTo>
                  <a:pt x="866" y="2149"/>
                </a:lnTo>
                <a:lnTo>
                  <a:pt x="898" y="2172"/>
                </a:lnTo>
                <a:lnTo>
                  <a:pt x="934" y="2189"/>
                </a:lnTo>
                <a:lnTo>
                  <a:pt x="972" y="2198"/>
                </a:lnTo>
                <a:lnTo>
                  <a:pt x="1011" y="2200"/>
                </a:lnTo>
                <a:lnTo>
                  <a:pt x="1050" y="2194"/>
                </a:lnTo>
                <a:lnTo>
                  <a:pt x="1086" y="2180"/>
                </a:lnTo>
                <a:lnTo>
                  <a:pt x="1120" y="2160"/>
                </a:lnTo>
                <a:lnTo>
                  <a:pt x="1149" y="2134"/>
                </a:lnTo>
                <a:lnTo>
                  <a:pt x="1172" y="2102"/>
                </a:lnTo>
                <a:lnTo>
                  <a:pt x="1189" y="2066"/>
                </a:lnTo>
                <a:lnTo>
                  <a:pt x="1198" y="2028"/>
                </a:lnTo>
                <a:lnTo>
                  <a:pt x="1200" y="1989"/>
                </a:lnTo>
                <a:lnTo>
                  <a:pt x="1194" y="1950"/>
                </a:lnTo>
                <a:lnTo>
                  <a:pt x="1180" y="1914"/>
                </a:lnTo>
                <a:lnTo>
                  <a:pt x="1160" y="1880"/>
                </a:lnTo>
                <a:lnTo>
                  <a:pt x="1141" y="1854"/>
                </a:lnTo>
                <a:lnTo>
                  <a:pt x="1124" y="1827"/>
                </a:lnTo>
                <a:lnTo>
                  <a:pt x="1107" y="1799"/>
                </a:lnTo>
                <a:lnTo>
                  <a:pt x="1091" y="1771"/>
                </a:lnTo>
                <a:lnTo>
                  <a:pt x="1077" y="1742"/>
                </a:lnTo>
                <a:lnTo>
                  <a:pt x="1064" y="1713"/>
                </a:lnTo>
                <a:lnTo>
                  <a:pt x="1052" y="1683"/>
                </a:lnTo>
                <a:lnTo>
                  <a:pt x="1041" y="1653"/>
                </a:lnTo>
                <a:lnTo>
                  <a:pt x="1031" y="1622"/>
                </a:lnTo>
                <a:lnTo>
                  <a:pt x="1023" y="1591"/>
                </a:lnTo>
                <a:lnTo>
                  <a:pt x="1016" y="1560"/>
                </a:lnTo>
                <a:lnTo>
                  <a:pt x="1010" y="1528"/>
                </a:lnTo>
                <a:lnTo>
                  <a:pt x="1006" y="1496"/>
                </a:lnTo>
                <a:lnTo>
                  <a:pt x="1003" y="1464"/>
                </a:lnTo>
                <a:lnTo>
                  <a:pt x="1001" y="1432"/>
                </a:lnTo>
                <a:lnTo>
                  <a:pt x="1000" y="1400"/>
                </a:lnTo>
                <a:moveTo>
                  <a:pt x="800" y="600"/>
                </a:moveTo>
                <a:lnTo>
                  <a:pt x="800" y="14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42" name="Google Shape;1242;p56"/>
          <p:cNvSpPr txBox="1"/>
          <p:nvPr/>
        </p:nvSpPr>
        <p:spPr>
          <a:xfrm>
            <a:off x="3958051" y="2167128"/>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megaphone</a:t>
            </a:r>
            <a:endParaRPr sz="1100"/>
          </a:p>
        </p:txBody>
      </p:sp>
      <p:sp>
        <p:nvSpPr>
          <p:cNvPr id="1243" name="Google Shape;1243;p56"/>
          <p:cNvSpPr/>
          <p:nvPr/>
        </p:nvSpPr>
        <p:spPr>
          <a:xfrm>
            <a:off x="5611313" y="1755648"/>
            <a:ext cx="377202" cy="377190"/>
          </a:xfrm>
          <a:custGeom>
            <a:rect b="b" l="l" r="r" t="t"/>
            <a:pathLst>
              <a:path extrusionOk="0" fill="none" h="2400" w="2400">
                <a:moveTo>
                  <a:pt x="1027" y="2100"/>
                </a:moveTo>
                <a:lnTo>
                  <a:pt x="1041" y="2122"/>
                </a:lnTo>
                <a:lnTo>
                  <a:pt x="1059" y="2141"/>
                </a:lnTo>
                <a:lnTo>
                  <a:pt x="1078" y="2159"/>
                </a:lnTo>
                <a:lnTo>
                  <a:pt x="1100" y="2173"/>
                </a:lnTo>
                <a:lnTo>
                  <a:pt x="1123" y="2185"/>
                </a:lnTo>
                <a:lnTo>
                  <a:pt x="1148" y="2193"/>
                </a:lnTo>
                <a:lnTo>
                  <a:pt x="1174" y="2198"/>
                </a:lnTo>
                <a:lnTo>
                  <a:pt x="1200" y="2200"/>
                </a:lnTo>
                <a:lnTo>
                  <a:pt x="1226" y="2198"/>
                </a:lnTo>
                <a:lnTo>
                  <a:pt x="1252" y="2193"/>
                </a:lnTo>
                <a:lnTo>
                  <a:pt x="1277" y="2185"/>
                </a:lnTo>
                <a:lnTo>
                  <a:pt x="1300" y="2173"/>
                </a:lnTo>
                <a:lnTo>
                  <a:pt x="1322" y="2159"/>
                </a:lnTo>
                <a:lnTo>
                  <a:pt x="1341" y="2141"/>
                </a:lnTo>
                <a:lnTo>
                  <a:pt x="1359" y="2122"/>
                </a:lnTo>
                <a:lnTo>
                  <a:pt x="1373" y="2100"/>
                </a:lnTo>
                <a:moveTo>
                  <a:pt x="326" y="1533"/>
                </a:moveTo>
                <a:lnTo>
                  <a:pt x="317" y="1544"/>
                </a:lnTo>
                <a:lnTo>
                  <a:pt x="310" y="1556"/>
                </a:lnTo>
                <a:lnTo>
                  <a:pt x="305" y="1570"/>
                </a:lnTo>
                <a:lnTo>
                  <a:pt x="301" y="1584"/>
                </a:lnTo>
                <a:lnTo>
                  <a:pt x="300" y="1598"/>
                </a:lnTo>
                <a:lnTo>
                  <a:pt x="301" y="1613"/>
                </a:lnTo>
                <a:lnTo>
                  <a:pt x="304" y="1627"/>
                </a:lnTo>
                <a:lnTo>
                  <a:pt x="309" y="1640"/>
                </a:lnTo>
                <a:lnTo>
                  <a:pt x="315" y="1653"/>
                </a:lnTo>
                <a:lnTo>
                  <a:pt x="324" y="1665"/>
                </a:lnTo>
                <a:lnTo>
                  <a:pt x="334" y="1675"/>
                </a:lnTo>
                <a:lnTo>
                  <a:pt x="345" y="1684"/>
                </a:lnTo>
                <a:lnTo>
                  <a:pt x="358" y="1691"/>
                </a:lnTo>
                <a:lnTo>
                  <a:pt x="372" y="1696"/>
                </a:lnTo>
                <a:lnTo>
                  <a:pt x="386" y="1699"/>
                </a:lnTo>
                <a:lnTo>
                  <a:pt x="400" y="1700"/>
                </a:lnTo>
                <a:lnTo>
                  <a:pt x="2000" y="1700"/>
                </a:lnTo>
                <a:lnTo>
                  <a:pt x="2014" y="1699"/>
                </a:lnTo>
                <a:lnTo>
                  <a:pt x="2028" y="1696"/>
                </a:lnTo>
                <a:lnTo>
                  <a:pt x="2042" y="1691"/>
                </a:lnTo>
                <a:lnTo>
                  <a:pt x="2055" y="1684"/>
                </a:lnTo>
                <a:lnTo>
                  <a:pt x="2066" y="1675"/>
                </a:lnTo>
                <a:lnTo>
                  <a:pt x="2076" y="1665"/>
                </a:lnTo>
                <a:lnTo>
                  <a:pt x="2085" y="1653"/>
                </a:lnTo>
                <a:lnTo>
                  <a:pt x="2091" y="1640"/>
                </a:lnTo>
                <a:lnTo>
                  <a:pt x="2096" y="1627"/>
                </a:lnTo>
                <a:lnTo>
                  <a:pt x="2099" y="1613"/>
                </a:lnTo>
                <a:lnTo>
                  <a:pt x="2100" y="1598"/>
                </a:lnTo>
                <a:lnTo>
                  <a:pt x="2099" y="1584"/>
                </a:lnTo>
                <a:lnTo>
                  <a:pt x="2095" y="1570"/>
                </a:lnTo>
                <a:lnTo>
                  <a:pt x="2090" y="1557"/>
                </a:lnTo>
                <a:lnTo>
                  <a:pt x="2083" y="1544"/>
                </a:lnTo>
                <a:lnTo>
                  <a:pt x="2074" y="1533"/>
                </a:lnTo>
                <a:cubicBezTo>
                  <a:pt x="1941" y="1396"/>
                  <a:pt x="1800" y="1250"/>
                  <a:pt x="1800" y="800"/>
                </a:cubicBezTo>
                <a:lnTo>
                  <a:pt x="1788" y="683"/>
                </a:lnTo>
                <a:lnTo>
                  <a:pt x="1754" y="570"/>
                </a:lnTo>
                <a:lnTo>
                  <a:pt x="1699" y="467"/>
                </a:lnTo>
                <a:lnTo>
                  <a:pt x="1624" y="376"/>
                </a:lnTo>
                <a:lnTo>
                  <a:pt x="1533" y="301"/>
                </a:lnTo>
                <a:lnTo>
                  <a:pt x="1430" y="246"/>
                </a:lnTo>
                <a:lnTo>
                  <a:pt x="1317" y="212"/>
                </a:lnTo>
                <a:lnTo>
                  <a:pt x="1200" y="200"/>
                </a:lnTo>
                <a:lnTo>
                  <a:pt x="1083" y="212"/>
                </a:lnTo>
                <a:lnTo>
                  <a:pt x="970" y="246"/>
                </a:lnTo>
                <a:lnTo>
                  <a:pt x="867" y="301"/>
                </a:lnTo>
                <a:lnTo>
                  <a:pt x="776" y="376"/>
                </a:lnTo>
                <a:lnTo>
                  <a:pt x="701" y="467"/>
                </a:lnTo>
                <a:lnTo>
                  <a:pt x="646" y="570"/>
                </a:lnTo>
                <a:lnTo>
                  <a:pt x="612" y="683"/>
                </a:lnTo>
                <a:lnTo>
                  <a:pt x="600" y="800"/>
                </a:lnTo>
                <a:cubicBezTo>
                  <a:pt x="600" y="1250"/>
                  <a:pt x="459" y="1396"/>
                  <a:pt x="326" y="1533"/>
                </a:cubicBez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44" name="Google Shape;1244;p56"/>
          <p:cNvSpPr txBox="1"/>
          <p:nvPr/>
        </p:nvSpPr>
        <p:spPr>
          <a:xfrm>
            <a:off x="5185959" y="2167128"/>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bell</a:t>
            </a:r>
            <a:endParaRPr sz="1100"/>
          </a:p>
        </p:txBody>
      </p:sp>
      <p:sp>
        <p:nvSpPr>
          <p:cNvPr id="1245" name="Google Shape;1245;p56"/>
          <p:cNvSpPr/>
          <p:nvPr/>
        </p:nvSpPr>
        <p:spPr>
          <a:xfrm>
            <a:off x="6839221" y="1755648"/>
            <a:ext cx="377202" cy="377190"/>
          </a:xfrm>
          <a:custGeom>
            <a:rect b="b" l="l" r="r" t="t"/>
            <a:pathLst>
              <a:path extrusionOk="0" fill="none" h="2400" w="2400">
                <a:moveTo>
                  <a:pt x="1027" y="2100"/>
                </a:moveTo>
                <a:lnTo>
                  <a:pt x="1041" y="2122"/>
                </a:lnTo>
                <a:lnTo>
                  <a:pt x="1059" y="2141"/>
                </a:lnTo>
                <a:lnTo>
                  <a:pt x="1078" y="2159"/>
                </a:lnTo>
                <a:lnTo>
                  <a:pt x="1100" y="2173"/>
                </a:lnTo>
                <a:lnTo>
                  <a:pt x="1123" y="2185"/>
                </a:lnTo>
                <a:lnTo>
                  <a:pt x="1148" y="2193"/>
                </a:lnTo>
                <a:lnTo>
                  <a:pt x="1174" y="2198"/>
                </a:lnTo>
                <a:lnTo>
                  <a:pt x="1200" y="2200"/>
                </a:lnTo>
                <a:lnTo>
                  <a:pt x="1226" y="2198"/>
                </a:lnTo>
                <a:lnTo>
                  <a:pt x="1252" y="2193"/>
                </a:lnTo>
                <a:lnTo>
                  <a:pt x="1277" y="2185"/>
                </a:lnTo>
                <a:lnTo>
                  <a:pt x="1300" y="2173"/>
                </a:lnTo>
                <a:lnTo>
                  <a:pt x="1322" y="2159"/>
                </a:lnTo>
                <a:lnTo>
                  <a:pt x="1341" y="2141"/>
                </a:lnTo>
                <a:lnTo>
                  <a:pt x="1359" y="2122"/>
                </a:lnTo>
                <a:lnTo>
                  <a:pt x="1373" y="2100"/>
                </a:lnTo>
                <a:moveTo>
                  <a:pt x="2200" y="800"/>
                </a:moveTo>
                <a:cubicBezTo>
                  <a:pt x="2200" y="570"/>
                  <a:pt x="2120" y="370"/>
                  <a:pt x="2000" y="200"/>
                </a:cubicBezTo>
                <a:moveTo>
                  <a:pt x="326" y="1533"/>
                </a:moveTo>
                <a:lnTo>
                  <a:pt x="317" y="1544"/>
                </a:lnTo>
                <a:lnTo>
                  <a:pt x="310" y="1556"/>
                </a:lnTo>
                <a:lnTo>
                  <a:pt x="305" y="1570"/>
                </a:lnTo>
                <a:lnTo>
                  <a:pt x="301" y="1584"/>
                </a:lnTo>
                <a:lnTo>
                  <a:pt x="300" y="1598"/>
                </a:lnTo>
                <a:lnTo>
                  <a:pt x="301" y="1613"/>
                </a:lnTo>
                <a:lnTo>
                  <a:pt x="304" y="1627"/>
                </a:lnTo>
                <a:lnTo>
                  <a:pt x="309" y="1640"/>
                </a:lnTo>
                <a:lnTo>
                  <a:pt x="315" y="1653"/>
                </a:lnTo>
                <a:lnTo>
                  <a:pt x="324" y="1665"/>
                </a:lnTo>
                <a:lnTo>
                  <a:pt x="334" y="1675"/>
                </a:lnTo>
                <a:lnTo>
                  <a:pt x="345" y="1684"/>
                </a:lnTo>
                <a:lnTo>
                  <a:pt x="358" y="1691"/>
                </a:lnTo>
                <a:lnTo>
                  <a:pt x="372" y="1696"/>
                </a:lnTo>
                <a:lnTo>
                  <a:pt x="386" y="1699"/>
                </a:lnTo>
                <a:lnTo>
                  <a:pt x="400" y="1700"/>
                </a:lnTo>
                <a:lnTo>
                  <a:pt x="2000" y="1700"/>
                </a:lnTo>
                <a:lnTo>
                  <a:pt x="2014" y="1699"/>
                </a:lnTo>
                <a:lnTo>
                  <a:pt x="2028" y="1696"/>
                </a:lnTo>
                <a:lnTo>
                  <a:pt x="2042" y="1691"/>
                </a:lnTo>
                <a:lnTo>
                  <a:pt x="2055" y="1684"/>
                </a:lnTo>
                <a:lnTo>
                  <a:pt x="2066" y="1675"/>
                </a:lnTo>
                <a:lnTo>
                  <a:pt x="2076" y="1665"/>
                </a:lnTo>
                <a:lnTo>
                  <a:pt x="2085" y="1653"/>
                </a:lnTo>
                <a:lnTo>
                  <a:pt x="2091" y="1640"/>
                </a:lnTo>
                <a:lnTo>
                  <a:pt x="2096" y="1627"/>
                </a:lnTo>
                <a:lnTo>
                  <a:pt x="2099" y="1613"/>
                </a:lnTo>
                <a:lnTo>
                  <a:pt x="2100" y="1598"/>
                </a:lnTo>
                <a:lnTo>
                  <a:pt x="2099" y="1584"/>
                </a:lnTo>
                <a:lnTo>
                  <a:pt x="2095" y="1570"/>
                </a:lnTo>
                <a:lnTo>
                  <a:pt x="2090" y="1557"/>
                </a:lnTo>
                <a:lnTo>
                  <a:pt x="2083" y="1544"/>
                </a:lnTo>
                <a:lnTo>
                  <a:pt x="2074" y="1533"/>
                </a:lnTo>
                <a:cubicBezTo>
                  <a:pt x="1941" y="1396"/>
                  <a:pt x="1800" y="1250"/>
                  <a:pt x="1800" y="800"/>
                </a:cubicBezTo>
                <a:lnTo>
                  <a:pt x="1788" y="683"/>
                </a:lnTo>
                <a:lnTo>
                  <a:pt x="1754" y="570"/>
                </a:lnTo>
                <a:lnTo>
                  <a:pt x="1699" y="467"/>
                </a:lnTo>
                <a:lnTo>
                  <a:pt x="1624" y="376"/>
                </a:lnTo>
                <a:lnTo>
                  <a:pt x="1533" y="301"/>
                </a:lnTo>
                <a:lnTo>
                  <a:pt x="1430" y="246"/>
                </a:lnTo>
                <a:lnTo>
                  <a:pt x="1317" y="212"/>
                </a:lnTo>
                <a:lnTo>
                  <a:pt x="1200" y="200"/>
                </a:lnTo>
                <a:lnTo>
                  <a:pt x="1083" y="212"/>
                </a:lnTo>
                <a:lnTo>
                  <a:pt x="970" y="246"/>
                </a:lnTo>
                <a:lnTo>
                  <a:pt x="867" y="301"/>
                </a:lnTo>
                <a:lnTo>
                  <a:pt x="776" y="376"/>
                </a:lnTo>
                <a:lnTo>
                  <a:pt x="701" y="467"/>
                </a:lnTo>
                <a:lnTo>
                  <a:pt x="646" y="570"/>
                </a:lnTo>
                <a:lnTo>
                  <a:pt x="612" y="683"/>
                </a:lnTo>
                <a:lnTo>
                  <a:pt x="600" y="800"/>
                </a:lnTo>
                <a:cubicBezTo>
                  <a:pt x="600" y="1250"/>
                  <a:pt x="459" y="1396"/>
                  <a:pt x="326" y="1533"/>
                </a:cubicBezTo>
                <a:moveTo>
                  <a:pt x="400" y="200"/>
                </a:moveTo>
                <a:cubicBezTo>
                  <a:pt x="280" y="370"/>
                  <a:pt x="200" y="570"/>
                  <a:pt x="200" y="800"/>
                </a:cubicBez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46" name="Google Shape;1246;p56"/>
          <p:cNvSpPr txBox="1"/>
          <p:nvPr/>
        </p:nvSpPr>
        <p:spPr>
          <a:xfrm>
            <a:off x="6413867" y="2167128"/>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bell-ring</a:t>
            </a:r>
            <a:endParaRPr sz="1100"/>
          </a:p>
        </p:txBody>
      </p:sp>
      <p:sp>
        <p:nvSpPr>
          <p:cNvPr id="1247" name="Google Shape;1247;p56"/>
          <p:cNvSpPr/>
          <p:nvPr/>
        </p:nvSpPr>
        <p:spPr>
          <a:xfrm>
            <a:off x="8067129" y="1755648"/>
            <a:ext cx="377202" cy="377190"/>
          </a:xfrm>
          <a:custGeom>
            <a:rect b="b" l="l" r="r" t="t"/>
            <a:pathLst>
              <a:path extrusionOk="0" fill="none" h="2400" w="2400">
                <a:moveTo>
                  <a:pt x="1200" y="200"/>
                </a:moveTo>
                <a:lnTo>
                  <a:pt x="1200" y="1500"/>
                </a:lnTo>
                <a:moveTo>
                  <a:pt x="1600" y="600"/>
                </a:moveTo>
                <a:lnTo>
                  <a:pt x="1200" y="200"/>
                </a:lnTo>
                <a:lnTo>
                  <a:pt x="800" y="600"/>
                </a:lnTo>
                <a:moveTo>
                  <a:pt x="400" y="1200"/>
                </a:moveTo>
                <a:lnTo>
                  <a:pt x="400" y="2000"/>
                </a:lnTo>
                <a:lnTo>
                  <a:pt x="401" y="2020"/>
                </a:lnTo>
                <a:lnTo>
                  <a:pt x="404" y="2039"/>
                </a:lnTo>
                <a:lnTo>
                  <a:pt x="409" y="2058"/>
                </a:lnTo>
                <a:lnTo>
                  <a:pt x="415" y="2077"/>
                </a:lnTo>
                <a:lnTo>
                  <a:pt x="424" y="2094"/>
                </a:lnTo>
                <a:lnTo>
                  <a:pt x="434" y="2111"/>
                </a:lnTo>
                <a:lnTo>
                  <a:pt x="445" y="2127"/>
                </a:lnTo>
                <a:lnTo>
                  <a:pt x="459" y="2141"/>
                </a:lnTo>
                <a:lnTo>
                  <a:pt x="473" y="2155"/>
                </a:lnTo>
                <a:lnTo>
                  <a:pt x="489" y="2166"/>
                </a:lnTo>
                <a:lnTo>
                  <a:pt x="506" y="2176"/>
                </a:lnTo>
                <a:lnTo>
                  <a:pt x="523" y="2185"/>
                </a:lnTo>
                <a:lnTo>
                  <a:pt x="542" y="2191"/>
                </a:lnTo>
                <a:lnTo>
                  <a:pt x="561" y="2196"/>
                </a:lnTo>
                <a:lnTo>
                  <a:pt x="580" y="2199"/>
                </a:lnTo>
                <a:lnTo>
                  <a:pt x="600" y="2200"/>
                </a:lnTo>
                <a:lnTo>
                  <a:pt x="1800" y="2200"/>
                </a:lnTo>
                <a:lnTo>
                  <a:pt x="1820" y="2199"/>
                </a:lnTo>
                <a:lnTo>
                  <a:pt x="1839" y="2196"/>
                </a:lnTo>
                <a:lnTo>
                  <a:pt x="1858" y="2191"/>
                </a:lnTo>
                <a:lnTo>
                  <a:pt x="1877" y="2185"/>
                </a:lnTo>
                <a:lnTo>
                  <a:pt x="1894" y="2176"/>
                </a:lnTo>
                <a:lnTo>
                  <a:pt x="1911" y="2166"/>
                </a:lnTo>
                <a:lnTo>
                  <a:pt x="1927" y="2155"/>
                </a:lnTo>
                <a:lnTo>
                  <a:pt x="1941" y="2141"/>
                </a:lnTo>
                <a:lnTo>
                  <a:pt x="1955" y="2127"/>
                </a:lnTo>
                <a:lnTo>
                  <a:pt x="1966" y="2111"/>
                </a:lnTo>
                <a:lnTo>
                  <a:pt x="1976" y="2094"/>
                </a:lnTo>
                <a:lnTo>
                  <a:pt x="1985" y="2077"/>
                </a:lnTo>
                <a:lnTo>
                  <a:pt x="1991" y="2058"/>
                </a:lnTo>
                <a:lnTo>
                  <a:pt x="1996" y="2039"/>
                </a:lnTo>
                <a:lnTo>
                  <a:pt x="1999" y="2020"/>
                </a:lnTo>
                <a:lnTo>
                  <a:pt x="2000" y="2000"/>
                </a:lnTo>
                <a:lnTo>
                  <a:pt x="2000" y="12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48" name="Google Shape;1248;p56"/>
          <p:cNvSpPr txBox="1"/>
          <p:nvPr/>
        </p:nvSpPr>
        <p:spPr>
          <a:xfrm>
            <a:off x="7641775" y="2167128"/>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share</a:t>
            </a:r>
            <a:endParaRPr sz="1100"/>
          </a:p>
        </p:txBody>
      </p:sp>
      <p:sp>
        <p:nvSpPr>
          <p:cNvPr id="1249" name="Google Shape;1249;p56"/>
          <p:cNvSpPr/>
          <p:nvPr/>
        </p:nvSpPr>
        <p:spPr>
          <a:xfrm>
            <a:off x="699681" y="2551176"/>
            <a:ext cx="377202" cy="377190"/>
          </a:xfrm>
          <a:custGeom>
            <a:rect b="b" l="l" r="r" t="t"/>
            <a:pathLst>
              <a:path extrusionOk="0" fill="none" h="2400" w="2400">
                <a:moveTo>
                  <a:pt x="2100" y="500"/>
                </a:moveTo>
                <a:cubicBezTo>
                  <a:pt x="2100" y="666"/>
                  <a:pt x="1966" y="800"/>
                  <a:pt x="1800" y="800"/>
                </a:cubicBezTo>
                <a:cubicBezTo>
                  <a:pt x="1634" y="800"/>
                  <a:pt x="1500" y="666"/>
                  <a:pt x="1500" y="500"/>
                </a:cubicBezTo>
                <a:cubicBezTo>
                  <a:pt x="1500" y="334"/>
                  <a:pt x="1634" y="200"/>
                  <a:pt x="1800" y="200"/>
                </a:cubicBezTo>
                <a:cubicBezTo>
                  <a:pt x="1966" y="200"/>
                  <a:pt x="2100" y="334"/>
                  <a:pt x="2100" y="500"/>
                </a:cubicBezTo>
                <a:close/>
                <a:moveTo>
                  <a:pt x="900" y="1200"/>
                </a:moveTo>
                <a:cubicBezTo>
                  <a:pt x="900" y="1366"/>
                  <a:pt x="766" y="1500"/>
                  <a:pt x="600" y="1500"/>
                </a:cubicBezTo>
                <a:cubicBezTo>
                  <a:pt x="434" y="1500"/>
                  <a:pt x="300" y="1366"/>
                  <a:pt x="300" y="1200"/>
                </a:cubicBezTo>
                <a:cubicBezTo>
                  <a:pt x="300" y="1034"/>
                  <a:pt x="434" y="900"/>
                  <a:pt x="600" y="900"/>
                </a:cubicBezTo>
                <a:cubicBezTo>
                  <a:pt x="766" y="900"/>
                  <a:pt x="900" y="1034"/>
                  <a:pt x="900" y="1200"/>
                </a:cubicBezTo>
                <a:close/>
                <a:moveTo>
                  <a:pt x="2100" y="1900"/>
                </a:moveTo>
                <a:cubicBezTo>
                  <a:pt x="2100" y="2066"/>
                  <a:pt x="1966" y="2200"/>
                  <a:pt x="1800" y="2200"/>
                </a:cubicBezTo>
                <a:cubicBezTo>
                  <a:pt x="1634" y="2200"/>
                  <a:pt x="1500" y="2066"/>
                  <a:pt x="1500" y="1900"/>
                </a:cubicBezTo>
                <a:cubicBezTo>
                  <a:pt x="1500" y="1734"/>
                  <a:pt x="1634" y="1600"/>
                  <a:pt x="1800" y="1600"/>
                </a:cubicBezTo>
                <a:cubicBezTo>
                  <a:pt x="1966" y="1600"/>
                  <a:pt x="2100" y="1734"/>
                  <a:pt x="2100" y="1900"/>
                </a:cubicBezTo>
                <a:close/>
                <a:moveTo>
                  <a:pt x="859" y="1351"/>
                </a:moveTo>
                <a:lnTo>
                  <a:pt x="1542" y="1749"/>
                </a:lnTo>
                <a:moveTo>
                  <a:pt x="1541" y="651"/>
                </a:moveTo>
                <a:lnTo>
                  <a:pt x="859" y="1049"/>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50" name="Google Shape;1250;p56"/>
          <p:cNvSpPr txBox="1"/>
          <p:nvPr/>
        </p:nvSpPr>
        <p:spPr>
          <a:xfrm>
            <a:off x="274327" y="2962656"/>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share-2</a:t>
            </a:r>
            <a:endParaRPr sz="1100"/>
          </a:p>
        </p:txBody>
      </p:sp>
      <p:sp>
        <p:nvSpPr>
          <p:cNvPr id="1251" name="Google Shape;1251;p56"/>
          <p:cNvSpPr/>
          <p:nvPr/>
        </p:nvSpPr>
        <p:spPr>
          <a:xfrm>
            <a:off x="1927589" y="2551176"/>
            <a:ext cx="377202" cy="377190"/>
          </a:xfrm>
          <a:custGeom>
            <a:rect b="b" l="l" r="r" t="t"/>
            <a:pathLst>
              <a:path extrusionOk="0" fill="none" h="2400" w="2400">
                <a:moveTo>
                  <a:pt x="1000" y="1300"/>
                </a:moveTo>
                <a:lnTo>
                  <a:pt x="1034" y="1341"/>
                </a:lnTo>
                <a:lnTo>
                  <a:pt x="1073" y="1378"/>
                </a:lnTo>
                <a:lnTo>
                  <a:pt x="1115" y="1411"/>
                </a:lnTo>
                <a:lnTo>
                  <a:pt x="1161" y="1439"/>
                </a:lnTo>
                <a:lnTo>
                  <a:pt x="1209" y="1462"/>
                </a:lnTo>
                <a:lnTo>
                  <a:pt x="1259" y="1480"/>
                </a:lnTo>
                <a:lnTo>
                  <a:pt x="1312" y="1493"/>
                </a:lnTo>
                <a:lnTo>
                  <a:pt x="1365" y="1499"/>
                </a:lnTo>
                <a:lnTo>
                  <a:pt x="1418" y="1500"/>
                </a:lnTo>
                <a:lnTo>
                  <a:pt x="1472" y="1495"/>
                </a:lnTo>
                <a:lnTo>
                  <a:pt x="1524" y="1485"/>
                </a:lnTo>
                <a:lnTo>
                  <a:pt x="1575" y="1469"/>
                </a:lnTo>
                <a:lnTo>
                  <a:pt x="1624" y="1448"/>
                </a:lnTo>
                <a:lnTo>
                  <a:pt x="1671" y="1421"/>
                </a:lnTo>
                <a:lnTo>
                  <a:pt x="1714" y="1390"/>
                </a:lnTo>
                <a:lnTo>
                  <a:pt x="1754" y="1354"/>
                </a:lnTo>
                <a:lnTo>
                  <a:pt x="2054" y="1054"/>
                </a:lnTo>
                <a:lnTo>
                  <a:pt x="2114" y="978"/>
                </a:lnTo>
                <a:lnTo>
                  <a:pt x="2159" y="892"/>
                </a:lnTo>
                <a:lnTo>
                  <a:pt x="2186" y="799"/>
                </a:lnTo>
                <a:lnTo>
                  <a:pt x="2194" y="702"/>
                </a:lnTo>
                <a:lnTo>
                  <a:pt x="2184" y="606"/>
                </a:lnTo>
                <a:lnTo>
                  <a:pt x="2155" y="513"/>
                </a:lnTo>
                <a:lnTo>
                  <a:pt x="2109" y="428"/>
                </a:lnTo>
                <a:lnTo>
                  <a:pt x="2048" y="353"/>
                </a:lnTo>
                <a:lnTo>
                  <a:pt x="1973" y="292"/>
                </a:lnTo>
                <a:lnTo>
                  <a:pt x="1888" y="246"/>
                </a:lnTo>
                <a:lnTo>
                  <a:pt x="1795" y="217"/>
                </a:lnTo>
                <a:lnTo>
                  <a:pt x="1699" y="207"/>
                </a:lnTo>
                <a:lnTo>
                  <a:pt x="1602" y="215"/>
                </a:lnTo>
                <a:lnTo>
                  <a:pt x="1509" y="242"/>
                </a:lnTo>
                <a:lnTo>
                  <a:pt x="1423" y="287"/>
                </a:lnTo>
                <a:lnTo>
                  <a:pt x="1347" y="347"/>
                </a:lnTo>
                <a:lnTo>
                  <a:pt x="1175" y="518"/>
                </a:lnTo>
                <a:moveTo>
                  <a:pt x="1400" y="1100"/>
                </a:moveTo>
                <a:lnTo>
                  <a:pt x="1366" y="1059"/>
                </a:lnTo>
                <a:lnTo>
                  <a:pt x="1327" y="1022"/>
                </a:lnTo>
                <a:lnTo>
                  <a:pt x="1285" y="989"/>
                </a:lnTo>
                <a:lnTo>
                  <a:pt x="1239" y="961"/>
                </a:lnTo>
                <a:lnTo>
                  <a:pt x="1191" y="938"/>
                </a:lnTo>
                <a:lnTo>
                  <a:pt x="1141" y="920"/>
                </a:lnTo>
                <a:lnTo>
                  <a:pt x="1088" y="907"/>
                </a:lnTo>
                <a:lnTo>
                  <a:pt x="1035" y="901"/>
                </a:lnTo>
                <a:lnTo>
                  <a:pt x="982" y="900"/>
                </a:lnTo>
                <a:lnTo>
                  <a:pt x="928" y="905"/>
                </a:lnTo>
                <a:lnTo>
                  <a:pt x="876" y="915"/>
                </a:lnTo>
                <a:lnTo>
                  <a:pt x="825" y="931"/>
                </a:lnTo>
                <a:lnTo>
                  <a:pt x="776" y="952"/>
                </a:lnTo>
                <a:lnTo>
                  <a:pt x="729" y="979"/>
                </a:lnTo>
                <a:lnTo>
                  <a:pt x="686" y="1010"/>
                </a:lnTo>
                <a:lnTo>
                  <a:pt x="646" y="1046"/>
                </a:lnTo>
                <a:lnTo>
                  <a:pt x="346" y="1346"/>
                </a:lnTo>
                <a:lnTo>
                  <a:pt x="286" y="1422"/>
                </a:lnTo>
                <a:lnTo>
                  <a:pt x="241" y="1508"/>
                </a:lnTo>
                <a:lnTo>
                  <a:pt x="214" y="1601"/>
                </a:lnTo>
                <a:lnTo>
                  <a:pt x="206" y="1698"/>
                </a:lnTo>
                <a:lnTo>
                  <a:pt x="216" y="1794"/>
                </a:lnTo>
                <a:lnTo>
                  <a:pt x="245" y="1887"/>
                </a:lnTo>
                <a:lnTo>
                  <a:pt x="291" y="1972"/>
                </a:lnTo>
                <a:lnTo>
                  <a:pt x="352" y="2047"/>
                </a:lnTo>
                <a:lnTo>
                  <a:pt x="427" y="2108"/>
                </a:lnTo>
                <a:lnTo>
                  <a:pt x="512" y="2154"/>
                </a:lnTo>
                <a:lnTo>
                  <a:pt x="605" y="2183"/>
                </a:lnTo>
                <a:lnTo>
                  <a:pt x="701" y="2193"/>
                </a:lnTo>
                <a:lnTo>
                  <a:pt x="798" y="2185"/>
                </a:lnTo>
                <a:lnTo>
                  <a:pt x="891" y="2158"/>
                </a:lnTo>
                <a:lnTo>
                  <a:pt x="977" y="2113"/>
                </a:lnTo>
                <a:lnTo>
                  <a:pt x="1053" y="2053"/>
                </a:lnTo>
                <a:lnTo>
                  <a:pt x="1224" y="1882"/>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52" name="Google Shape;1252;p56"/>
          <p:cNvSpPr txBox="1"/>
          <p:nvPr/>
        </p:nvSpPr>
        <p:spPr>
          <a:xfrm>
            <a:off x="1502235" y="2962656"/>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link</a:t>
            </a:r>
            <a:endParaRPr sz="1100"/>
          </a:p>
        </p:txBody>
      </p:sp>
      <p:sp>
        <p:nvSpPr>
          <p:cNvPr id="1253" name="Google Shape;1253;p56"/>
          <p:cNvSpPr/>
          <p:nvPr/>
        </p:nvSpPr>
        <p:spPr>
          <a:xfrm>
            <a:off x="3155497" y="2551176"/>
            <a:ext cx="377202" cy="377190"/>
          </a:xfrm>
          <a:custGeom>
            <a:rect b="b" l="l" r="r" t="t"/>
            <a:pathLst>
              <a:path extrusionOk="0" fill="none" h="2400" w="2400">
                <a:moveTo>
                  <a:pt x="900" y="1700"/>
                </a:moveTo>
                <a:lnTo>
                  <a:pt x="700" y="1700"/>
                </a:lnTo>
                <a:lnTo>
                  <a:pt x="602" y="1690"/>
                </a:lnTo>
                <a:lnTo>
                  <a:pt x="509" y="1662"/>
                </a:lnTo>
                <a:lnTo>
                  <a:pt x="422" y="1616"/>
                </a:lnTo>
                <a:lnTo>
                  <a:pt x="346" y="1554"/>
                </a:lnTo>
                <a:lnTo>
                  <a:pt x="284" y="1478"/>
                </a:lnTo>
                <a:lnTo>
                  <a:pt x="238" y="1391"/>
                </a:lnTo>
                <a:lnTo>
                  <a:pt x="210" y="1298"/>
                </a:lnTo>
                <a:lnTo>
                  <a:pt x="200" y="1200"/>
                </a:lnTo>
                <a:lnTo>
                  <a:pt x="210" y="1102"/>
                </a:lnTo>
                <a:lnTo>
                  <a:pt x="238" y="1009"/>
                </a:lnTo>
                <a:lnTo>
                  <a:pt x="284" y="922"/>
                </a:lnTo>
                <a:lnTo>
                  <a:pt x="346" y="846"/>
                </a:lnTo>
                <a:lnTo>
                  <a:pt x="422" y="784"/>
                </a:lnTo>
                <a:lnTo>
                  <a:pt x="509" y="738"/>
                </a:lnTo>
                <a:lnTo>
                  <a:pt x="602" y="710"/>
                </a:lnTo>
                <a:lnTo>
                  <a:pt x="700" y="700"/>
                </a:lnTo>
                <a:lnTo>
                  <a:pt x="900" y="700"/>
                </a:lnTo>
                <a:moveTo>
                  <a:pt x="1500" y="700"/>
                </a:moveTo>
                <a:lnTo>
                  <a:pt x="1700" y="700"/>
                </a:lnTo>
                <a:lnTo>
                  <a:pt x="1798" y="710"/>
                </a:lnTo>
                <a:lnTo>
                  <a:pt x="1891" y="738"/>
                </a:lnTo>
                <a:lnTo>
                  <a:pt x="1978" y="784"/>
                </a:lnTo>
                <a:lnTo>
                  <a:pt x="2054" y="846"/>
                </a:lnTo>
                <a:lnTo>
                  <a:pt x="2116" y="922"/>
                </a:lnTo>
                <a:lnTo>
                  <a:pt x="2162" y="1009"/>
                </a:lnTo>
                <a:lnTo>
                  <a:pt x="2190" y="1102"/>
                </a:lnTo>
                <a:lnTo>
                  <a:pt x="2200" y="1200"/>
                </a:lnTo>
                <a:lnTo>
                  <a:pt x="2190" y="1298"/>
                </a:lnTo>
                <a:lnTo>
                  <a:pt x="2162" y="1391"/>
                </a:lnTo>
                <a:lnTo>
                  <a:pt x="2116" y="1478"/>
                </a:lnTo>
                <a:lnTo>
                  <a:pt x="2054" y="1554"/>
                </a:lnTo>
                <a:lnTo>
                  <a:pt x="1978" y="1616"/>
                </a:lnTo>
                <a:lnTo>
                  <a:pt x="1891" y="1662"/>
                </a:lnTo>
                <a:lnTo>
                  <a:pt x="1798" y="1690"/>
                </a:lnTo>
                <a:lnTo>
                  <a:pt x="1700" y="1700"/>
                </a:lnTo>
                <a:lnTo>
                  <a:pt x="1500" y="1700"/>
                </a:lnTo>
                <a:moveTo>
                  <a:pt x="800" y="1200"/>
                </a:moveTo>
                <a:lnTo>
                  <a:pt x="1600" y="12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54" name="Google Shape;1254;p56"/>
          <p:cNvSpPr txBox="1"/>
          <p:nvPr/>
        </p:nvSpPr>
        <p:spPr>
          <a:xfrm>
            <a:off x="2730143" y="2962656"/>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link-2</a:t>
            </a:r>
            <a:endParaRPr sz="1100"/>
          </a:p>
        </p:txBody>
      </p:sp>
      <p:sp>
        <p:nvSpPr>
          <p:cNvPr id="1255" name="Google Shape;1255;p56"/>
          <p:cNvSpPr/>
          <p:nvPr/>
        </p:nvSpPr>
        <p:spPr>
          <a:xfrm>
            <a:off x="4383405" y="2551176"/>
            <a:ext cx="377202" cy="377190"/>
          </a:xfrm>
          <a:custGeom>
            <a:rect b="b" l="l" r="r" t="t"/>
            <a:pathLst>
              <a:path extrusionOk="0" fill="none" h="2400" w="2400">
                <a:moveTo>
                  <a:pt x="1600" y="1200"/>
                </a:moveTo>
                <a:cubicBezTo>
                  <a:pt x="1600" y="1421"/>
                  <a:pt x="1421" y="1600"/>
                  <a:pt x="1200" y="1600"/>
                </a:cubicBezTo>
                <a:cubicBezTo>
                  <a:pt x="979" y="1600"/>
                  <a:pt x="800" y="1421"/>
                  <a:pt x="800" y="1200"/>
                </a:cubicBezTo>
                <a:cubicBezTo>
                  <a:pt x="800" y="979"/>
                  <a:pt x="979" y="800"/>
                  <a:pt x="1200" y="800"/>
                </a:cubicBezTo>
                <a:cubicBezTo>
                  <a:pt x="1421" y="800"/>
                  <a:pt x="1600" y="979"/>
                  <a:pt x="1600" y="1200"/>
                </a:cubicBezTo>
                <a:close/>
                <a:moveTo>
                  <a:pt x="1600" y="800"/>
                </a:moveTo>
                <a:lnTo>
                  <a:pt x="1600" y="1300"/>
                </a:lnTo>
                <a:lnTo>
                  <a:pt x="1606" y="1359"/>
                </a:lnTo>
                <a:lnTo>
                  <a:pt x="1623" y="1415"/>
                </a:lnTo>
                <a:lnTo>
                  <a:pt x="1651" y="1467"/>
                </a:lnTo>
                <a:lnTo>
                  <a:pt x="1688" y="1512"/>
                </a:lnTo>
                <a:lnTo>
                  <a:pt x="1733" y="1549"/>
                </a:lnTo>
                <a:lnTo>
                  <a:pt x="1785" y="1577"/>
                </a:lnTo>
                <a:lnTo>
                  <a:pt x="1841" y="1594"/>
                </a:lnTo>
                <a:lnTo>
                  <a:pt x="1900" y="1600"/>
                </a:lnTo>
                <a:lnTo>
                  <a:pt x="1959" y="1594"/>
                </a:lnTo>
                <a:lnTo>
                  <a:pt x="2015" y="1577"/>
                </a:lnTo>
                <a:lnTo>
                  <a:pt x="2067" y="1549"/>
                </a:lnTo>
                <a:lnTo>
                  <a:pt x="2112" y="1512"/>
                </a:lnTo>
                <a:lnTo>
                  <a:pt x="2149" y="1467"/>
                </a:lnTo>
                <a:lnTo>
                  <a:pt x="2177" y="1415"/>
                </a:lnTo>
                <a:lnTo>
                  <a:pt x="2194" y="1359"/>
                </a:lnTo>
                <a:lnTo>
                  <a:pt x="2200" y="1300"/>
                </a:lnTo>
                <a:lnTo>
                  <a:pt x="2200" y="1200"/>
                </a:lnTo>
                <a:lnTo>
                  <a:pt x="2144" y="871"/>
                </a:lnTo>
                <a:lnTo>
                  <a:pt x="1984" y="579"/>
                </a:lnTo>
                <a:lnTo>
                  <a:pt x="1737" y="356"/>
                </a:lnTo>
                <a:lnTo>
                  <a:pt x="1430" y="227"/>
                </a:lnTo>
                <a:lnTo>
                  <a:pt x="1097" y="205"/>
                </a:lnTo>
                <a:lnTo>
                  <a:pt x="776" y="294"/>
                </a:lnTo>
                <a:lnTo>
                  <a:pt x="502" y="484"/>
                </a:lnTo>
                <a:lnTo>
                  <a:pt x="306" y="753"/>
                </a:lnTo>
                <a:lnTo>
                  <a:pt x="208" y="1071"/>
                </a:lnTo>
                <a:lnTo>
                  <a:pt x="221" y="1404"/>
                </a:lnTo>
                <a:lnTo>
                  <a:pt x="343" y="1715"/>
                </a:lnTo>
                <a:lnTo>
                  <a:pt x="559" y="1968"/>
                </a:lnTo>
                <a:lnTo>
                  <a:pt x="847" y="2136"/>
                </a:lnTo>
                <a:lnTo>
                  <a:pt x="1174" y="2200"/>
                </a:lnTo>
                <a:lnTo>
                  <a:pt x="1504" y="2153"/>
                </a:lnTo>
                <a:lnTo>
                  <a:pt x="1800" y="20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56" name="Google Shape;1256;p56"/>
          <p:cNvSpPr txBox="1"/>
          <p:nvPr/>
        </p:nvSpPr>
        <p:spPr>
          <a:xfrm>
            <a:off x="3958051" y="2962656"/>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at-sign</a:t>
            </a:r>
            <a:endParaRPr sz="1100"/>
          </a:p>
        </p:txBody>
      </p:sp>
      <p:sp>
        <p:nvSpPr>
          <p:cNvPr id="1257" name="Google Shape;1257;p56"/>
          <p:cNvSpPr/>
          <p:nvPr/>
        </p:nvSpPr>
        <p:spPr>
          <a:xfrm>
            <a:off x="5611313" y="2551176"/>
            <a:ext cx="377202" cy="377190"/>
          </a:xfrm>
          <a:custGeom>
            <a:rect b="b" l="l" r="r" t="t"/>
            <a:pathLst>
              <a:path extrusionOk="0" fill="none" h="2400" w="2400">
                <a:moveTo>
                  <a:pt x="1500" y="588"/>
                </a:moveTo>
                <a:lnTo>
                  <a:pt x="1400" y="1000"/>
                </a:lnTo>
                <a:lnTo>
                  <a:pt x="1983" y="1000"/>
                </a:lnTo>
                <a:lnTo>
                  <a:pt x="2006" y="1001"/>
                </a:lnTo>
                <a:lnTo>
                  <a:pt x="2029" y="1005"/>
                </a:lnTo>
                <a:lnTo>
                  <a:pt x="2051" y="1012"/>
                </a:lnTo>
                <a:lnTo>
                  <a:pt x="2072" y="1021"/>
                </a:lnTo>
                <a:lnTo>
                  <a:pt x="2093" y="1033"/>
                </a:lnTo>
                <a:lnTo>
                  <a:pt x="2111" y="1046"/>
                </a:lnTo>
                <a:lnTo>
                  <a:pt x="2128" y="1062"/>
                </a:lnTo>
                <a:lnTo>
                  <a:pt x="2143" y="1080"/>
                </a:lnTo>
                <a:lnTo>
                  <a:pt x="2156" y="1099"/>
                </a:lnTo>
                <a:lnTo>
                  <a:pt x="2166" y="1120"/>
                </a:lnTo>
                <a:lnTo>
                  <a:pt x="2174" y="1142"/>
                </a:lnTo>
                <a:lnTo>
                  <a:pt x="2180" y="1164"/>
                </a:lnTo>
                <a:lnTo>
                  <a:pt x="2183" y="1187"/>
                </a:lnTo>
                <a:lnTo>
                  <a:pt x="2183" y="1210"/>
                </a:lnTo>
                <a:lnTo>
                  <a:pt x="2180" y="1233"/>
                </a:lnTo>
                <a:lnTo>
                  <a:pt x="2175" y="1256"/>
                </a:lnTo>
                <a:lnTo>
                  <a:pt x="1942" y="2056"/>
                </a:lnTo>
                <a:lnTo>
                  <a:pt x="1937" y="2071"/>
                </a:lnTo>
                <a:lnTo>
                  <a:pt x="1931" y="2086"/>
                </a:lnTo>
                <a:lnTo>
                  <a:pt x="1923" y="2100"/>
                </a:lnTo>
                <a:lnTo>
                  <a:pt x="1914" y="2114"/>
                </a:lnTo>
                <a:lnTo>
                  <a:pt x="1905" y="2127"/>
                </a:lnTo>
                <a:lnTo>
                  <a:pt x="1894" y="2139"/>
                </a:lnTo>
                <a:lnTo>
                  <a:pt x="1882" y="2150"/>
                </a:lnTo>
                <a:lnTo>
                  <a:pt x="1870" y="2160"/>
                </a:lnTo>
                <a:lnTo>
                  <a:pt x="1857" y="2169"/>
                </a:lnTo>
                <a:lnTo>
                  <a:pt x="1843" y="2177"/>
                </a:lnTo>
                <a:lnTo>
                  <a:pt x="1828" y="2184"/>
                </a:lnTo>
                <a:lnTo>
                  <a:pt x="1813" y="2190"/>
                </a:lnTo>
                <a:lnTo>
                  <a:pt x="1798" y="2194"/>
                </a:lnTo>
                <a:lnTo>
                  <a:pt x="1782" y="2197"/>
                </a:lnTo>
                <a:lnTo>
                  <a:pt x="1766" y="2199"/>
                </a:lnTo>
                <a:lnTo>
                  <a:pt x="1750" y="2200"/>
                </a:lnTo>
                <a:lnTo>
                  <a:pt x="400" y="2200"/>
                </a:lnTo>
                <a:lnTo>
                  <a:pt x="380" y="2199"/>
                </a:lnTo>
                <a:lnTo>
                  <a:pt x="361" y="2196"/>
                </a:lnTo>
                <a:lnTo>
                  <a:pt x="342" y="2191"/>
                </a:lnTo>
                <a:lnTo>
                  <a:pt x="323" y="2185"/>
                </a:lnTo>
                <a:lnTo>
                  <a:pt x="306" y="2176"/>
                </a:lnTo>
                <a:lnTo>
                  <a:pt x="289" y="2166"/>
                </a:lnTo>
                <a:lnTo>
                  <a:pt x="273" y="2155"/>
                </a:lnTo>
                <a:lnTo>
                  <a:pt x="259" y="2141"/>
                </a:lnTo>
                <a:lnTo>
                  <a:pt x="245" y="2127"/>
                </a:lnTo>
                <a:lnTo>
                  <a:pt x="234" y="2111"/>
                </a:lnTo>
                <a:lnTo>
                  <a:pt x="224" y="2094"/>
                </a:lnTo>
                <a:lnTo>
                  <a:pt x="215" y="2077"/>
                </a:lnTo>
                <a:lnTo>
                  <a:pt x="209" y="2058"/>
                </a:lnTo>
                <a:lnTo>
                  <a:pt x="204" y="2039"/>
                </a:lnTo>
                <a:lnTo>
                  <a:pt x="201" y="2020"/>
                </a:lnTo>
                <a:lnTo>
                  <a:pt x="200" y="2000"/>
                </a:lnTo>
                <a:lnTo>
                  <a:pt x="200" y="1200"/>
                </a:lnTo>
                <a:lnTo>
                  <a:pt x="201" y="1180"/>
                </a:lnTo>
                <a:lnTo>
                  <a:pt x="204" y="1161"/>
                </a:lnTo>
                <a:lnTo>
                  <a:pt x="209" y="1142"/>
                </a:lnTo>
                <a:lnTo>
                  <a:pt x="215" y="1123"/>
                </a:lnTo>
                <a:lnTo>
                  <a:pt x="224" y="1106"/>
                </a:lnTo>
                <a:lnTo>
                  <a:pt x="234" y="1089"/>
                </a:lnTo>
                <a:lnTo>
                  <a:pt x="245" y="1073"/>
                </a:lnTo>
                <a:lnTo>
                  <a:pt x="259" y="1059"/>
                </a:lnTo>
                <a:lnTo>
                  <a:pt x="273" y="1045"/>
                </a:lnTo>
                <a:lnTo>
                  <a:pt x="289" y="1034"/>
                </a:lnTo>
                <a:lnTo>
                  <a:pt x="306" y="1024"/>
                </a:lnTo>
                <a:lnTo>
                  <a:pt x="323" y="1015"/>
                </a:lnTo>
                <a:lnTo>
                  <a:pt x="342" y="1009"/>
                </a:lnTo>
                <a:lnTo>
                  <a:pt x="361" y="1004"/>
                </a:lnTo>
                <a:lnTo>
                  <a:pt x="380" y="1001"/>
                </a:lnTo>
                <a:lnTo>
                  <a:pt x="400" y="1000"/>
                </a:lnTo>
                <a:lnTo>
                  <a:pt x="676" y="1000"/>
                </a:lnTo>
                <a:lnTo>
                  <a:pt x="690" y="1000"/>
                </a:lnTo>
                <a:lnTo>
                  <a:pt x="704" y="998"/>
                </a:lnTo>
                <a:lnTo>
                  <a:pt x="717" y="996"/>
                </a:lnTo>
                <a:lnTo>
                  <a:pt x="731" y="992"/>
                </a:lnTo>
                <a:lnTo>
                  <a:pt x="744" y="988"/>
                </a:lnTo>
                <a:lnTo>
                  <a:pt x="757" y="983"/>
                </a:lnTo>
                <a:lnTo>
                  <a:pt x="769" y="977"/>
                </a:lnTo>
                <a:lnTo>
                  <a:pt x="781" y="970"/>
                </a:lnTo>
                <a:lnTo>
                  <a:pt x="793" y="962"/>
                </a:lnTo>
                <a:lnTo>
                  <a:pt x="804" y="954"/>
                </a:lnTo>
                <a:lnTo>
                  <a:pt x="814" y="945"/>
                </a:lnTo>
                <a:lnTo>
                  <a:pt x="824" y="935"/>
                </a:lnTo>
                <a:lnTo>
                  <a:pt x="833" y="924"/>
                </a:lnTo>
                <a:lnTo>
                  <a:pt x="841" y="913"/>
                </a:lnTo>
                <a:lnTo>
                  <a:pt x="848" y="901"/>
                </a:lnTo>
                <a:lnTo>
                  <a:pt x="855" y="889"/>
                </a:lnTo>
                <a:lnTo>
                  <a:pt x="1200" y="200"/>
                </a:lnTo>
                <a:lnTo>
                  <a:pt x="1235" y="202"/>
                </a:lnTo>
                <a:lnTo>
                  <a:pt x="1270" y="209"/>
                </a:lnTo>
                <a:lnTo>
                  <a:pt x="1303" y="219"/>
                </a:lnTo>
                <a:lnTo>
                  <a:pt x="1336" y="233"/>
                </a:lnTo>
                <a:lnTo>
                  <a:pt x="1366" y="250"/>
                </a:lnTo>
                <a:lnTo>
                  <a:pt x="1395" y="271"/>
                </a:lnTo>
                <a:lnTo>
                  <a:pt x="1421" y="295"/>
                </a:lnTo>
                <a:lnTo>
                  <a:pt x="1444" y="322"/>
                </a:lnTo>
                <a:lnTo>
                  <a:pt x="1464" y="351"/>
                </a:lnTo>
                <a:lnTo>
                  <a:pt x="1480" y="382"/>
                </a:lnTo>
                <a:lnTo>
                  <a:pt x="1493" y="414"/>
                </a:lnTo>
                <a:lnTo>
                  <a:pt x="1502" y="448"/>
                </a:lnTo>
                <a:lnTo>
                  <a:pt x="1508" y="483"/>
                </a:lnTo>
                <a:lnTo>
                  <a:pt x="1509" y="518"/>
                </a:lnTo>
                <a:lnTo>
                  <a:pt x="1507" y="553"/>
                </a:lnTo>
                <a:lnTo>
                  <a:pt x="1500" y="588"/>
                </a:lnTo>
                <a:moveTo>
                  <a:pt x="700" y="1000"/>
                </a:moveTo>
                <a:lnTo>
                  <a:pt x="700" y="22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58" name="Google Shape;1258;p56"/>
          <p:cNvSpPr txBox="1"/>
          <p:nvPr/>
        </p:nvSpPr>
        <p:spPr>
          <a:xfrm>
            <a:off x="5185959" y="2962656"/>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thumbs-up</a:t>
            </a:r>
            <a:endParaRPr sz="1100"/>
          </a:p>
        </p:txBody>
      </p:sp>
      <p:sp>
        <p:nvSpPr>
          <p:cNvPr id="1259" name="Google Shape;1259;p56"/>
          <p:cNvSpPr/>
          <p:nvPr/>
        </p:nvSpPr>
        <p:spPr>
          <a:xfrm>
            <a:off x="6839221" y="2551176"/>
            <a:ext cx="377202" cy="377190"/>
          </a:xfrm>
          <a:custGeom>
            <a:rect b="b" l="l" r="r" t="t"/>
            <a:pathLst>
              <a:path extrusionOk="0" fill="none" h="2400" w="2400">
                <a:moveTo>
                  <a:pt x="900" y="1812"/>
                </a:moveTo>
                <a:lnTo>
                  <a:pt x="1000" y="1400"/>
                </a:lnTo>
                <a:lnTo>
                  <a:pt x="417" y="1400"/>
                </a:lnTo>
                <a:lnTo>
                  <a:pt x="394" y="1399"/>
                </a:lnTo>
                <a:lnTo>
                  <a:pt x="371" y="1395"/>
                </a:lnTo>
                <a:lnTo>
                  <a:pt x="349" y="1388"/>
                </a:lnTo>
                <a:lnTo>
                  <a:pt x="328" y="1379"/>
                </a:lnTo>
                <a:lnTo>
                  <a:pt x="307" y="1367"/>
                </a:lnTo>
                <a:lnTo>
                  <a:pt x="289" y="1354"/>
                </a:lnTo>
                <a:lnTo>
                  <a:pt x="272" y="1338"/>
                </a:lnTo>
                <a:lnTo>
                  <a:pt x="257" y="1320"/>
                </a:lnTo>
                <a:lnTo>
                  <a:pt x="244" y="1301"/>
                </a:lnTo>
                <a:lnTo>
                  <a:pt x="234" y="1280"/>
                </a:lnTo>
                <a:lnTo>
                  <a:pt x="226" y="1258"/>
                </a:lnTo>
                <a:lnTo>
                  <a:pt x="220" y="1236"/>
                </a:lnTo>
                <a:lnTo>
                  <a:pt x="217" y="1213"/>
                </a:lnTo>
                <a:lnTo>
                  <a:pt x="217" y="1190"/>
                </a:lnTo>
                <a:lnTo>
                  <a:pt x="220" y="1167"/>
                </a:lnTo>
                <a:lnTo>
                  <a:pt x="225" y="1144"/>
                </a:lnTo>
                <a:lnTo>
                  <a:pt x="458" y="344"/>
                </a:lnTo>
                <a:lnTo>
                  <a:pt x="463" y="329"/>
                </a:lnTo>
                <a:lnTo>
                  <a:pt x="469" y="314"/>
                </a:lnTo>
                <a:lnTo>
                  <a:pt x="477" y="300"/>
                </a:lnTo>
                <a:lnTo>
                  <a:pt x="486" y="286"/>
                </a:lnTo>
                <a:lnTo>
                  <a:pt x="495" y="273"/>
                </a:lnTo>
                <a:lnTo>
                  <a:pt x="506" y="261"/>
                </a:lnTo>
                <a:lnTo>
                  <a:pt x="518" y="250"/>
                </a:lnTo>
                <a:lnTo>
                  <a:pt x="530" y="240"/>
                </a:lnTo>
                <a:lnTo>
                  <a:pt x="543" y="231"/>
                </a:lnTo>
                <a:lnTo>
                  <a:pt x="557" y="223"/>
                </a:lnTo>
                <a:lnTo>
                  <a:pt x="572" y="216"/>
                </a:lnTo>
                <a:lnTo>
                  <a:pt x="587" y="210"/>
                </a:lnTo>
                <a:lnTo>
                  <a:pt x="602" y="206"/>
                </a:lnTo>
                <a:lnTo>
                  <a:pt x="618" y="203"/>
                </a:lnTo>
                <a:lnTo>
                  <a:pt x="634" y="201"/>
                </a:lnTo>
                <a:lnTo>
                  <a:pt x="650" y="200"/>
                </a:lnTo>
                <a:lnTo>
                  <a:pt x="2000" y="200"/>
                </a:lnTo>
                <a:lnTo>
                  <a:pt x="2020" y="201"/>
                </a:lnTo>
                <a:lnTo>
                  <a:pt x="2039" y="204"/>
                </a:lnTo>
                <a:lnTo>
                  <a:pt x="2058" y="209"/>
                </a:lnTo>
                <a:lnTo>
                  <a:pt x="2077" y="215"/>
                </a:lnTo>
                <a:lnTo>
                  <a:pt x="2094" y="224"/>
                </a:lnTo>
                <a:lnTo>
                  <a:pt x="2111" y="234"/>
                </a:lnTo>
                <a:lnTo>
                  <a:pt x="2127" y="245"/>
                </a:lnTo>
                <a:lnTo>
                  <a:pt x="2141" y="259"/>
                </a:lnTo>
                <a:lnTo>
                  <a:pt x="2155" y="273"/>
                </a:lnTo>
                <a:lnTo>
                  <a:pt x="2166" y="289"/>
                </a:lnTo>
                <a:lnTo>
                  <a:pt x="2176" y="306"/>
                </a:lnTo>
                <a:lnTo>
                  <a:pt x="2185" y="323"/>
                </a:lnTo>
                <a:lnTo>
                  <a:pt x="2191" y="342"/>
                </a:lnTo>
                <a:lnTo>
                  <a:pt x="2196" y="361"/>
                </a:lnTo>
                <a:lnTo>
                  <a:pt x="2199" y="380"/>
                </a:lnTo>
                <a:lnTo>
                  <a:pt x="2200" y="400"/>
                </a:lnTo>
                <a:lnTo>
                  <a:pt x="2200" y="1200"/>
                </a:lnTo>
                <a:lnTo>
                  <a:pt x="2199" y="1220"/>
                </a:lnTo>
                <a:lnTo>
                  <a:pt x="2196" y="1239"/>
                </a:lnTo>
                <a:lnTo>
                  <a:pt x="2191" y="1258"/>
                </a:lnTo>
                <a:lnTo>
                  <a:pt x="2185" y="1277"/>
                </a:lnTo>
                <a:lnTo>
                  <a:pt x="2176" y="1294"/>
                </a:lnTo>
                <a:lnTo>
                  <a:pt x="2166" y="1311"/>
                </a:lnTo>
                <a:lnTo>
                  <a:pt x="2155" y="1327"/>
                </a:lnTo>
                <a:lnTo>
                  <a:pt x="2141" y="1341"/>
                </a:lnTo>
                <a:lnTo>
                  <a:pt x="2127" y="1355"/>
                </a:lnTo>
                <a:lnTo>
                  <a:pt x="2111" y="1366"/>
                </a:lnTo>
                <a:lnTo>
                  <a:pt x="2094" y="1376"/>
                </a:lnTo>
                <a:lnTo>
                  <a:pt x="2077" y="1385"/>
                </a:lnTo>
                <a:lnTo>
                  <a:pt x="2058" y="1391"/>
                </a:lnTo>
                <a:lnTo>
                  <a:pt x="2039" y="1396"/>
                </a:lnTo>
                <a:lnTo>
                  <a:pt x="2020" y="1399"/>
                </a:lnTo>
                <a:lnTo>
                  <a:pt x="2000" y="1400"/>
                </a:lnTo>
                <a:lnTo>
                  <a:pt x="1724" y="1400"/>
                </a:lnTo>
                <a:lnTo>
                  <a:pt x="1710" y="1400"/>
                </a:lnTo>
                <a:lnTo>
                  <a:pt x="1696" y="1402"/>
                </a:lnTo>
                <a:lnTo>
                  <a:pt x="1683" y="1404"/>
                </a:lnTo>
                <a:lnTo>
                  <a:pt x="1669" y="1408"/>
                </a:lnTo>
                <a:lnTo>
                  <a:pt x="1656" y="1412"/>
                </a:lnTo>
                <a:lnTo>
                  <a:pt x="1643" y="1417"/>
                </a:lnTo>
                <a:lnTo>
                  <a:pt x="1631" y="1423"/>
                </a:lnTo>
                <a:lnTo>
                  <a:pt x="1619" y="1430"/>
                </a:lnTo>
                <a:lnTo>
                  <a:pt x="1607" y="1438"/>
                </a:lnTo>
                <a:lnTo>
                  <a:pt x="1596" y="1446"/>
                </a:lnTo>
                <a:lnTo>
                  <a:pt x="1586" y="1455"/>
                </a:lnTo>
                <a:lnTo>
                  <a:pt x="1576" y="1465"/>
                </a:lnTo>
                <a:lnTo>
                  <a:pt x="1567" y="1476"/>
                </a:lnTo>
                <a:lnTo>
                  <a:pt x="1559" y="1487"/>
                </a:lnTo>
                <a:lnTo>
                  <a:pt x="1552" y="1499"/>
                </a:lnTo>
                <a:lnTo>
                  <a:pt x="1545" y="1511"/>
                </a:lnTo>
                <a:lnTo>
                  <a:pt x="1200" y="2200"/>
                </a:lnTo>
                <a:lnTo>
                  <a:pt x="1165" y="2198"/>
                </a:lnTo>
                <a:lnTo>
                  <a:pt x="1130" y="2191"/>
                </a:lnTo>
                <a:lnTo>
                  <a:pt x="1097" y="2181"/>
                </a:lnTo>
                <a:lnTo>
                  <a:pt x="1064" y="2167"/>
                </a:lnTo>
                <a:lnTo>
                  <a:pt x="1034" y="2150"/>
                </a:lnTo>
                <a:lnTo>
                  <a:pt x="1005" y="2129"/>
                </a:lnTo>
                <a:lnTo>
                  <a:pt x="979" y="2105"/>
                </a:lnTo>
                <a:lnTo>
                  <a:pt x="956" y="2078"/>
                </a:lnTo>
                <a:lnTo>
                  <a:pt x="936" y="2049"/>
                </a:lnTo>
                <a:lnTo>
                  <a:pt x="920" y="2018"/>
                </a:lnTo>
                <a:lnTo>
                  <a:pt x="907" y="1986"/>
                </a:lnTo>
                <a:lnTo>
                  <a:pt x="898" y="1952"/>
                </a:lnTo>
                <a:lnTo>
                  <a:pt x="892" y="1917"/>
                </a:lnTo>
                <a:lnTo>
                  <a:pt x="891" y="1882"/>
                </a:lnTo>
                <a:lnTo>
                  <a:pt x="893" y="1847"/>
                </a:lnTo>
                <a:lnTo>
                  <a:pt x="900" y="1812"/>
                </a:lnTo>
                <a:moveTo>
                  <a:pt x="1700" y="1400"/>
                </a:moveTo>
                <a:lnTo>
                  <a:pt x="1700" y="2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60" name="Google Shape;1260;p56"/>
          <p:cNvSpPr txBox="1"/>
          <p:nvPr/>
        </p:nvSpPr>
        <p:spPr>
          <a:xfrm>
            <a:off x="6413867" y="2962656"/>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thumbs-down</a:t>
            </a:r>
            <a:endParaRPr sz="1100"/>
          </a:p>
        </p:txBody>
      </p:sp>
      <p:sp>
        <p:nvSpPr>
          <p:cNvPr id="1261" name="Google Shape;1261;p56"/>
          <p:cNvSpPr/>
          <p:nvPr/>
        </p:nvSpPr>
        <p:spPr>
          <a:xfrm>
            <a:off x="8067129" y="2551176"/>
            <a:ext cx="377202" cy="377190"/>
          </a:xfrm>
          <a:custGeom>
            <a:rect b="b" l="l" r="r" t="t"/>
            <a:pathLst>
              <a:path extrusionOk="0" fill="none" h="2400" w="2400">
                <a:moveTo>
                  <a:pt x="200" y="950"/>
                </a:moveTo>
                <a:lnTo>
                  <a:pt x="206" y="867"/>
                </a:lnTo>
                <a:lnTo>
                  <a:pt x="225" y="787"/>
                </a:lnTo>
                <a:lnTo>
                  <a:pt x="255" y="710"/>
                </a:lnTo>
                <a:lnTo>
                  <a:pt x="297" y="638"/>
                </a:lnTo>
                <a:lnTo>
                  <a:pt x="349" y="574"/>
                </a:lnTo>
                <a:lnTo>
                  <a:pt x="410" y="518"/>
                </a:lnTo>
                <a:lnTo>
                  <a:pt x="478" y="472"/>
                </a:lnTo>
                <a:lnTo>
                  <a:pt x="553" y="436"/>
                </a:lnTo>
                <a:lnTo>
                  <a:pt x="632" y="413"/>
                </a:lnTo>
                <a:lnTo>
                  <a:pt x="714" y="401"/>
                </a:lnTo>
                <a:lnTo>
                  <a:pt x="797" y="402"/>
                </a:lnTo>
                <a:lnTo>
                  <a:pt x="879" y="415"/>
                </a:lnTo>
                <a:lnTo>
                  <a:pt x="958" y="441"/>
                </a:lnTo>
                <a:lnTo>
                  <a:pt x="1032" y="478"/>
                </a:lnTo>
                <a:lnTo>
                  <a:pt x="1099" y="525"/>
                </a:lnTo>
                <a:lnTo>
                  <a:pt x="1159" y="582"/>
                </a:lnTo>
                <a:lnTo>
                  <a:pt x="1163" y="586"/>
                </a:lnTo>
                <a:lnTo>
                  <a:pt x="1168" y="590"/>
                </a:lnTo>
                <a:lnTo>
                  <a:pt x="1173" y="593"/>
                </a:lnTo>
                <a:lnTo>
                  <a:pt x="1178" y="596"/>
                </a:lnTo>
                <a:lnTo>
                  <a:pt x="1183" y="598"/>
                </a:lnTo>
                <a:lnTo>
                  <a:pt x="1189" y="599"/>
                </a:lnTo>
                <a:lnTo>
                  <a:pt x="1194" y="600"/>
                </a:lnTo>
                <a:lnTo>
                  <a:pt x="1200" y="600"/>
                </a:lnTo>
                <a:lnTo>
                  <a:pt x="1206" y="600"/>
                </a:lnTo>
                <a:lnTo>
                  <a:pt x="1211" y="599"/>
                </a:lnTo>
                <a:lnTo>
                  <a:pt x="1217" y="598"/>
                </a:lnTo>
                <a:lnTo>
                  <a:pt x="1222" y="596"/>
                </a:lnTo>
                <a:lnTo>
                  <a:pt x="1227" y="593"/>
                </a:lnTo>
                <a:lnTo>
                  <a:pt x="1232" y="590"/>
                </a:lnTo>
                <a:lnTo>
                  <a:pt x="1237" y="586"/>
                </a:lnTo>
                <a:lnTo>
                  <a:pt x="1241" y="582"/>
                </a:lnTo>
                <a:lnTo>
                  <a:pt x="1301" y="525"/>
                </a:lnTo>
                <a:lnTo>
                  <a:pt x="1368" y="477"/>
                </a:lnTo>
                <a:lnTo>
                  <a:pt x="1442" y="440"/>
                </a:lnTo>
                <a:lnTo>
                  <a:pt x="1521" y="414"/>
                </a:lnTo>
                <a:lnTo>
                  <a:pt x="1603" y="400"/>
                </a:lnTo>
                <a:lnTo>
                  <a:pt x="1686" y="399"/>
                </a:lnTo>
                <a:lnTo>
                  <a:pt x="1768" y="411"/>
                </a:lnTo>
                <a:lnTo>
                  <a:pt x="1847" y="435"/>
                </a:lnTo>
                <a:lnTo>
                  <a:pt x="1922" y="470"/>
                </a:lnTo>
                <a:lnTo>
                  <a:pt x="1991" y="517"/>
                </a:lnTo>
                <a:lnTo>
                  <a:pt x="2052" y="573"/>
                </a:lnTo>
                <a:lnTo>
                  <a:pt x="2104" y="637"/>
                </a:lnTo>
                <a:lnTo>
                  <a:pt x="2146" y="709"/>
                </a:lnTo>
                <a:lnTo>
                  <a:pt x="2176" y="786"/>
                </a:lnTo>
                <a:lnTo>
                  <a:pt x="2194" y="867"/>
                </a:lnTo>
                <a:lnTo>
                  <a:pt x="2200" y="950"/>
                </a:lnTo>
                <a:cubicBezTo>
                  <a:pt x="2200" y="1179"/>
                  <a:pt x="2050" y="1350"/>
                  <a:pt x="1900" y="1500"/>
                </a:cubicBezTo>
                <a:lnTo>
                  <a:pt x="1351" y="2031"/>
                </a:lnTo>
                <a:lnTo>
                  <a:pt x="1336" y="2047"/>
                </a:lnTo>
                <a:lnTo>
                  <a:pt x="1320" y="2060"/>
                </a:lnTo>
                <a:lnTo>
                  <a:pt x="1302" y="2072"/>
                </a:lnTo>
                <a:lnTo>
                  <a:pt x="1283" y="2082"/>
                </a:lnTo>
                <a:lnTo>
                  <a:pt x="1264" y="2090"/>
                </a:lnTo>
                <a:lnTo>
                  <a:pt x="1243" y="2095"/>
                </a:lnTo>
                <a:lnTo>
                  <a:pt x="1222" y="2099"/>
                </a:lnTo>
                <a:lnTo>
                  <a:pt x="1201" y="2100"/>
                </a:lnTo>
                <a:lnTo>
                  <a:pt x="1180" y="2099"/>
                </a:lnTo>
                <a:lnTo>
                  <a:pt x="1159" y="2096"/>
                </a:lnTo>
                <a:lnTo>
                  <a:pt x="1139" y="2090"/>
                </a:lnTo>
                <a:lnTo>
                  <a:pt x="1119" y="2083"/>
                </a:lnTo>
                <a:lnTo>
                  <a:pt x="1100" y="2073"/>
                </a:lnTo>
                <a:lnTo>
                  <a:pt x="1082" y="2062"/>
                </a:lnTo>
                <a:lnTo>
                  <a:pt x="1066" y="2048"/>
                </a:lnTo>
                <a:lnTo>
                  <a:pt x="1051" y="2033"/>
                </a:lnTo>
                <a:lnTo>
                  <a:pt x="500" y="1500"/>
                </a:lnTo>
                <a:cubicBezTo>
                  <a:pt x="350" y="1350"/>
                  <a:pt x="200" y="1180"/>
                  <a:pt x="200" y="950"/>
                </a:cubicBez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62" name="Google Shape;1262;p56"/>
          <p:cNvSpPr txBox="1"/>
          <p:nvPr/>
        </p:nvSpPr>
        <p:spPr>
          <a:xfrm>
            <a:off x="7641775" y="2962656"/>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heart</a:t>
            </a:r>
            <a:endParaRPr sz="1100"/>
          </a:p>
        </p:txBody>
      </p:sp>
      <p:sp>
        <p:nvSpPr>
          <p:cNvPr id="1263" name="Google Shape;1263;p56"/>
          <p:cNvSpPr/>
          <p:nvPr/>
        </p:nvSpPr>
        <p:spPr>
          <a:xfrm>
            <a:off x="699681" y="3346704"/>
            <a:ext cx="377202" cy="377190"/>
          </a:xfrm>
          <a:custGeom>
            <a:rect b="b" l="l" r="r" t="t"/>
            <a:pathLst>
              <a:path extrusionOk="0" fill="none" h="2400" w="2400">
                <a:moveTo>
                  <a:pt x="1152" y="230"/>
                </a:moveTo>
                <a:lnTo>
                  <a:pt x="1156" y="223"/>
                </a:lnTo>
                <a:lnTo>
                  <a:pt x="1161" y="217"/>
                </a:lnTo>
                <a:lnTo>
                  <a:pt x="1166" y="212"/>
                </a:lnTo>
                <a:lnTo>
                  <a:pt x="1172" y="208"/>
                </a:lnTo>
                <a:lnTo>
                  <a:pt x="1179" y="205"/>
                </a:lnTo>
                <a:lnTo>
                  <a:pt x="1185" y="202"/>
                </a:lnTo>
                <a:lnTo>
                  <a:pt x="1193" y="201"/>
                </a:lnTo>
                <a:lnTo>
                  <a:pt x="1200" y="200"/>
                </a:lnTo>
                <a:lnTo>
                  <a:pt x="1207" y="201"/>
                </a:lnTo>
                <a:lnTo>
                  <a:pt x="1215" y="202"/>
                </a:lnTo>
                <a:lnTo>
                  <a:pt x="1221" y="205"/>
                </a:lnTo>
                <a:lnTo>
                  <a:pt x="1228" y="208"/>
                </a:lnTo>
                <a:lnTo>
                  <a:pt x="1234" y="212"/>
                </a:lnTo>
                <a:lnTo>
                  <a:pt x="1239" y="217"/>
                </a:lnTo>
                <a:lnTo>
                  <a:pt x="1244" y="223"/>
                </a:lnTo>
                <a:lnTo>
                  <a:pt x="1248" y="230"/>
                </a:lnTo>
                <a:lnTo>
                  <a:pt x="1478" y="697"/>
                </a:lnTo>
                <a:lnTo>
                  <a:pt x="1485" y="709"/>
                </a:lnTo>
                <a:lnTo>
                  <a:pt x="1491" y="720"/>
                </a:lnTo>
                <a:lnTo>
                  <a:pt x="1499" y="730"/>
                </a:lnTo>
                <a:lnTo>
                  <a:pt x="1507" y="740"/>
                </a:lnTo>
                <a:lnTo>
                  <a:pt x="1515" y="750"/>
                </a:lnTo>
                <a:lnTo>
                  <a:pt x="1524" y="759"/>
                </a:lnTo>
                <a:lnTo>
                  <a:pt x="1534" y="767"/>
                </a:lnTo>
                <a:lnTo>
                  <a:pt x="1544" y="775"/>
                </a:lnTo>
                <a:lnTo>
                  <a:pt x="1555" y="782"/>
                </a:lnTo>
                <a:lnTo>
                  <a:pt x="1566" y="789"/>
                </a:lnTo>
                <a:lnTo>
                  <a:pt x="1577" y="795"/>
                </a:lnTo>
                <a:lnTo>
                  <a:pt x="1589" y="800"/>
                </a:lnTo>
                <a:lnTo>
                  <a:pt x="1601" y="804"/>
                </a:lnTo>
                <a:lnTo>
                  <a:pt x="1613" y="808"/>
                </a:lnTo>
                <a:lnTo>
                  <a:pt x="1625" y="811"/>
                </a:lnTo>
                <a:lnTo>
                  <a:pt x="1638" y="813"/>
                </a:lnTo>
                <a:lnTo>
                  <a:pt x="2155" y="889"/>
                </a:lnTo>
                <a:lnTo>
                  <a:pt x="2162" y="891"/>
                </a:lnTo>
                <a:lnTo>
                  <a:pt x="2169" y="893"/>
                </a:lnTo>
                <a:lnTo>
                  <a:pt x="2175" y="897"/>
                </a:lnTo>
                <a:lnTo>
                  <a:pt x="2181" y="901"/>
                </a:lnTo>
                <a:lnTo>
                  <a:pt x="2186" y="906"/>
                </a:lnTo>
                <a:lnTo>
                  <a:pt x="2191" y="912"/>
                </a:lnTo>
                <a:lnTo>
                  <a:pt x="2195" y="918"/>
                </a:lnTo>
                <a:lnTo>
                  <a:pt x="2197" y="925"/>
                </a:lnTo>
                <a:lnTo>
                  <a:pt x="2199" y="932"/>
                </a:lnTo>
                <a:lnTo>
                  <a:pt x="2200" y="940"/>
                </a:lnTo>
                <a:lnTo>
                  <a:pt x="2200" y="947"/>
                </a:lnTo>
                <a:lnTo>
                  <a:pt x="2198" y="954"/>
                </a:lnTo>
                <a:lnTo>
                  <a:pt x="2196" y="961"/>
                </a:lnTo>
                <a:lnTo>
                  <a:pt x="2193" y="968"/>
                </a:lnTo>
                <a:lnTo>
                  <a:pt x="2189" y="974"/>
                </a:lnTo>
                <a:lnTo>
                  <a:pt x="2184" y="979"/>
                </a:lnTo>
                <a:lnTo>
                  <a:pt x="1810" y="1343"/>
                </a:lnTo>
                <a:lnTo>
                  <a:pt x="1801" y="1352"/>
                </a:lnTo>
                <a:lnTo>
                  <a:pt x="1793" y="1362"/>
                </a:lnTo>
                <a:lnTo>
                  <a:pt x="1785" y="1372"/>
                </a:lnTo>
                <a:lnTo>
                  <a:pt x="1778" y="1383"/>
                </a:lnTo>
                <a:lnTo>
                  <a:pt x="1772" y="1394"/>
                </a:lnTo>
                <a:lnTo>
                  <a:pt x="1766" y="1406"/>
                </a:lnTo>
                <a:lnTo>
                  <a:pt x="1761" y="1417"/>
                </a:lnTo>
                <a:lnTo>
                  <a:pt x="1757" y="1430"/>
                </a:lnTo>
                <a:lnTo>
                  <a:pt x="1753" y="1442"/>
                </a:lnTo>
                <a:lnTo>
                  <a:pt x="1750" y="1454"/>
                </a:lnTo>
                <a:lnTo>
                  <a:pt x="1748" y="1467"/>
                </a:lnTo>
                <a:lnTo>
                  <a:pt x="1747" y="1480"/>
                </a:lnTo>
                <a:lnTo>
                  <a:pt x="1746" y="1493"/>
                </a:lnTo>
                <a:lnTo>
                  <a:pt x="1747" y="1505"/>
                </a:lnTo>
                <a:lnTo>
                  <a:pt x="1748" y="1518"/>
                </a:lnTo>
                <a:lnTo>
                  <a:pt x="1749" y="1531"/>
                </a:lnTo>
                <a:lnTo>
                  <a:pt x="1838" y="2045"/>
                </a:lnTo>
                <a:lnTo>
                  <a:pt x="1838" y="2052"/>
                </a:lnTo>
                <a:lnTo>
                  <a:pt x="1838" y="2060"/>
                </a:lnTo>
                <a:lnTo>
                  <a:pt x="1837" y="2067"/>
                </a:lnTo>
                <a:lnTo>
                  <a:pt x="1834" y="2074"/>
                </a:lnTo>
                <a:lnTo>
                  <a:pt x="1831" y="2081"/>
                </a:lnTo>
                <a:lnTo>
                  <a:pt x="1827" y="2087"/>
                </a:lnTo>
                <a:lnTo>
                  <a:pt x="1822" y="2092"/>
                </a:lnTo>
                <a:lnTo>
                  <a:pt x="1816" y="2097"/>
                </a:lnTo>
                <a:lnTo>
                  <a:pt x="1810" y="2101"/>
                </a:lnTo>
                <a:lnTo>
                  <a:pt x="1803" y="2104"/>
                </a:lnTo>
                <a:lnTo>
                  <a:pt x="1796" y="2106"/>
                </a:lnTo>
                <a:lnTo>
                  <a:pt x="1789" y="2107"/>
                </a:lnTo>
                <a:lnTo>
                  <a:pt x="1782" y="2107"/>
                </a:lnTo>
                <a:lnTo>
                  <a:pt x="1774" y="2106"/>
                </a:lnTo>
                <a:lnTo>
                  <a:pt x="1767" y="2104"/>
                </a:lnTo>
                <a:lnTo>
                  <a:pt x="1760" y="2101"/>
                </a:lnTo>
                <a:lnTo>
                  <a:pt x="1299" y="1858"/>
                </a:lnTo>
                <a:lnTo>
                  <a:pt x="1287" y="1853"/>
                </a:lnTo>
                <a:lnTo>
                  <a:pt x="1275" y="1848"/>
                </a:lnTo>
                <a:lnTo>
                  <a:pt x="1263" y="1843"/>
                </a:lnTo>
                <a:lnTo>
                  <a:pt x="1251" y="1840"/>
                </a:lnTo>
                <a:lnTo>
                  <a:pt x="1238" y="1837"/>
                </a:lnTo>
                <a:lnTo>
                  <a:pt x="1226" y="1835"/>
                </a:lnTo>
                <a:lnTo>
                  <a:pt x="1213" y="1834"/>
                </a:lnTo>
                <a:lnTo>
                  <a:pt x="1200" y="1834"/>
                </a:lnTo>
                <a:lnTo>
                  <a:pt x="1187" y="1834"/>
                </a:lnTo>
                <a:lnTo>
                  <a:pt x="1174" y="1835"/>
                </a:lnTo>
                <a:lnTo>
                  <a:pt x="1162" y="1837"/>
                </a:lnTo>
                <a:lnTo>
                  <a:pt x="1149" y="1840"/>
                </a:lnTo>
                <a:lnTo>
                  <a:pt x="1137" y="1843"/>
                </a:lnTo>
                <a:lnTo>
                  <a:pt x="1125" y="1848"/>
                </a:lnTo>
                <a:lnTo>
                  <a:pt x="1113" y="1853"/>
                </a:lnTo>
                <a:lnTo>
                  <a:pt x="1101" y="1858"/>
                </a:lnTo>
                <a:lnTo>
                  <a:pt x="640" y="2101"/>
                </a:lnTo>
                <a:lnTo>
                  <a:pt x="633" y="2104"/>
                </a:lnTo>
                <a:lnTo>
                  <a:pt x="626" y="2106"/>
                </a:lnTo>
                <a:lnTo>
                  <a:pt x="618" y="2107"/>
                </a:lnTo>
                <a:lnTo>
                  <a:pt x="611" y="2107"/>
                </a:lnTo>
                <a:lnTo>
                  <a:pt x="604" y="2106"/>
                </a:lnTo>
                <a:lnTo>
                  <a:pt x="597" y="2104"/>
                </a:lnTo>
                <a:lnTo>
                  <a:pt x="590" y="2101"/>
                </a:lnTo>
                <a:lnTo>
                  <a:pt x="584" y="2097"/>
                </a:lnTo>
                <a:lnTo>
                  <a:pt x="578" y="2092"/>
                </a:lnTo>
                <a:lnTo>
                  <a:pt x="573" y="2087"/>
                </a:lnTo>
                <a:lnTo>
                  <a:pt x="569" y="2081"/>
                </a:lnTo>
                <a:lnTo>
                  <a:pt x="566" y="2074"/>
                </a:lnTo>
                <a:lnTo>
                  <a:pt x="563" y="2067"/>
                </a:lnTo>
                <a:lnTo>
                  <a:pt x="562" y="2060"/>
                </a:lnTo>
                <a:lnTo>
                  <a:pt x="562" y="2052"/>
                </a:lnTo>
                <a:lnTo>
                  <a:pt x="563" y="2045"/>
                </a:lnTo>
                <a:lnTo>
                  <a:pt x="651" y="1531"/>
                </a:lnTo>
                <a:lnTo>
                  <a:pt x="652" y="1518"/>
                </a:lnTo>
                <a:lnTo>
                  <a:pt x="654" y="1506"/>
                </a:lnTo>
                <a:lnTo>
                  <a:pt x="654" y="1493"/>
                </a:lnTo>
                <a:lnTo>
                  <a:pt x="653" y="1480"/>
                </a:lnTo>
                <a:lnTo>
                  <a:pt x="652" y="1467"/>
                </a:lnTo>
                <a:lnTo>
                  <a:pt x="650" y="1454"/>
                </a:lnTo>
                <a:lnTo>
                  <a:pt x="647" y="1442"/>
                </a:lnTo>
                <a:lnTo>
                  <a:pt x="643" y="1430"/>
                </a:lnTo>
                <a:lnTo>
                  <a:pt x="639" y="1418"/>
                </a:lnTo>
                <a:lnTo>
                  <a:pt x="634" y="1406"/>
                </a:lnTo>
                <a:lnTo>
                  <a:pt x="628" y="1394"/>
                </a:lnTo>
                <a:lnTo>
                  <a:pt x="622" y="1383"/>
                </a:lnTo>
                <a:lnTo>
                  <a:pt x="615" y="1372"/>
                </a:lnTo>
                <a:lnTo>
                  <a:pt x="607" y="1362"/>
                </a:lnTo>
                <a:lnTo>
                  <a:pt x="599" y="1352"/>
                </a:lnTo>
                <a:lnTo>
                  <a:pt x="590" y="1343"/>
                </a:lnTo>
                <a:lnTo>
                  <a:pt x="216" y="980"/>
                </a:lnTo>
                <a:lnTo>
                  <a:pt x="211" y="974"/>
                </a:lnTo>
                <a:lnTo>
                  <a:pt x="207" y="968"/>
                </a:lnTo>
                <a:lnTo>
                  <a:pt x="204" y="961"/>
                </a:lnTo>
                <a:lnTo>
                  <a:pt x="201" y="954"/>
                </a:lnTo>
                <a:lnTo>
                  <a:pt x="200" y="947"/>
                </a:lnTo>
                <a:lnTo>
                  <a:pt x="200" y="940"/>
                </a:lnTo>
                <a:lnTo>
                  <a:pt x="201" y="932"/>
                </a:lnTo>
                <a:lnTo>
                  <a:pt x="202" y="925"/>
                </a:lnTo>
                <a:lnTo>
                  <a:pt x="205" y="918"/>
                </a:lnTo>
                <a:lnTo>
                  <a:pt x="209" y="912"/>
                </a:lnTo>
                <a:lnTo>
                  <a:pt x="213" y="906"/>
                </a:lnTo>
                <a:lnTo>
                  <a:pt x="219" y="901"/>
                </a:lnTo>
                <a:lnTo>
                  <a:pt x="225" y="896"/>
                </a:lnTo>
                <a:lnTo>
                  <a:pt x="231" y="893"/>
                </a:lnTo>
                <a:lnTo>
                  <a:pt x="238" y="890"/>
                </a:lnTo>
                <a:lnTo>
                  <a:pt x="245" y="889"/>
                </a:lnTo>
                <a:lnTo>
                  <a:pt x="762" y="813"/>
                </a:lnTo>
                <a:lnTo>
                  <a:pt x="775" y="811"/>
                </a:lnTo>
                <a:lnTo>
                  <a:pt x="787" y="808"/>
                </a:lnTo>
                <a:lnTo>
                  <a:pt x="799" y="804"/>
                </a:lnTo>
                <a:lnTo>
                  <a:pt x="811" y="800"/>
                </a:lnTo>
                <a:lnTo>
                  <a:pt x="823" y="795"/>
                </a:lnTo>
                <a:lnTo>
                  <a:pt x="834" y="789"/>
                </a:lnTo>
                <a:lnTo>
                  <a:pt x="845" y="782"/>
                </a:lnTo>
                <a:lnTo>
                  <a:pt x="856" y="775"/>
                </a:lnTo>
                <a:lnTo>
                  <a:pt x="866" y="767"/>
                </a:lnTo>
                <a:lnTo>
                  <a:pt x="876" y="759"/>
                </a:lnTo>
                <a:lnTo>
                  <a:pt x="885" y="750"/>
                </a:lnTo>
                <a:lnTo>
                  <a:pt x="894" y="740"/>
                </a:lnTo>
                <a:lnTo>
                  <a:pt x="902" y="730"/>
                </a:lnTo>
                <a:lnTo>
                  <a:pt x="909" y="720"/>
                </a:lnTo>
                <a:lnTo>
                  <a:pt x="916" y="709"/>
                </a:lnTo>
                <a:lnTo>
                  <a:pt x="922" y="697"/>
                </a:lnTo>
                <a:lnTo>
                  <a:pt x="1152" y="23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64" name="Google Shape;1264;p56"/>
          <p:cNvSpPr txBox="1"/>
          <p:nvPr/>
        </p:nvSpPr>
        <p:spPr>
          <a:xfrm>
            <a:off x="274327" y="3758184"/>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star</a:t>
            </a:r>
            <a:endParaRPr sz="1100"/>
          </a:p>
        </p:txBody>
      </p:sp>
      <p:sp>
        <p:nvSpPr>
          <p:cNvPr id="1265" name="Google Shape;1265;p56"/>
          <p:cNvSpPr/>
          <p:nvPr/>
        </p:nvSpPr>
        <p:spPr>
          <a:xfrm>
            <a:off x="1927589" y="3346704"/>
            <a:ext cx="377202" cy="377190"/>
          </a:xfrm>
          <a:custGeom>
            <a:rect b="b" l="l" r="r" t="t"/>
            <a:pathLst>
              <a:path extrusionOk="0" fill="none" h="2400" w="2400">
                <a:moveTo>
                  <a:pt x="400" y="2200"/>
                </a:moveTo>
                <a:lnTo>
                  <a:pt x="400" y="400"/>
                </a:lnTo>
                <a:lnTo>
                  <a:pt x="400" y="394"/>
                </a:lnTo>
                <a:lnTo>
                  <a:pt x="401" y="388"/>
                </a:lnTo>
                <a:lnTo>
                  <a:pt x="402" y="383"/>
                </a:lnTo>
                <a:lnTo>
                  <a:pt x="403" y="377"/>
                </a:lnTo>
                <a:lnTo>
                  <a:pt x="404" y="371"/>
                </a:lnTo>
                <a:lnTo>
                  <a:pt x="406" y="366"/>
                </a:lnTo>
                <a:lnTo>
                  <a:pt x="408" y="361"/>
                </a:lnTo>
                <a:lnTo>
                  <a:pt x="411" y="355"/>
                </a:lnTo>
                <a:lnTo>
                  <a:pt x="413" y="350"/>
                </a:lnTo>
                <a:lnTo>
                  <a:pt x="416" y="345"/>
                </a:lnTo>
                <a:lnTo>
                  <a:pt x="420" y="340"/>
                </a:lnTo>
                <a:lnTo>
                  <a:pt x="423" y="336"/>
                </a:lnTo>
                <a:lnTo>
                  <a:pt x="427" y="332"/>
                </a:lnTo>
                <a:lnTo>
                  <a:pt x="431" y="327"/>
                </a:lnTo>
                <a:lnTo>
                  <a:pt x="435" y="324"/>
                </a:lnTo>
                <a:lnTo>
                  <a:pt x="440" y="320"/>
                </a:lnTo>
                <a:lnTo>
                  <a:pt x="460" y="306"/>
                </a:lnTo>
                <a:lnTo>
                  <a:pt x="480" y="293"/>
                </a:lnTo>
                <a:lnTo>
                  <a:pt x="500" y="280"/>
                </a:lnTo>
                <a:lnTo>
                  <a:pt x="522" y="269"/>
                </a:lnTo>
                <a:lnTo>
                  <a:pt x="543" y="258"/>
                </a:lnTo>
                <a:lnTo>
                  <a:pt x="565" y="248"/>
                </a:lnTo>
                <a:lnTo>
                  <a:pt x="588" y="239"/>
                </a:lnTo>
                <a:lnTo>
                  <a:pt x="610" y="231"/>
                </a:lnTo>
                <a:lnTo>
                  <a:pt x="633" y="224"/>
                </a:lnTo>
                <a:lnTo>
                  <a:pt x="657" y="217"/>
                </a:lnTo>
                <a:lnTo>
                  <a:pt x="680" y="212"/>
                </a:lnTo>
                <a:lnTo>
                  <a:pt x="704" y="208"/>
                </a:lnTo>
                <a:lnTo>
                  <a:pt x="728" y="204"/>
                </a:lnTo>
                <a:lnTo>
                  <a:pt x="752" y="202"/>
                </a:lnTo>
                <a:lnTo>
                  <a:pt x="776" y="200"/>
                </a:lnTo>
                <a:lnTo>
                  <a:pt x="800" y="200"/>
                </a:lnTo>
                <a:cubicBezTo>
                  <a:pt x="1100" y="200"/>
                  <a:pt x="1300" y="400"/>
                  <a:pt x="1533" y="400"/>
                </a:cubicBezTo>
                <a:quadBezTo>
                  <a:pt x="1733" y="400"/>
                  <a:pt x="1840" y="320"/>
                </a:quadBezTo>
                <a:lnTo>
                  <a:pt x="1852" y="312"/>
                </a:lnTo>
                <a:lnTo>
                  <a:pt x="1864" y="307"/>
                </a:lnTo>
                <a:lnTo>
                  <a:pt x="1877" y="303"/>
                </a:lnTo>
                <a:lnTo>
                  <a:pt x="1891" y="300"/>
                </a:lnTo>
                <a:lnTo>
                  <a:pt x="1905" y="300"/>
                </a:lnTo>
                <a:lnTo>
                  <a:pt x="1919" y="302"/>
                </a:lnTo>
                <a:lnTo>
                  <a:pt x="1932" y="305"/>
                </a:lnTo>
                <a:lnTo>
                  <a:pt x="1945" y="311"/>
                </a:lnTo>
                <a:lnTo>
                  <a:pt x="1957" y="318"/>
                </a:lnTo>
                <a:lnTo>
                  <a:pt x="1967" y="326"/>
                </a:lnTo>
                <a:lnTo>
                  <a:pt x="1977" y="336"/>
                </a:lnTo>
                <a:lnTo>
                  <a:pt x="1985" y="347"/>
                </a:lnTo>
                <a:lnTo>
                  <a:pt x="1992" y="360"/>
                </a:lnTo>
                <a:lnTo>
                  <a:pt x="1996" y="373"/>
                </a:lnTo>
                <a:lnTo>
                  <a:pt x="1999" y="386"/>
                </a:lnTo>
                <a:lnTo>
                  <a:pt x="2000" y="400"/>
                </a:lnTo>
                <a:lnTo>
                  <a:pt x="2000" y="1400"/>
                </a:lnTo>
                <a:lnTo>
                  <a:pt x="2000" y="1406"/>
                </a:lnTo>
                <a:lnTo>
                  <a:pt x="1999" y="1412"/>
                </a:lnTo>
                <a:lnTo>
                  <a:pt x="1998" y="1417"/>
                </a:lnTo>
                <a:lnTo>
                  <a:pt x="1997" y="1423"/>
                </a:lnTo>
                <a:lnTo>
                  <a:pt x="1996" y="1429"/>
                </a:lnTo>
                <a:lnTo>
                  <a:pt x="1994" y="1434"/>
                </a:lnTo>
                <a:lnTo>
                  <a:pt x="1992" y="1439"/>
                </a:lnTo>
                <a:lnTo>
                  <a:pt x="1989" y="1445"/>
                </a:lnTo>
                <a:lnTo>
                  <a:pt x="1987" y="1450"/>
                </a:lnTo>
                <a:lnTo>
                  <a:pt x="1984" y="1455"/>
                </a:lnTo>
                <a:lnTo>
                  <a:pt x="1980" y="1460"/>
                </a:lnTo>
                <a:lnTo>
                  <a:pt x="1977" y="1464"/>
                </a:lnTo>
                <a:lnTo>
                  <a:pt x="1973" y="1468"/>
                </a:lnTo>
                <a:lnTo>
                  <a:pt x="1969" y="1473"/>
                </a:lnTo>
                <a:lnTo>
                  <a:pt x="1965" y="1476"/>
                </a:lnTo>
                <a:lnTo>
                  <a:pt x="1960" y="1480"/>
                </a:lnTo>
                <a:lnTo>
                  <a:pt x="1940" y="1494"/>
                </a:lnTo>
                <a:lnTo>
                  <a:pt x="1920" y="1507"/>
                </a:lnTo>
                <a:lnTo>
                  <a:pt x="1900" y="1520"/>
                </a:lnTo>
                <a:lnTo>
                  <a:pt x="1878" y="1531"/>
                </a:lnTo>
                <a:lnTo>
                  <a:pt x="1857" y="1542"/>
                </a:lnTo>
                <a:lnTo>
                  <a:pt x="1835" y="1552"/>
                </a:lnTo>
                <a:lnTo>
                  <a:pt x="1812" y="1561"/>
                </a:lnTo>
                <a:lnTo>
                  <a:pt x="1790" y="1569"/>
                </a:lnTo>
                <a:lnTo>
                  <a:pt x="1767" y="1576"/>
                </a:lnTo>
                <a:lnTo>
                  <a:pt x="1743" y="1583"/>
                </a:lnTo>
                <a:lnTo>
                  <a:pt x="1720" y="1588"/>
                </a:lnTo>
                <a:lnTo>
                  <a:pt x="1696" y="1592"/>
                </a:lnTo>
                <a:lnTo>
                  <a:pt x="1672" y="1596"/>
                </a:lnTo>
                <a:lnTo>
                  <a:pt x="1648" y="1598"/>
                </a:lnTo>
                <a:lnTo>
                  <a:pt x="1624" y="1600"/>
                </a:lnTo>
                <a:lnTo>
                  <a:pt x="1600" y="1600"/>
                </a:lnTo>
                <a:cubicBezTo>
                  <a:pt x="1300" y="1600"/>
                  <a:pt x="1100" y="1400"/>
                  <a:pt x="800" y="1400"/>
                </a:cubicBezTo>
                <a:lnTo>
                  <a:pt x="773" y="1401"/>
                </a:lnTo>
                <a:lnTo>
                  <a:pt x="745" y="1402"/>
                </a:lnTo>
                <a:lnTo>
                  <a:pt x="718" y="1406"/>
                </a:lnTo>
                <a:lnTo>
                  <a:pt x="691" y="1410"/>
                </a:lnTo>
                <a:lnTo>
                  <a:pt x="664" y="1416"/>
                </a:lnTo>
                <a:lnTo>
                  <a:pt x="638" y="1422"/>
                </a:lnTo>
                <a:lnTo>
                  <a:pt x="612" y="1430"/>
                </a:lnTo>
                <a:lnTo>
                  <a:pt x="586" y="1440"/>
                </a:lnTo>
                <a:lnTo>
                  <a:pt x="561" y="1450"/>
                </a:lnTo>
                <a:lnTo>
                  <a:pt x="536" y="1461"/>
                </a:lnTo>
                <a:lnTo>
                  <a:pt x="511" y="1474"/>
                </a:lnTo>
                <a:lnTo>
                  <a:pt x="488" y="1488"/>
                </a:lnTo>
                <a:lnTo>
                  <a:pt x="465" y="1502"/>
                </a:lnTo>
                <a:lnTo>
                  <a:pt x="442" y="1518"/>
                </a:lnTo>
                <a:lnTo>
                  <a:pt x="421" y="1535"/>
                </a:lnTo>
                <a:lnTo>
                  <a:pt x="400" y="1553"/>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66" name="Google Shape;1266;p56"/>
          <p:cNvSpPr txBox="1"/>
          <p:nvPr/>
        </p:nvSpPr>
        <p:spPr>
          <a:xfrm>
            <a:off x="1502235" y="3758184"/>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flag</a:t>
            </a:r>
            <a:endParaRPr sz="1100"/>
          </a:p>
        </p:txBody>
      </p:sp>
      <p:sp>
        <p:nvSpPr>
          <p:cNvPr id="1267" name="Google Shape;1267;p56"/>
          <p:cNvSpPr/>
          <p:nvPr/>
        </p:nvSpPr>
        <p:spPr>
          <a:xfrm>
            <a:off x="3155497" y="3346704"/>
            <a:ext cx="377202" cy="377190"/>
          </a:xfrm>
          <a:custGeom>
            <a:rect b="b" l="l" r="r" t="t"/>
            <a:pathLst>
              <a:path extrusionOk="0" fill="none" h="2400" w="2400">
                <a:moveTo>
                  <a:pt x="1700" y="300"/>
                </a:moveTo>
                <a:lnTo>
                  <a:pt x="1720" y="301"/>
                </a:lnTo>
                <a:lnTo>
                  <a:pt x="1739" y="304"/>
                </a:lnTo>
                <a:lnTo>
                  <a:pt x="1758" y="309"/>
                </a:lnTo>
                <a:lnTo>
                  <a:pt x="1777" y="315"/>
                </a:lnTo>
                <a:lnTo>
                  <a:pt x="1794" y="324"/>
                </a:lnTo>
                <a:lnTo>
                  <a:pt x="1811" y="334"/>
                </a:lnTo>
                <a:lnTo>
                  <a:pt x="1827" y="345"/>
                </a:lnTo>
                <a:lnTo>
                  <a:pt x="1841" y="359"/>
                </a:lnTo>
                <a:lnTo>
                  <a:pt x="1855" y="373"/>
                </a:lnTo>
                <a:lnTo>
                  <a:pt x="1866" y="389"/>
                </a:lnTo>
                <a:lnTo>
                  <a:pt x="1876" y="406"/>
                </a:lnTo>
                <a:lnTo>
                  <a:pt x="1885" y="423"/>
                </a:lnTo>
                <a:lnTo>
                  <a:pt x="1891" y="442"/>
                </a:lnTo>
                <a:lnTo>
                  <a:pt x="1896" y="461"/>
                </a:lnTo>
                <a:lnTo>
                  <a:pt x="1899" y="480"/>
                </a:lnTo>
                <a:lnTo>
                  <a:pt x="1900" y="500"/>
                </a:lnTo>
                <a:lnTo>
                  <a:pt x="1900" y="2000"/>
                </a:lnTo>
                <a:lnTo>
                  <a:pt x="1899" y="2013"/>
                </a:lnTo>
                <a:lnTo>
                  <a:pt x="1897" y="2026"/>
                </a:lnTo>
                <a:lnTo>
                  <a:pt x="1892" y="2038"/>
                </a:lnTo>
                <a:lnTo>
                  <a:pt x="1887" y="2050"/>
                </a:lnTo>
                <a:lnTo>
                  <a:pt x="1879" y="2061"/>
                </a:lnTo>
                <a:lnTo>
                  <a:pt x="1871" y="2071"/>
                </a:lnTo>
                <a:lnTo>
                  <a:pt x="1861" y="2079"/>
                </a:lnTo>
                <a:lnTo>
                  <a:pt x="1850" y="2086"/>
                </a:lnTo>
                <a:lnTo>
                  <a:pt x="1838" y="2092"/>
                </a:lnTo>
                <a:lnTo>
                  <a:pt x="1826" y="2096"/>
                </a:lnTo>
                <a:lnTo>
                  <a:pt x="1813" y="2099"/>
                </a:lnTo>
                <a:lnTo>
                  <a:pt x="1800" y="2100"/>
                </a:lnTo>
                <a:lnTo>
                  <a:pt x="1787" y="2099"/>
                </a:lnTo>
                <a:lnTo>
                  <a:pt x="1775" y="2097"/>
                </a:lnTo>
                <a:lnTo>
                  <a:pt x="1762" y="2093"/>
                </a:lnTo>
                <a:lnTo>
                  <a:pt x="1750" y="2087"/>
                </a:lnTo>
                <a:lnTo>
                  <a:pt x="1299" y="1829"/>
                </a:lnTo>
                <a:lnTo>
                  <a:pt x="1288" y="1823"/>
                </a:lnTo>
                <a:lnTo>
                  <a:pt x="1276" y="1818"/>
                </a:lnTo>
                <a:lnTo>
                  <a:pt x="1264" y="1813"/>
                </a:lnTo>
                <a:lnTo>
                  <a:pt x="1251" y="1809"/>
                </a:lnTo>
                <a:lnTo>
                  <a:pt x="1239" y="1806"/>
                </a:lnTo>
                <a:lnTo>
                  <a:pt x="1226" y="1804"/>
                </a:lnTo>
                <a:lnTo>
                  <a:pt x="1213" y="1803"/>
                </a:lnTo>
                <a:lnTo>
                  <a:pt x="1200" y="1803"/>
                </a:lnTo>
                <a:lnTo>
                  <a:pt x="1187" y="1803"/>
                </a:lnTo>
                <a:lnTo>
                  <a:pt x="1174" y="1804"/>
                </a:lnTo>
                <a:lnTo>
                  <a:pt x="1161" y="1806"/>
                </a:lnTo>
                <a:lnTo>
                  <a:pt x="1149" y="1809"/>
                </a:lnTo>
                <a:lnTo>
                  <a:pt x="1136" y="1813"/>
                </a:lnTo>
                <a:lnTo>
                  <a:pt x="1124" y="1818"/>
                </a:lnTo>
                <a:lnTo>
                  <a:pt x="1112" y="1823"/>
                </a:lnTo>
                <a:lnTo>
                  <a:pt x="1101" y="1829"/>
                </a:lnTo>
                <a:lnTo>
                  <a:pt x="650" y="2087"/>
                </a:lnTo>
                <a:lnTo>
                  <a:pt x="638" y="2093"/>
                </a:lnTo>
                <a:lnTo>
                  <a:pt x="625" y="2097"/>
                </a:lnTo>
                <a:lnTo>
                  <a:pt x="613" y="2099"/>
                </a:lnTo>
                <a:lnTo>
                  <a:pt x="600" y="2100"/>
                </a:lnTo>
                <a:lnTo>
                  <a:pt x="587" y="2099"/>
                </a:lnTo>
                <a:lnTo>
                  <a:pt x="574" y="2096"/>
                </a:lnTo>
                <a:lnTo>
                  <a:pt x="562" y="2092"/>
                </a:lnTo>
                <a:lnTo>
                  <a:pt x="550" y="2086"/>
                </a:lnTo>
                <a:lnTo>
                  <a:pt x="539" y="2079"/>
                </a:lnTo>
                <a:lnTo>
                  <a:pt x="529" y="2071"/>
                </a:lnTo>
                <a:lnTo>
                  <a:pt x="521" y="2061"/>
                </a:lnTo>
                <a:lnTo>
                  <a:pt x="513" y="2050"/>
                </a:lnTo>
                <a:lnTo>
                  <a:pt x="508" y="2038"/>
                </a:lnTo>
                <a:lnTo>
                  <a:pt x="503" y="2026"/>
                </a:lnTo>
                <a:lnTo>
                  <a:pt x="501" y="2013"/>
                </a:lnTo>
                <a:lnTo>
                  <a:pt x="500" y="2000"/>
                </a:lnTo>
                <a:lnTo>
                  <a:pt x="500" y="500"/>
                </a:lnTo>
                <a:lnTo>
                  <a:pt x="501" y="480"/>
                </a:lnTo>
                <a:lnTo>
                  <a:pt x="504" y="461"/>
                </a:lnTo>
                <a:lnTo>
                  <a:pt x="509" y="442"/>
                </a:lnTo>
                <a:lnTo>
                  <a:pt x="515" y="423"/>
                </a:lnTo>
                <a:lnTo>
                  <a:pt x="524" y="406"/>
                </a:lnTo>
                <a:lnTo>
                  <a:pt x="534" y="389"/>
                </a:lnTo>
                <a:lnTo>
                  <a:pt x="545" y="373"/>
                </a:lnTo>
                <a:lnTo>
                  <a:pt x="559" y="359"/>
                </a:lnTo>
                <a:lnTo>
                  <a:pt x="573" y="345"/>
                </a:lnTo>
                <a:lnTo>
                  <a:pt x="589" y="334"/>
                </a:lnTo>
                <a:lnTo>
                  <a:pt x="606" y="324"/>
                </a:lnTo>
                <a:lnTo>
                  <a:pt x="623" y="315"/>
                </a:lnTo>
                <a:lnTo>
                  <a:pt x="642" y="309"/>
                </a:lnTo>
                <a:lnTo>
                  <a:pt x="661" y="304"/>
                </a:lnTo>
                <a:lnTo>
                  <a:pt x="680" y="301"/>
                </a:lnTo>
                <a:lnTo>
                  <a:pt x="700" y="300"/>
                </a:lnTo>
                <a:lnTo>
                  <a:pt x="1700" y="3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68" name="Google Shape;1268;p56"/>
          <p:cNvSpPr txBox="1"/>
          <p:nvPr/>
        </p:nvSpPr>
        <p:spPr>
          <a:xfrm>
            <a:off x="2730143" y="3758184"/>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bookmark</a:t>
            </a:r>
            <a:endParaRPr sz="1100"/>
          </a:p>
        </p:txBody>
      </p:sp>
      <p:sp>
        <p:nvSpPr>
          <p:cNvPr id="1269" name="Google Shape;1269;p56"/>
          <p:cNvSpPr/>
          <p:nvPr/>
        </p:nvSpPr>
        <p:spPr>
          <a:xfrm>
            <a:off x="4383405" y="3346704"/>
            <a:ext cx="377202" cy="377190"/>
          </a:xfrm>
          <a:custGeom>
            <a:rect b="b" l="l" r="r" t="t"/>
            <a:pathLst>
              <a:path extrusionOk="0" fill="none" h="2400" w="2400">
                <a:moveTo>
                  <a:pt x="1500" y="1800"/>
                </a:moveTo>
                <a:lnTo>
                  <a:pt x="1000" y="1800"/>
                </a:lnTo>
                <a:moveTo>
                  <a:pt x="1800" y="1400"/>
                </a:moveTo>
                <a:lnTo>
                  <a:pt x="1000" y="1400"/>
                </a:lnTo>
                <a:moveTo>
                  <a:pt x="400" y="2200"/>
                </a:moveTo>
                <a:lnTo>
                  <a:pt x="2000" y="2200"/>
                </a:lnTo>
                <a:lnTo>
                  <a:pt x="2020" y="2199"/>
                </a:lnTo>
                <a:lnTo>
                  <a:pt x="2039" y="2196"/>
                </a:lnTo>
                <a:lnTo>
                  <a:pt x="2058" y="2191"/>
                </a:lnTo>
                <a:lnTo>
                  <a:pt x="2077" y="2185"/>
                </a:lnTo>
                <a:lnTo>
                  <a:pt x="2094" y="2176"/>
                </a:lnTo>
                <a:lnTo>
                  <a:pt x="2111" y="2166"/>
                </a:lnTo>
                <a:lnTo>
                  <a:pt x="2127" y="2155"/>
                </a:lnTo>
                <a:lnTo>
                  <a:pt x="2141" y="2141"/>
                </a:lnTo>
                <a:lnTo>
                  <a:pt x="2155" y="2127"/>
                </a:lnTo>
                <a:lnTo>
                  <a:pt x="2166" y="2111"/>
                </a:lnTo>
                <a:lnTo>
                  <a:pt x="2176" y="2094"/>
                </a:lnTo>
                <a:lnTo>
                  <a:pt x="2185" y="2077"/>
                </a:lnTo>
                <a:lnTo>
                  <a:pt x="2191" y="2058"/>
                </a:lnTo>
                <a:lnTo>
                  <a:pt x="2196" y="2039"/>
                </a:lnTo>
                <a:lnTo>
                  <a:pt x="2199" y="2020"/>
                </a:lnTo>
                <a:lnTo>
                  <a:pt x="2200" y="2000"/>
                </a:lnTo>
                <a:lnTo>
                  <a:pt x="2200" y="400"/>
                </a:lnTo>
                <a:lnTo>
                  <a:pt x="2199" y="380"/>
                </a:lnTo>
                <a:lnTo>
                  <a:pt x="2196" y="361"/>
                </a:lnTo>
                <a:lnTo>
                  <a:pt x="2191" y="342"/>
                </a:lnTo>
                <a:lnTo>
                  <a:pt x="2185" y="323"/>
                </a:lnTo>
                <a:lnTo>
                  <a:pt x="2176" y="306"/>
                </a:lnTo>
                <a:lnTo>
                  <a:pt x="2166" y="289"/>
                </a:lnTo>
                <a:lnTo>
                  <a:pt x="2155" y="273"/>
                </a:lnTo>
                <a:lnTo>
                  <a:pt x="2141" y="259"/>
                </a:lnTo>
                <a:lnTo>
                  <a:pt x="2127" y="245"/>
                </a:lnTo>
                <a:lnTo>
                  <a:pt x="2111" y="234"/>
                </a:lnTo>
                <a:lnTo>
                  <a:pt x="2094" y="224"/>
                </a:lnTo>
                <a:lnTo>
                  <a:pt x="2077" y="215"/>
                </a:lnTo>
                <a:lnTo>
                  <a:pt x="2058" y="209"/>
                </a:lnTo>
                <a:lnTo>
                  <a:pt x="2039" y="204"/>
                </a:lnTo>
                <a:lnTo>
                  <a:pt x="2020" y="201"/>
                </a:lnTo>
                <a:lnTo>
                  <a:pt x="2000" y="200"/>
                </a:lnTo>
                <a:lnTo>
                  <a:pt x="800" y="200"/>
                </a:lnTo>
                <a:lnTo>
                  <a:pt x="780" y="201"/>
                </a:lnTo>
                <a:lnTo>
                  <a:pt x="761" y="204"/>
                </a:lnTo>
                <a:lnTo>
                  <a:pt x="742" y="209"/>
                </a:lnTo>
                <a:lnTo>
                  <a:pt x="723" y="215"/>
                </a:lnTo>
                <a:lnTo>
                  <a:pt x="706" y="224"/>
                </a:lnTo>
                <a:lnTo>
                  <a:pt x="689" y="234"/>
                </a:lnTo>
                <a:lnTo>
                  <a:pt x="673" y="245"/>
                </a:lnTo>
                <a:lnTo>
                  <a:pt x="659" y="259"/>
                </a:lnTo>
                <a:lnTo>
                  <a:pt x="645" y="273"/>
                </a:lnTo>
                <a:lnTo>
                  <a:pt x="634" y="289"/>
                </a:lnTo>
                <a:lnTo>
                  <a:pt x="624" y="306"/>
                </a:lnTo>
                <a:lnTo>
                  <a:pt x="615" y="323"/>
                </a:lnTo>
                <a:lnTo>
                  <a:pt x="609" y="342"/>
                </a:lnTo>
                <a:lnTo>
                  <a:pt x="604" y="361"/>
                </a:lnTo>
                <a:lnTo>
                  <a:pt x="601" y="380"/>
                </a:lnTo>
                <a:lnTo>
                  <a:pt x="600" y="400"/>
                </a:lnTo>
                <a:lnTo>
                  <a:pt x="600" y="2000"/>
                </a:lnTo>
                <a:lnTo>
                  <a:pt x="596" y="2039"/>
                </a:lnTo>
                <a:lnTo>
                  <a:pt x="585" y="2077"/>
                </a:lnTo>
                <a:lnTo>
                  <a:pt x="566" y="2111"/>
                </a:lnTo>
                <a:lnTo>
                  <a:pt x="541" y="2141"/>
                </a:lnTo>
                <a:lnTo>
                  <a:pt x="511" y="2166"/>
                </a:lnTo>
                <a:lnTo>
                  <a:pt x="477" y="2185"/>
                </a:lnTo>
                <a:lnTo>
                  <a:pt x="439" y="2196"/>
                </a:lnTo>
                <a:lnTo>
                  <a:pt x="400" y="2200"/>
                </a:lnTo>
                <a:lnTo>
                  <a:pt x="361" y="2196"/>
                </a:lnTo>
                <a:lnTo>
                  <a:pt x="323" y="2185"/>
                </a:lnTo>
                <a:lnTo>
                  <a:pt x="289" y="2166"/>
                </a:lnTo>
                <a:lnTo>
                  <a:pt x="259" y="2141"/>
                </a:lnTo>
                <a:lnTo>
                  <a:pt x="234" y="2111"/>
                </a:lnTo>
                <a:lnTo>
                  <a:pt x="215" y="2077"/>
                </a:lnTo>
                <a:lnTo>
                  <a:pt x="204" y="2039"/>
                </a:lnTo>
                <a:lnTo>
                  <a:pt x="200" y="2000"/>
                </a:lnTo>
                <a:lnTo>
                  <a:pt x="200" y="1100"/>
                </a:lnTo>
                <a:lnTo>
                  <a:pt x="201" y="1080"/>
                </a:lnTo>
                <a:lnTo>
                  <a:pt x="204" y="1061"/>
                </a:lnTo>
                <a:lnTo>
                  <a:pt x="209" y="1042"/>
                </a:lnTo>
                <a:lnTo>
                  <a:pt x="215" y="1023"/>
                </a:lnTo>
                <a:lnTo>
                  <a:pt x="224" y="1006"/>
                </a:lnTo>
                <a:lnTo>
                  <a:pt x="234" y="989"/>
                </a:lnTo>
                <a:lnTo>
                  <a:pt x="245" y="973"/>
                </a:lnTo>
                <a:lnTo>
                  <a:pt x="259" y="959"/>
                </a:lnTo>
                <a:lnTo>
                  <a:pt x="273" y="945"/>
                </a:lnTo>
                <a:lnTo>
                  <a:pt x="289" y="934"/>
                </a:lnTo>
                <a:lnTo>
                  <a:pt x="306" y="924"/>
                </a:lnTo>
                <a:lnTo>
                  <a:pt x="323" y="915"/>
                </a:lnTo>
                <a:lnTo>
                  <a:pt x="342" y="909"/>
                </a:lnTo>
                <a:lnTo>
                  <a:pt x="361" y="904"/>
                </a:lnTo>
                <a:lnTo>
                  <a:pt x="380" y="901"/>
                </a:lnTo>
                <a:lnTo>
                  <a:pt x="400" y="900"/>
                </a:lnTo>
                <a:lnTo>
                  <a:pt x="600" y="900"/>
                </a:lnTo>
                <a:moveTo>
                  <a:pt x="1100" y="600"/>
                </a:moveTo>
                <a:lnTo>
                  <a:pt x="1700" y="600"/>
                </a:lnTo>
                <a:cubicBezTo>
                  <a:pt x="1755" y="600"/>
                  <a:pt x="1800" y="645"/>
                  <a:pt x="1800" y="700"/>
                </a:cubicBezTo>
                <a:lnTo>
                  <a:pt x="1800" y="900"/>
                </a:lnTo>
                <a:cubicBezTo>
                  <a:pt x="1800" y="955"/>
                  <a:pt x="1755" y="1000"/>
                  <a:pt x="1700" y="1000"/>
                </a:cubicBezTo>
                <a:lnTo>
                  <a:pt x="1100" y="1000"/>
                </a:lnTo>
                <a:cubicBezTo>
                  <a:pt x="1045" y="1000"/>
                  <a:pt x="1000" y="955"/>
                  <a:pt x="1000" y="900"/>
                </a:cubicBezTo>
                <a:lnTo>
                  <a:pt x="1000" y="700"/>
                </a:lnTo>
                <a:cubicBezTo>
                  <a:pt x="1000" y="645"/>
                  <a:pt x="1045" y="600"/>
                  <a:pt x="1100" y="600"/>
                </a:cubicBezTo>
                <a:close/>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70" name="Google Shape;1270;p56"/>
          <p:cNvSpPr txBox="1"/>
          <p:nvPr/>
        </p:nvSpPr>
        <p:spPr>
          <a:xfrm>
            <a:off x="3958051" y="3758184"/>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newspaper</a:t>
            </a:r>
            <a:endParaRPr sz="1100"/>
          </a:p>
        </p:txBody>
      </p:sp>
      <p:sp>
        <p:nvSpPr>
          <p:cNvPr id="1271" name="Google Shape;1271;p56"/>
          <p:cNvSpPr/>
          <p:nvPr/>
        </p:nvSpPr>
        <p:spPr>
          <a:xfrm>
            <a:off x="5611313" y="3346704"/>
            <a:ext cx="377202" cy="377190"/>
          </a:xfrm>
          <a:custGeom>
            <a:rect b="b" l="l" r="r" t="t"/>
            <a:pathLst>
              <a:path extrusionOk="0" fill="none" h="2400" w="2400">
                <a:moveTo>
                  <a:pt x="400" y="1100"/>
                </a:moveTo>
                <a:lnTo>
                  <a:pt x="488" y="1104"/>
                </a:lnTo>
                <a:lnTo>
                  <a:pt x="576" y="1117"/>
                </a:lnTo>
                <a:lnTo>
                  <a:pt x="661" y="1139"/>
                </a:lnTo>
                <a:lnTo>
                  <a:pt x="744" y="1169"/>
                </a:lnTo>
                <a:lnTo>
                  <a:pt x="824" y="1206"/>
                </a:lnTo>
                <a:lnTo>
                  <a:pt x="900" y="1252"/>
                </a:lnTo>
                <a:lnTo>
                  <a:pt x="971" y="1304"/>
                </a:lnTo>
                <a:lnTo>
                  <a:pt x="1036" y="1364"/>
                </a:lnTo>
                <a:lnTo>
                  <a:pt x="1096" y="1429"/>
                </a:lnTo>
                <a:lnTo>
                  <a:pt x="1148" y="1500"/>
                </a:lnTo>
                <a:lnTo>
                  <a:pt x="1194" y="1576"/>
                </a:lnTo>
                <a:lnTo>
                  <a:pt x="1231" y="1656"/>
                </a:lnTo>
                <a:lnTo>
                  <a:pt x="1261" y="1739"/>
                </a:lnTo>
                <a:lnTo>
                  <a:pt x="1283" y="1824"/>
                </a:lnTo>
                <a:lnTo>
                  <a:pt x="1296" y="1912"/>
                </a:lnTo>
                <a:lnTo>
                  <a:pt x="1300" y="2000"/>
                </a:lnTo>
                <a:moveTo>
                  <a:pt x="400" y="400"/>
                </a:moveTo>
                <a:lnTo>
                  <a:pt x="557" y="408"/>
                </a:lnTo>
                <a:lnTo>
                  <a:pt x="712" y="431"/>
                </a:lnTo>
                <a:lnTo>
                  <a:pt x="864" y="469"/>
                </a:lnTo>
                <a:lnTo>
                  <a:pt x="1012" y="522"/>
                </a:lnTo>
                <a:lnTo>
                  <a:pt x="1154" y="589"/>
                </a:lnTo>
                <a:lnTo>
                  <a:pt x="1289" y="670"/>
                </a:lnTo>
                <a:lnTo>
                  <a:pt x="1415" y="763"/>
                </a:lnTo>
                <a:lnTo>
                  <a:pt x="1531" y="869"/>
                </a:lnTo>
                <a:lnTo>
                  <a:pt x="1637" y="985"/>
                </a:lnTo>
                <a:lnTo>
                  <a:pt x="1730" y="1111"/>
                </a:lnTo>
                <a:lnTo>
                  <a:pt x="1811" y="1246"/>
                </a:lnTo>
                <a:lnTo>
                  <a:pt x="1878" y="1388"/>
                </a:lnTo>
                <a:lnTo>
                  <a:pt x="1931" y="1536"/>
                </a:lnTo>
                <a:lnTo>
                  <a:pt x="1969" y="1688"/>
                </a:lnTo>
                <a:lnTo>
                  <a:pt x="1992" y="1843"/>
                </a:lnTo>
                <a:lnTo>
                  <a:pt x="2000" y="2000"/>
                </a:lnTo>
                <a:moveTo>
                  <a:pt x="600" y="1900"/>
                </a:moveTo>
                <a:cubicBezTo>
                  <a:pt x="600" y="1955"/>
                  <a:pt x="555" y="2000"/>
                  <a:pt x="500" y="2000"/>
                </a:cubicBezTo>
                <a:cubicBezTo>
                  <a:pt x="445" y="2000"/>
                  <a:pt x="400" y="1955"/>
                  <a:pt x="400" y="1900"/>
                </a:cubicBezTo>
                <a:cubicBezTo>
                  <a:pt x="400" y="1845"/>
                  <a:pt x="445" y="1800"/>
                  <a:pt x="500" y="1800"/>
                </a:cubicBezTo>
                <a:cubicBezTo>
                  <a:pt x="555" y="1800"/>
                  <a:pt x="600" y="1845"/>
                  <a:pt x="600" y="1900"/>
                </a:cubicBezTo>
                <a:close/>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72" name="Google Shape;1272;p56"/>
          <p:cNvSpPr txBox="1"/>
          <p:nvPr/>
        </p:nvSpPr>
        <p:spPr>
          <a:xfrm>
            <a:off x="5185959" y="3758184"/>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rss</a:t>
            </a:r>
            <a:endParaRPr sz="1100"/>
          </a:p>
        </p:txBody>
      </p:sp>
      <p:sp>
        <p:nvSpPr>
          <p:cNvPr id="1273" name="Google Shape;1273;p56"/>
          <p:cNvSpPr/>
          <p:nvPr/>
        </p:nvSpPr>
        <p:spPr>
          <a:xfrm>
            <a:off x="6839221" y="3346704"/>
            <a:ext cx="377202" cy="377190"/>
          </a:xfrm>
          <a:custGeom>
            <a:rect b="b" l="l" r="r" t="t"/>
            <a:pathLst>
              <a:path extrusionOk="0" fill="none" h="2400" w="2400">
                <a:moveTo>
                  <a:pt x="1383" y="1657"/>
                </a:moveTo>
                <a:lnTo>
                  <a:pt x="1391" y="1660"/>
                </a:lnTo>
                <a:lnTo>
                  <a:pt x="1399" y="1663"/>
                </a:lnTo>
                <a:lnTo>
                  <a:pt x="1407" y="1664"/>
                </a:lnTo>
                <a:lnTo>
                  <a:pt x="1416" y="1665"/>
                </a:lnTo>
                <a:lnTo>
                  <a:pt x="1424" y="1666"/>
                </a:lnTo>
                <a:lnTo>
                  <a:pt x="1433" y="1666"/>
                </a:lnTo>
                <a:lnTo>
                  <a:pt x="1441" y="1665"/>
                </a:lnTo>
                <a:lnTo>
                  <a:pt x="1449" y="1663"/>
                </a:lnTo>
                <a:lnTo>
                  <a:pt x="1457" y="1661"/>
                </a:lnTo>
                <a:lnTo>
                  <a:pt x="1465" y="1657"/>
                </a:lnTo>
                <a:lnTo>
                  <a:pt x="1473" y="1654"/>
                </a:lnTo>
                <a:lnTo>
                  <a:pt x="1480" y="1649"/>
                </a:lnTo>
                <a:lnTo>
                  <a:pt x="1487" y="1645"/>
                </a:lnTo>
                <a:lnTo>
                  <a:pt x="1493" y="1639"/>
                </a:lnTo>
                <a:lnTo>
                  <a:pt x="1499" y="1633"/>
                </a:lnTo>
                <a:lnTo>
                  <a:pt x="1505" y="1626"/>
                </a:lnTo>
                <a:lnTo>
                  <a:pt x="1540" y="1580"/>
                </a:lnTo>
                <a:lnTo>
                  <a:pt x="1547" y="1571"/>
                </a:lnTo>
                <a:lnTo>
                  <a:pt x="1555" y="1562"/>
                </a:lnTo>
                <a:lnTo>
                  <a:pt x="1563" y="1554"/>
                </a:lnTo>
                <a:lnTo>
                  <a:pt x="1572" y="1546"/>
                </a:lnTo>
                <a:lnTo>
                  <a:pt x="1581" y="1539"/>
                </a:lnTo>
                <a:lnTo>
                  <a:pt x="1590" y="1533"/>
                </a:lnTo>
                <a:lnTo>
                  <a:pt x="1600" y="1527"/>
                </a:lnTo>
                <a:lnTo>
                  <a:pt x="1611" y="1521"/>
                </a:lnTo>
                <a:lnTo>
                  <a:pt x="1621" y="1516"/>
                </a:lnTo>
                <a:lnTo>
                  <a:pt x="1632" y="1512"/>
                </a:lnTo>
                <a:lnTo>
                  <a:pt x="1643" y="1508"/>
                </a:lnTo>
                <a:lnTo>
                  <a:pt x="1654" y="1505"/>
                </a:lnTo>
                <a:lnTo>
                  <a:pt x="1665" y="1503"/>
                </a:lnTo>
                <a:lnTo>
                  <a:pt x="1677" y="1501"/>
                </a:lnTo>
                <a:lnTo>
                  <a:pt x="1688" y="1500"/>
                </a:lnTo>
                <a:lnTo>
                  <a:pt x="1700" y="1500"/>
                </a:lnTo>
                <a:lnTo>
                  <a:pt x="2000" y="1500"/>
                </a:lnTo>
                <a:lnTo>
                  <a:pt x="2020" y="1501"/>
                </a:lnTo>
                <a:lnTo>
                  <a:pt x="2039" y="1504"/>
                </a:lnTo>
                <a:lnTo>
                  <a:pt x="2058" y="1509"/>
                </a:lnTo>
                <a:lnTo>
                  <a:pt x="2077" y="1515"/>
                </a:lnTo>
                <a:lnTo>
                  <a:pt x="2094" y="1524"/>
                </a:lnTo>
                <a:lnTo>
                  <a:pt x="2111" y="1534"/>
                </a:lnTo>
                <a:lnTo>
                  <a:pt x="2127" y="1545"/>
                </a:lnTo>
                <a:lnTo>
                  <a:pt x="2141" y="1559"/>
                </a:lnTo>
                <a:lnTo>
                  <a:pt x="2155" y="1573"/>
                </a:lnTo>
                <a:lnTo>
                  <a:pt x="2166" y="1589"/>
                </a:lnTo>
                <a:lnTo>
                  <a:pt x="2176" y="1606"/>
                </a:lnTo>
                <a:lnTo>
                  <a:pt x="2185" y="1623"/>
                </a:lnTo>
                <a:lnTo>
                  <a:pt x="2191" y="1642"/>
                </a:lnTo>
                <a:lnTo>
                  <a:pt x="2196" y="1661"/>
                </a:lnTo>
                <a:lnTo>
                  <a:pt x="2199" y="1680"/>
                </a:lnTo>
                <a:lnTo>
                  <a:pt x="2200" y="1700"/>
                </a:lnTo>
                <a:lnTo>
                  <a:pt x="2200" y="2000"/>
                </a:lnTo>
                <a:lnTo>
                  <a:pt x="2199" y="2020"/>
                </a:lnTo>
                <a:lnTo>
                  <a:pt x="2196" y="2039"/>
                </a:lnTo>
                <a:lnTo>
                  <a:pt x="2191" y="2058"/>
                </a:lnTo>
                <a:lnTo>
                  <a:pt x="2185" y="2077"/>
                </a:lnTo>
                <a:lnTo>
                  <a:pt x="2176" y="2094"/>
                </a:lnTo>
                <a:lnTo>
                  <a:pt x="2166" y="2111"/>
                </a:lnTo>
                <a:lnTo>
                  <a:pt x="2155" y="2127"/>
                </a:lnTo>
                <a:lnTo>
                  <a:pt x="2141" y="2141"/>
                </a:lnTo>
                <a:lnTo>
                  <a:pt x="2127" y="2155"/>
                </a:lnTo>
                <a:lnTo>
                  <a:pt x="2111" y="2166"/>
                </a:lnTo>
                <a:lnTo>
                  <a:pt x="2094" y="2176"/>
                </a:lnTo>
                <a:lnTo>
                  <a:pt x="2077" y="2185"/>
                </a:lnTo>
                <a:lnTo>
                  <a:pt x="2058" y="2191"/>
                </a:lnTo>
                <a:lnTo>
                  <a:pt x="2039" y="2196"/>
                </a:lnTo>
                <a:lnTo>
                  <a:pt x="2020" y="2199"/>
                </a:lnTo>
                <a:lnTo>
                  <a:pt x="2000" y="2200"/>
                </a:lnTo>
                <a:lnTo>
                  <a:pt x="1824" y="2191"/>
                </a:lnTo>
                <a:lnTo>
                  <a:pt x="1649" y="2165"/>
                </a:lnTo>
                <a:lnTo>
                  <a:pt x="1477" y="2122"/>
                </a:lnTo>
                <a:lnTo>
                  <a:pt x="1311" y="2063"/>
                </a:lnTo>
                <a:lnTo>
                  <a:pt x="1151" y="1987"/>
                </a:lnTo>
                <a:lnTo>
                  <a:pt x="1000" y="1897"/>
                </a:lnTo>
                <a:lnTo>
                  <a:pt x="858" y="1791"/>
                </a:lnTo>
                <a:lnTo>
                  <a:pt x="727" y="1673"/>
                </a:lnTo>
                <a:lnTo>
                  <a:pt x="609" y="1542"/>
                </a:lnTo>
                <a:lnTo>
                  <a:pt x="503" y="1400"/>
                </a:lnTo>
                <a:lnTo>
                  <a:pt x="413" y="1249"/>
                </a:lnTo>
                <a:lnTo>
                  <a:pt x="337" y="1089"/>
                </a:lnTo>
                <a:lnTo>
                  <a:pt x="278" y="923"/>
                </a:lnTo>
                <a:lnTo>
                  <a:pt x="235" y="751"/>
                </a:lnTo>
                <a:lnTo>
                  <a:pt x="209" y="576"/>
                </a:lnTo>
                <a:lnTo>
                  <a:pt x="200" y="400"/>
                </a:lnTo>
                <a:lnTo>
                  <a:pt x="201" y="380"/>
                </a:lnTo>
                <a:lnTo>
                  <a:pt x="204" y="361"/>
                </a:lnTo>
                <a:lnTo>
                  <a:pt x="209" y="342"/>
                </a:lnTo>
                <a:lnTo>
                  <a:pt x="215" y="323"/>
                </a:lnTo>
                <a:lnTo>
                  <a:pt x="224" y="306"/>
                </a:lnTo>
                <a:lnTo>
                  <a:pt x="234" y="289"/>
                </a:lnTo>
                <a:lnTo>
                  <a:pt x="245" y="273"/>
                </a:lnTo>
                <a:lnTo>
                  <a:pt x="259" y="259"/>
                </a:lnTo>
                <a:lnTo>
                  <a:pt x="273" y="245"/>
                </a:lnTo>
                <a:lnTo>
                  <a:pt x="289" y="234"/>
                </a:lnTo>
                <a:lnTo>
                  <a:pt x="306" y="224"/>
                </a:lnTo>
                <a:lnTo>
                  <a:pt x="323" y="215"/>
                </a:lnTo>
                <a:lnTo>
                  <a:pt x="342" y="209"/>
                </a:lnTo>
                <a:lnTo>
                  <a:pt x="361" y="204"/>
                </a:lnTo>
                <a:lnTo>
                  <a:pt x="380" y="201"/>
                </a:lnTo>
                <a:lnTo>
                  <a:pt x="400" y="200"/>
                </a:lnTo>
                <a:lnTo>
                  <a:pt x="700" y="200"/>
                </a:lnTo>
                <a:lnTo>
                  <a:pt x="720" y="201"/>
                </a:lnTo>
                <a:lnTo>
                  <a:pt x="739" y="204"/>
                </a:lnTo>
                <a:lnTo>
                  <a:pt x="758" y="209"/>
                </a:lnTo>
                <a:lnTo>
                  <a:pt x="777" y="215"/>
                </a:lnTo>
                <a:lnTo>
                  <a:pt x="794" y="224"/>
                </a:lnTo>
                <a:lnTo>
                  <a:pt x="811" y="234"/>
                </a:lnTo>
                <a:lnTo>
                  <a:pt x="827" y="245"/>
                </a:lnTo>
                <a:lnTo>
                  <a:pt x="841" y="259"/>
                </a:lnTo>
                <a:lnTo>
                  <a:pt x="855" y="273"/>
                </a:lnTo>
                <a:lnTo>
                  <a:pt x="866" y="289"/>
                </a:lnTo>
                <a:lnTo>
                  <a:pt x="876" y="306"/>
                </a:lnTo>
                <a:lnTo>
                  <a:pt x="885" y="323"/>
                </a:lnTo>
                <a:lnTo>
                  <a:pt x="891" y="342"/>
                </a:lnTo>
                <a:lnTo>
                  <a:pt x="896" y="361"/>
                </a:lnTo>
                <a:lnTo>
                  <a:pt x="899" y="380"/>
                </a:lnTo>
                <a:lnTo>
                  <a:pt x="900" y="400"/>
                </a:lnTo>
                <a:lnTo>
                  <a:pt x="900" y="700"/>
                </a:lnTo>
                <a:lnTo>
                  <a:pt x="900" y="712"/>
                </a:lnTo>
                <a:lnTo>
                  <a:pt x="899" y="723"/>
                </a:lnTo>
                <a:lnTo>
                  <a:pt x="897" y="735"/>
                </a:lnTo>
                <a:lnTo>
                  <a:pt x="895" y="746"/>
                </a:lnTo>
                <a:lnTo>
                  <a:pt x="892" y="757"/>
                </a:lnTo>
                <a:lnTo>
                  <a:pt x="888" y="768"/>
                </a:lnTo>
                <a:lnTo>
                  <a:pt x="884" y="779"/>
                </a:lnTo>
                <a:lnTo>
                  <a:pt x="879" y="789"/>
                </a:lnTo>
                <a:lnTo>
                  <a:pt x="873" y="800"/>
                </a:lnTo>
                <a:lnTo>
                  <a:pt x="867" y="810"/>
                </a:lnTo>
                <a:lnTo>
                  <a:pt x="861" y="819"/>
                </a:lnTo>
                <a:lnTo>
                  <a:pt x="854" y="828"/>
                </a:lnTo>
                <a:lnTo>
                  <a:pt x="846" y="837"/>
                </a:lnTo>
                <a:lnTo>
                  <a:pt x="838" y="845"/>
                </a:lnTo>
                <a:lnTo>
                  <a:pt x="829" y="853"/>
                </a:lnTo>
                <a:lnTo>
                  <a:pt x="820" y="860"/>
                </a:lnTo>
                <a:lnTo>
                  <a:pt x="773" y="895"/>
                </a:lnTo>
                <a:lnTo>
                  <a:pt x="767" y="901"/>
                </a:lnTo>
                <a:lnTo>
                  <a:pt x="761" y="907"/>
                </a:lnTo>
                <a:lnTo>
                  <a:pt x="755" y="913"/>
                </a:lnTo>
                <a:lnTo>
                  <a:pt x="750" y="920"/>
                </a:lnTo>
                <a:lnTo>
                  <a:pt x="746" y="928"/>
                </a:lnTo>
                <a:lnTo>
                  <a:pt x="742" y="935"/>
                </a:lnTo>
                <a:lnTo>
                  <a:pt x="739" y="943"/>
                </a:lnTo>
                <a:lnTo>
                  <a:pt x="737" y="952"/>
                </a:lnTo>
                <a:lnTo>
                  <a:pt x="735" y="960"/>
                </a:lnTo>
                <a:lnTo>
                  <a:pt x="734" y="968"/>
                </a:lnTo>
                <a:lnTo>
                  <a:pt x="734" y="977"/>
                </a:lnTo>
                <a:lnTo>
                  <a:pt x="734" y="986"/>
                </a:lnTo>
                <a:lnTo>
                  <a:pt x="736" y="994"/>
                </a:lnTo>
                <a:lnTo>
                  <a:pt x="738" y="1002"/>
                </a:lnTo>
                <a:lnTo>
                  <a:pt x="741" y="1011"/>
                </a:lnTo>
                <a:lnTo>
                  <a:pt x="744" y="1018"/>
                </a:lnTo>
                <a:lnTo>
                  <a:pt x="770" y="1069"/>
                </a:lnTo>
                <a:lnTo>
                  <a:pt x="799" y="1119"/>
                </a:lnTo>
                <a:lnTo>
                  <a:pt x="830" y="1168"/>
                </a:lnTo>
                <a:lnTo>
                  <a:pt x="862" y="1215"/>
                </a:lnTo>
                <a:lnTo>
                  <a:pt x="896" y="1261"/>
                </a:lnTo>
                <a:lnTo>
                  <a:pt x="933" y="1306"/>
                </a:lnTo>
                <a:lnTo>
                  <a:pt x="971" y="1349"/>
                </a:lnTo>
                <a:lnTo>
                  <a:pt x="1011" y="1391"/>
                </a:lnTo>
                <a:lnTo>
                  <a:pt x="1052" y="1430"/>
                </a:lnTo>
                <a:lnTo>
                  <a:pt x="1095" y="1468"/>
                </a:lnTo>
                <a:lnTo>
                  <a:pt x="1140" y="1505"/>
                </a:lnTo>
                <a:lnTo>
                  <a:pt x="1186" y="1539"/>
                </a:lnTo>
                <a:lnTo>
                  <a:pt x="1233" y="1571"/>
                </a:lnTo>
                <a:lnTo>
                  <a:pt x="1282" y="1602"/>
                </a:lnTo>
                <a:lnTo>
                  <a:pt x="1332" y="1630"/>
                </a:lnTo>
                <a:lnTo>
                  <a:pt x="1383" y="1657"/>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74" name="Google Shape;1274;p56"/>
          <p:cNvSpPr txBox="1"/>
          <p:nvPr/>
        </p:nvSpPr>
        <p:spPr>
          <a:xfrm>
            <a:off x="6413867" y="3758184"/>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phone</a:t>
            </a:r>
            <a:endParaRPr sz="1100"/>
          </a:p>
        </p:txBody>
      </p:sp>
      <p:sp>
        <p:nvSpPr>
          <p:cNvPr id="1275" name="Google Shape;1275;p56"/>
          <p:cNvSpPr/>
          <p:nvPr/>
        </p:nvSpPr>
        <p:spPr>
          <a:xfrm>
            <a:off x="8067129" y="3346704"/>
            <a:ext cx="377202" cy="377190"/>
          </a:xfrm>
          <a:custGeom>
            <a:rect b="b" l="l" r="r" t="t"/>
            <a:pathLst>
              <a:path extrusionOk="0" fill="none" h="2400" w="2400">
                <a:moveTo>
                  <a:pt x="1300" y="200"/>
                </a:moveTo>
                <a:lnTo>
                  <a:pt x="1388" y="204"/>
                </a:lnTo>
                <a:lnTo>
                  <a:pt x="1476" y="217"/>
                </a:lnTo>
                <a:lnTo>
                  <a:pt x="1561" y="239"/>
                </a:lnTo>
                <a:lnTo>
                  <a:pt x="1644" y="269"/>
                </a:lnTo>
                <a:lnTo>
                  <a:pt x="1724" y="306"/>
                </a:lnTo>
                <a:lnTo>
                  <a:pt x="1800" y="352"/>
                </a:lnTo>
                <a:lnTo>
                  <a:pt x="1871" y="404"/>
                </a:lnTo>
                <a:lnTo>
                  <a:pt x="1936" y="464"/>
                </a:lnTo>
                <a:lnTo>
                  <a:pt x="1996" y="529"/>
                </a:lnTo>
                <a:lnTo>
                  <a:pt x="2048" y="600"/>
                </a:lnTo>
                <a:lnTo>
                  <a:pt x="2094" y="676"/>
                </a:lnTo>
                <a:lnTo>
                  <a:pt x="2131" y="756"/>
                </a:lnTo>
                <a:lnTo>
                  <a:pt x="2161" y="839"/>
                </a:lnTo>
                <a:lnTo>
                  <a:pt x="2183" y="924"/>
                </a:lnTo>
                <a:lnTo>
                  <a:pt x="2196" y="1012"/>
                </a:lnTo>
                <a:lnTo>
                  <a:pt x="2200" y="1100"/>
                </a:lnTo>
                <a:moveTo>
                  <a:pt x="1300" y="600"/>
                </a:moveTo>
                <a:lnTo>
                  <a:pt x="1349" y="602"/>
                </a:lnTo>
                <a:lnTo>
                  <a:pt x="1398" y="610"/>
                </a:lnTo>
                <a:lnTo>
                  <a:pt x="1445" y="622"/>
                </a:lnTo>
                <a:lnTo>
                  <a:pt x="1491" y="638"/>
                </a:lnTo>
                <a:lnTo>
                  <a:pt x="1536" y="659"/>
                </a:lnTo>
                <a:lnTo>
                  <a:pt x="1578" y="684"/>
                </a:lnTo>
                <a:lnTo>
                  <a:pt x="1617" y="713"/>
                </a:lnTo>
                <a:lnTo>
                  <a:pt x="1654" y="746"/>
                </a:lnTo>
                <a:lnTo>
                  <a:pt x="1687" y="783"/>
                </a:lnTo>
                <a:lnTo>
                  <a:pt x="1716" y="822"/>
                </a:lnTo>
                <a:lnTo>
                  <a:pt x="1741" y="864"/>
                </a:lnTo>
                <a:lnTo>
                  <a:pt x="1762" y="909"/>
                </a:lnTo>
                <a:lnTo>
                  <a:pt x="1778" y="955"/>
                </a:lnTo>
                <a:lnTo>
                  <a:pt x="1790" y="1002"/>
                </a:lnTo>
                <a:lnTo>
                  <a:pt x="1798" y="1051"/>
                </a:lnTo>
                <a:lnTo>
                  <a:pt x="1800" y="1100"/>
                </a:lnTo>
                <a:moveTo>
                  <a:pt x="1383" y="1657"/>
                </a:moveTo>
                <a:lnTo>
                  <a:pt x="1391" y="1660"/>
                </a:lnTo>
                <a:lnTo>
                  <a:pt x="1399" y="1663"/>
                </a:lnTo>
                <a:lnTo>
                  <a:pt x="1407" y="1664"/>
                </a:lnTo>
                <a:lnTo>
                  <a:pt x="1416" y="1665"/>
                </a:lnTo>
                <a:lnTo>
                  <a:pt x="1424" y="1666"/>
                </a:lnTo>
                <a:lnTo>
                  <a:pt x="1433" y="1666"/>
                </a:lnTo>
                <a:lnTo>
                  <a:pt x="1441" y="1665"/>
                </a:lnTo>
                <a:lnTo>
                  <a:pt x="1449" y="1663"/>
                </a:lnTo>
                <a:lnTo>
                  <a:pt x="1457" y="1661"/>
                </a:lnTo>
                <a:lnTo>
                  <a:pt x="1465" y="1657"/>
                </a:lnTo>
                <a:lnTo>
                  <a:pt x="1473" y="1654"/>
                </a:lnTo>
                <a:lnTo>
                  <a:pt x="1480" y="1649"/>
                </a:lnTo>
                <a:lnTo>
                  <a:pt x="1487" y="1645"/>
                </a:lnTo>
                <a:lnTo>
                  <a:pt x="1493" y="1639"/>
                </a:lnTo>
                <a:lnTo>
                  <a:pt x="1499" y="1633"/>
                </a:lnTo>
                <a:lnTo>
                  <a:pt x="1505" y="1626"/>
                </a:lnTo>
                <a:lnTo>
                  <a:pt x="1540" y="1580"/>
                </a:lnTo>
                <a:lnTo>
                  <a:pt x="1547" y="1571"/>
                </a:lnTo>
                <a:lnTo>
                  <a:pt x="1555" y="1562"/>
                </a:lnTo>
                <a:lnTo>
                  <a:pt x="1563" y="1554"/>
                </a:lnTo>
                <a:lnTo>
                  <a:pt x="1572" y="1546"/>
                </a:lnTo>
                <a:lnTo>
                  <a:pt x="1581" y="1539"/>
                </a:lnTo>
                <a:lnTo>
                  <a:pt x="1590" y="1533"/>
                </a:lnTo>
                <a:lnTo>
                  <a:pt x="1600" y="1527"/>
                </a:lnTo>
                <a:lnTo>
                  <a:pt x="1611" y="1521"/>
                </a:lnTo>
                <a:lnTo>
                  <a:pt x="1621" y="1516"/>
                </a:lnTo>
                <a:lnTo>
                  <a:pt x="1632" y="1512"/>
                </a:lnTo>
                <a:lnTo>
                  <a:pt x="1643" y="1508"/>
                </a:lnTo>
                <a:lnTo>
                  <a:pt x="1654" y="1505"/>
                </a:lnTo>
                <a:lnTo>
                  <a:pt x="1665" y="1503"/>
                </a:lnTo>
                <a:lnTo>
                  <a:pt x="1677" y="1501"/>
                </a:lnTo>
                <a:lnTo>
                  <a:pt x="1688" y="1500"/>
                </a:lnTo>
                <a:lnTo>
                  <a:pt x="1700" y="1500"/>
                </a:lnTo>
                <a:lnTo>
                  <a:pt x="2000" y="1500"/>
                </a:lnTo>
                <a:lnTo>
                  <a:pt x="2020" y="1501"/>
                </a:lnTo>
                <a:lnTo>
                  <a:pt x="2039" y="1504"/>
                </a:lnTo>
                <a:lnTo>
                  <a:pt x="2058" y="1509"/>
                </a:lnTo>
                <a:lnTo>
                  <a:pt x="2077" y="1515"/>
                </a:lnTo>
                <a:lnTo>
                  <a:pt x="2094" y="1524"/>
                </a:lnTo>
                <a:lnTo>
                  <a:pt x="2111" y="1534"/>
                </a:lnTo>
                <a:lnTo>
                  <a:pt x="2127" y="1545"/>
                </a:lnTo>
                <a:lnTo>
                  <a:pt x="2141" y="1559"/>
                </a:lnTo>
                <a:lnTo>
                  <a:pt x="2155" y="1573"/>
                </a:lnTo>
                <a:lnTo>
                  <a:pt x="2166" y="1589"/>
                </a:lnTo>
                <a:lnTo>
                  <a:pt x="2176" y="1606"/>
                </a:lnTo>
                <a:lnTo>
                  <a:pt x="2185" y="1623"/>
                </a:lnTo>
                <a:lnTo>
                  <a:pt x="2191" y="1642"/>
                </a:lnTo>
                <a:lnTo>
                  <a:pt x="2196" y="1661"/>
                </a:lnTo>
                <a:lnTo>
                  <a:pt x="2199" y="1680"/>
                </a:lnTo>
                <a:lnTo>
                  <a:pt x="2200" y="1700"/>
                </a:lnTo>
                <a:lnTo>
                  <a:pt x="2200" y="2000"/>
                </a:lnTo>
                <a:lnTo>
                  <a:pt x="2199" y="2020"/>
                </a:lnTo>
                <a:lnTo>
                  <a:pt x="2196" y="2039"/>
                </a:lnTo>
                <a:lnTo>
                  <a:pt x="2191" y="2058"/>
                </a:lnTo>
                <a:lnTo>
                  <a:pt x="2185" y="2077"/>
                </a:lnTo>
                <a:lnTo>
                  <a:pt x="2176" y="2094"/>
                </a:lnTo>
                <a:lnTo>
                  <a:pt x="2166" y="2111"/>
                </a:lnTo>
                <a:lnTo>
                  <a:pt x="2155" y="2127"/>
                </a:lnTo>
                <a:lnTo>
                  <a:pt x="2141" y="2141"/>
                </a:lnTo>
                <a:lnTo>
                  <a:pt x="2127" y="2155"/>
                </a:lnTo>
                <a:lnTo>
                  <a:pt x="2111" y="2166"/>
                </a:lnTo>
                <a:lnTo>
                  <a:pt x="2094" y="2176"/>
                </a:lnTo>
                <a:lnTo>
                  <a:pt x="2077" y="2185"/>
                </a:lnTo>
                <a:lnTo>
                  <a:pt x="2058" y="2191"/>
                </a:lnTo>
                <a:lnTo>
                  <a:pt x="2039" y="2196"/>
                </a:lnTo>
                <a:lnTo>
                  <a:pt x="2020" y="2199"/>
                </a:lnTo>
                <a:lnTo>
                  <a:pt x="2000" y="2200"/>
                </a:lnTo>
                <a:lnTo>
                  <a:pt x="1824" y="2191"/>
                </a:lnTo>
                <a:lnTo>
                  <a:pt x="1649" y="2165"/>
                </a:lnTo>
                <a:lnTo>
                  <a:pt x="1477" y="2122"/>
                </a:lnTo>
                <a:lnTo>
                  <a:pt x="1311" y="2063"/>
                </a:lnTo>
                <a:lnTo>
                  <a:pt x="1151" y="1987"/>
                </a:lnTo>
                <a:lnTo>
                  <a:pt x="1000" y="1897"/>
                </a:lnTo>
                <a:lnTo>
                  <a:pt x="858" y="1791"/>
                </a:lnTo>
                <a:lnTo>
                  <a:pt x="727" y="1673"/>
                </a:lnTo>
                <a:lnTo>
                  <a:pt x="609" y="1542"/>
                </a:lnTo>
                <a:lnTo>
                  <a:pt x="503" y="1400"/>
                </a:lnTo>
                <a:lnTo>
                  <a:pt x="413" y="1249"/>
                </a:lnTo>
                <a:lnTo>
                  <a:pt x="337" y="1089"/>
                </a:lnTo>
                <a:lnTo>
                  <a:pt x="278" y="923"/>
                </a:lnTo>
                <a:lnTo>
                  <a:pt x="235" y="751"/>
                </a:lnTo>
                <a:lnTo>
                  <a:pt x="209" y="576"/>
                </a:lnTo>
                <a:lnTo>
                  <a:pt x="200" y="400"/>
                </a:lnTo>
                <a:lnTo>
                  <a:pt x="201" y="380"/>
                </a:lnTo>
                <a:lnTo>
                  <a:pt x="204" y="361"/>
                </a:lnTo>
                <a:lnTo>
                  <a:pt x="209" y="342"/>
                </a:lnTo>
                <a:lnTo>
                  <a:pt x="215" y="323"/>
                </a:lnTo>
                <a:lnTo>
                  <a:pt x="224" y="306"/>
                </a:lnTo>
                <a:lnTo>
                  <a:pt x="234" y="289"/>
                </a:lnTo>
                <a:lnTo>
                  <a:pt x="245" y="273"/>
                </a:lnTo>
                <a:lnTo>
                  <a:pt x="259" y="259"/>
                </a:lnTo>
                <a:lnTo>
                  <a:pt x="273" y="245"/>
                </a:lnTo>
                <a:lnTo>
                  <a:pt x="289" y="234"/>
                </a:lnTo>
                <a:lnTo>
                  <a:pt x="306" y="224"/>
                </a:lnTo>
                <a:lnTo>
                  <a:pt x="323" y="215"/>
                </a:lnTo>
                <a:lnTo>
                  <a:pt x="342" y="209"/>
                </a:lnTo>
                <a:lnTo>
                  <a:pt x="361" y="204"/>
                </a:lnTo>
                <a:lnTo>
                  <a:pt x="380" y="201"/>
                </a:lnTo>
                <a:lnTo>
                  <a:pt x="400" y="200"/>
                </a:lnTo>
                <a:lnTo>
                  <a:pt x="700" y="200"/>
                </a:lnTo>
                <a:lnTo>
                  <a:pt x="720" y="201"/>
                </a:lnTo>
                <a:lnTo>
                  <a:pt x="739" y="204"/>
                </a:lnTo>
                <a:lnTo>
                  <a:pt x="758" y="209"/>
                </a:lnTo>
                <a:lnTo>
                  <a:pt x="777" y="215"/>
                </a:lnTo>
                <a:lnTo>
                  <a:pt x="794" y="224"/>
                </a:lnTo>
                <a:lnTo>
                  <a:pt x="811" y="234"/>
                </a:lnTo>
                <a:lnTo>
                  <a:pt x="827" y="245"/>
                </a:lnTo>
                <a:lnTo>
                  <a:pt x="841" y="259"/>
                </a:lnTo>
                <a:lnTo>
                  <a:pt x="855" y="273"/>
                </a:lnTo>
                <a:lnTo>
                  <a:pt x="866" y="289"/>
                </a:lnTo>
                <a:lnTo>
                  <a:pt x="876" y="306"/>
                </a:lnTo>
                <a:lnTo>
                  <a:pt x="885" y="323"/>
                </a:lnTo>
                <a:lnTo>
                  <a:pt x="891" y="342"/>
                </a:lnTo>
                <a:lnTo>
                  <a:pt x="896" y="361"/>
                </a:lnTo>
                <a:lnTo>
                  <a:pt x="899" y="380"/>
                </a:lnTo>
                <a:lnTo>
                  <a:pt x="900" y="400"/>
                </a:lnTo>
                <a:lnTo>
                  <a:pt x="900" y="700"/>
                </a:lnTo>
                <a:lnTo>
                  <a:pt x="900" y="712"/>
                </a:lnTo>
                <a:lnTo>
                  <a:pt x="899" y="723"/>
                </a:lnTo>
                <a:lnTo>
                  <a:pt x="897" y="735"/>
                </a:lnTo>
                <a:lnTo>
                  <a:pt x="895" y="746"/>
                </a:lnTo>
                <a:lnTo>
                  <a:pt x="892" y="757"/>
                </a:lnTo>
                <a:lnTo>
                  <a:pt x="888" y="768"/>
                </a:lnTo>
                <a:lnTo>
                  <a:pt x="884" y="779"/>
                </a:lnTo>
                <a:lnTo>
                  <a:pt x="879" y="789"/>
                </a:lnTo>
                <a:lnTo>
                  <a:pt x="873" y="800"/>
                </a:lnTo>
                <a:lnTo>
                  <a:pt x="867" y="810"/>
                </a:lnTo>
                <a:lnTo>
                  <a:pt x="861" y="819"/>
                </a:lnTo>
                <a:lnTo>
                  <a:pt x="854" y="828"/>
                </a:lnTo>
                <a:lnTo>
                  <a:pt x="846" y="837"/>
                </a:lnTo>
                <a:lnTo>
                  <a:pt x="838" y="845"/>
                </a:lnTo>
                <a:lnTo>
                  <a:pt x="829" y="853"/>
                </a:lnTo>
                <a:lnTo>
                  <a:pt x="820" y="860"/>
                </a:lnTo>
                <a:lnTo>
                  <a:pt x="773" y="895"/>
                </a:lnTo>
                <a:lnTo>
                  <a:pt x="767" y="901"/>
                </a:lnTo>
                <a:lnTo>
                  <a:pt x="761" y="907"/>
                </a:lnTo>
                <a:lnTo>
                  <a:pt x="755" y="913"/>
                </a:lnTo>
                <a:lnTo>
                  <a:pt x="750" y="920"/>
                </a:lnTo>
                <a:lnTo>
                  <a:pt x="746" y="928"/>
                </a:lnTo>
                <a:lnTo>
                  <a:pt x="742" y="935"/>
                </a:lnTo>
                <a:lnTo>
                  <a:pt x="739" y="943"/>
                </a:lnTo>
                <a:lnTo>
                  <a:pt x="737" y="952"/>
                </a:lnTo>
                <a:lnTo>
                  <a:pt x="735" y="960"/>
                </a:lnTo>
                <a:lnTo>
                  <a:pt x="734" y="968"/>
                </a:lnTo>
                <a:lnTo>
                  <a:pt x="734" y="977"/>
                </a:lnTo>
                <a:lnTo>
                  <a:pt x="734" y="986"/>
                </a:lnTo>
                <a:lnTo>
                  <a:pt x="736" y="994"/>
                </a:lnTo>
                <a:lnTo>
                  <a:pt x="738" y="1002"/>
                </a:lnTo>
                <a:lnTo>
                  <a:pt x="741" y="1011"/>
                </a:lnTo>
                <a:lnTo>
                  <a:pt x="744" y="1018"/>
                </a:lnTo>
                <a:lnTo>
                  <a:pt x="770" y="1069"/>
                </a:lnTo>
                <a:lnTo>
                  <a:pt x="799" y="1119"/>
                </a:lnTo>
                <a:lnTo>
                  <a:pt x="830" y="1168"/>
                </a:lnTo>
                <a:lnTo>
                  <a:pt x="862" y="1215"/>
                </a:lnTo>
                <a:lnTo>
                  <a:pt x="896" y="1261"/>
                </a:lnTo>
                <a:lnTo>
                  <a:pt x="933" y="1306"/>
                </a:lnTo>
                <a:lnTo>
                  <a:pt x="971" y="1349"/>
                </a:lnTo>
                <a:lnTo>
                  <a:pt x="1011" y="1391"/>
                </a:lnTo>
                <a:lnTo>
                  <a:pt x="1052" y="1430"/>
                </a:lnTo>
                <a:lnTo>
                  <a:pt x="1095" y="1468"/>
                </a:lnTo>
                <a:lnTo>
                  <a:pt x="1140" y="1505"/>
                </a:lnTo>
                <a:lnTo>
                  <a:pt x="1186" y="1539"/>
                </a:lnTo>
                <a:lnTo>
                  <a:pt x="1233" y="1571"/>
                </a:lnTo>
                <a:lnTo>
                  <a:pt x="1282" y="1602"/>
                </a:lnTo>
                <a:lnTo>
                  <a:pt x="1332" y="1630"/>
                </a:lnTo>
                <a:lnTo>
                  <a:pt x="1383" y="1657"/>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76" name="Google Shape;1276;p56"/>
          <p:cNvSpPr txBox="1"/>
          <p:nvPr/>
        </p:nvSpPr>
        <p:spPr>
          <a:xfrm>
            <a:off x="7641775" y="3758184"/>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phone-call</a:t>
            </a:r>
            <a:endParaRPr sz="1100"/>
          </a:p>
        </p:txBody>
      </p:sp>
      <p:sp>
        <p:nvSpPr>
          <p:cNvPr id="1277" name="Google Shape;1277;p56"/>
          <p:cNvSpPr/>
          <p:nvPr/>
        </p:nvSpPr>
        <p:spPr>
          <a:xfrm>
            <a:off x="699681" y="4142232"/>
            <a:ext cx="377202" cy="377190"/>
          </a:xfrm>
          <a:custGeom>
            <a:rect b="b" l="l" r="r" t="t"/>
            <a:pathLst>
              <a:path extrusionOk="0" fill="none" h="2400" w="2400">
                <a:moveTo>
                  <a:pt x="300" y="1400"/>
                </a:moveTo>
                <a:lnTo>
                  <a:pt x="600" y="1400"/>
                </a:lnTo>
                <a:lnTo>
                  <a:pt x="620" y="1401"/>
                </a:lnTo>
                <a:lnTo>
                  <a:pt x="639" y="1404"/>
                </a:lnTo>
                <a:lnTo>
                  <a:pt x="658" y="1409"/>
                </a:lnTo>
                <a:lnTo>
                  <a:pt x="677" y="1415"/>
                </a:lnTo>
                <a:lnTo>
                  <a:pt x="694" y="1424"/>
                </a:lnTo>
                <a:lnTo>
                  <a:pt x="711" y="1434"/>
                </a:lnTo>
                <a:lnTo>
                  <a:pt x="727" y="1445"/>
                </a:lnTo>
                <a:lnTo>
                  <a:pt x="741" y="1459"/>
                </a:lnTo>
                <a:lnTo>
                  <a:pt x="755" y="1473"/>
                </a:lnTo>
                <a:lnTo>
                  <a:pt x="766" y="1489"/>
                </a:lnTo>
                <a:lnTo>
                  <a:pt x="776" y="1506"/>
                </a:lnTo>
                <a:lnTo>
                  <a:pt x="785" y="1523"/>
                </a:lnTo>
                <a:lnTo>
                  <a:pt x="791" y="1542"/>
                </a:lnTo>
                <a:lnTo>
                  <a:pt x="796" y="1561"/>
                </a:lnTo>
                <a:lnTo>
                  <a:pt x="799" y="1580"/>
                </a:lnTo>
                <a:lnTo>
                  <a:pt x="800" y="1600"/>
                </a:lnTo>
                <a:lnTo>
                  <a:pt x="800" y="1900"/>
                </a:lnTo>
                <a:lnTo>
                  <a:pt x="799" y="1920"/>
                </a:lnTo>
                <a:lnTo>
                  <a:pt x="796" y="1939"/>
                </a:lnTo>
                <a:lnTo>
                  <a:pt x="791" y="1958"/>
                </a:lnTo>
                <a:lnTo>
                  <a:pt x="785" y="1977"/>
                </a:lnTo>
                <a:lnTo>
                  <a:pt x="776" y="1994"/>
                </a:lnTo>
                <a:lnTo>
                  <a:pt x="766" y="2011"/>
                </a:lnTo>
                <a:lnTo>
                  <a:pt x="755" y="2027"/>
                </a:lnTo>
                <a:lnTo>
                  <a:pt x="741" y="2041"/>
                </a:lnTo>
                <a:lnTo>
                  <a:pt x="727" y="2055"/>
                </a:lnTo>
                <a:lnTo>
                  <a:pt x="711" y="2066"/>
                </a:lnTo>
                <a:lnTo>
                  <a:pt x="694" y="2076"/>
                </a:lnTo>
                <a:lnTo>
                  <a:pt x="677" y="2085"/>
                </a:lnTo>
                <a:lnTo>
                  <a:pt x="658" y="2091"/>
                </a:lnTo>
                <a:lnTo>
                  <a:pt x="639" y="2096"/>
                </a:lnTo>
                <a:lnTo>
                  <a:pt x="620" y="2099"/>
                </a:lnTo>
                <a:lnTo>
                  <a:pt x="600" y="2100"/>
                </a:lnTo>
                <a:lnTo>
                  <a:pt x="500" y="2100"/>
                </a:lnTo>
                <a:lnTo>
                  <a:pt x="480" y="2099"/>
                </a:lnTo>
                <a:lnTo>
                  <a:pt x="461" y="2096"/>
                </a:lnTo>
                <a:lnTo>
                  <a:pt x="442" y="2091"/>
                </a:lnTo>
                <a:lnTo>
                  <a:pt x="423" y="2085"/>
                </a:lnTo>
                <a:lnTo>
                  <a:pt x="406" y="2076"/>
                </a:lnTo>
                <a:lnTo>
                  <a:pt x="389" y="2066"/>
                </a:lnTo>
                <a:lnTo>
                  <a:pt x="373" y="2055"/>
                </a:lnTo>
                <a:lnTo>
                  <a:pt x="359" y="2041"/>
                </a:lnTo>
                <a:lnTo>
                  <a:pt x="345" y="2027"/>
                </a:lnTo>
                <a:lnTo>
                  <a:pt x="334" y="2011"/>
                </a:lnTo>
                <a:lnTo>
                  <a:pt x="324" y="1994"/>
                </a:lnTo>
                <a:lnTo>
                  <a:pt x="315" y="1977"/>
                </a:lnTo>
                <a:lnTo>
                  <a:pt x="309" y="1958"/>
                </a:lnTo>
                <a:lnTo>
                  <a:pt x="304" y="1939"/>
                </a:lnTo>
                <a:lnTo>
                  <a:pt x="301" y="1920"/>
                </a:lnTo>
                <a:lnTo>
                  <a:pt x="300" y="1900"/>
                </a:lnTo>
                <a:lnTo>
                  <a:pt x="300" y="1200"/>
                </a:lnTo>
                <a:lnTo>
                  <a:pt x="317" y="1024"/>
                </a:lnTo>
                <a:lnTo>
                  <a:pt x="369" y="856"/>
                </a:lnTo>
                <a:lnTo>
                  <a:pt x="452" y="700"/>
                </a:lnTo>
                <a:lnTo>
                  <a:pt x="564" y="564"/>
                </a:lnTo>
                <a:lnTo>
                  <a:pt x="700" y="452"/>
                </a:lnTo>
                <a:lnTo>
                  <a:pt x="856" y="369"/>
                </a:lnTo>
                <a:lnTo>
                  <a:pt x="1024" y="317"/>
                </a:lnTo>
                <a:lnTo>
                  <a:pt x="1200" y="300"/>
                </a:lnTo>
                <a:lnTo>
                  <a:pt x="1376" y="317"/>
                </a:lnTo>
                <a:lnTo>
                  <a:pt x="1544" y="369"/>
                </a:lnTo>
                <a:lnTo>
                  <a:pt x="1700" y="452"/>
                </a:lnTo>
                <a:lnTo>
                  <a:pt x="1836" y="564"/>
                </a:lnTo>
                <a:lnTo>
                  <a:pt x="1948" y="700"/>
                </a:lnTo>
                <a:lnTo>
                  <a:pt x="2031" y="856"/>
                </a:lnTo>
                <a:lnTo>
                  <a:pt x="2083" y="1024"/>
                </a:lnTo>
                <a:lnTo>
                  <a:pt x="2100" y="1200"/>
                </a:lnTo>
                <a:lnTo>
                  <a:pt x="2100" y="1900"/>
                </a:lnTo>
                <a:lnTo>
                  <a:pt x="2099" y="1920"/>
                </a:lnTo>
                <a:lnTo>
                  <a:pt x="2096" y="1939"/>
                </a:lnTo>
                <a:lnTo>
                  <a:pt x="2091" y="1958"/>
                </a:lnTo>
                <a:lnTo>
                  <a:pt x="2085" y="1977"/>
                </a:lnTo>
                <a:lnTo>
                  <a:pt x="2076" y="1994"/>
                </a:lnTo>
                <a:lnTo>
                  <a:pt x="2066" y="2011"/>
                </a:lnTo>
                <a:lnTo>
                  <a:pt x="2055" y="2027"/>
                </a:lnTo>
                <a:lnTo>
                  <a:pt x="2041" y="2041"/>
                </a:lnTo>
                <a:lnTo>
                  <a:pt x="2027" y="2055"/>
                </a:lnTo>
                <a:lnTo>
                  <a:pt x="2011" y="2066"/>
                </a:lnTo>
                <a:lnTo>
                  <a:pt x="1994" y="2076"/>
                </a:lnTo>
                <a:lnTo>
                  <a:pt x="1977" y="2085"/>
                </a:lnTo>
                <a:lnTo>
                  <a:pt x="1958" y="2091"/>
                </a:lnTo>
                <a:lnTo>
                  <a:pt x="1939" y="2096"/>
                </a:lnTo>
                <a:lnTo>
                  <a:pt x="1920" y="2099"/>
                </a:lnTo>
                <a:lnTo>
                  <a:pt x="1900" y="2100"/>
                </a:lnTo>
                <a:lnTo>
                  <a:pt x="1800" y="2100"/>
                </a:lnTo>
                <a:lnTo>
                  <a:pt x="1780" y="2099"/>
                </a:lnTo>
                <a:lnTo>
                  <a:pt x="1761" y="2096"/>
                </a:lnTo>
                <a:lnTo>
                  <a:pt x="1742" y="2091"/>
                </a:lnTo>
                <a:lnTo>
                  <a:pt x="1723" y="2085"/>
                </a:lnTo>
                <a:lnTo>
                  <a:pt x="1706" y="2076"/>
                </a:lnTo>
                <a:lnTo>
                  <a:pt x="1689" y="2066"/>
                </a:lnTo>
                <a:lnTo>
                  <a:pt x="1673" y="2055"/>
                </a:lnTo>
                <a:lnTo>
                  <a:pt x="1659" y="2041"/>
                </a:lnTo>
                <a:lnTo>
                  <a:pt x="1645" y="2027"/>
                </a:lnTo>
                <a:lnTo>
                  <a:pt x="1634" y="2011"/>
                </a:lnTo>
                <a:lnTo>
                  <a:pt x="1624" y="1994"/>
                </a:lnTo>
                <a:lnTo>
                  <a:pt x="1615" y="1977"/>
                </a:lnTo>
                <a:lnTo>
                  <a:pt x="1609" y="1958"/>
                </a:lnTo>
                <a:lnTo>
                  <a:pt x="1604" y="1939"/>
                </a:lnTo>
                <a:lnTo>
                  <a:pt x="1601" y="1920"/>
                </a:lnTo>
                <a:lnTo>
                  <a:pt x="1600" y="1900"/>
                </a:lnTo>
                <a:lnTo>
                  <a:pt x="1600" y="1600"/>
                </a:lnTo>
                <a:lnTo>
                  <a:pt x="1601" y="1580"/>
                </a:lnTo>
                <a:lnTo>
                  <a:pt x="1604" y="1561"/>
                </a:lnTo>
                <a:lnTo>
                  <a:pt x="1609" y="1542"/>
                </a:lnTo>
                <a:lnTo>
                  <a:pt x="1615" y="1523"/>
                </a:lnTo>
                <a:lnTo>
                  <a:pt x="1624" y="1506"/>
                </a:lnTo>
                <a:lnTo>
                  <a:pt x="1634" y="1489"/>
                </a:lnTo>
                <a:lnTo>
                  <a:pt x="1645" y="1473"/>
                </a:lnTo>
                <a:lnTo>
                  <a:pt x="1659" y="1459"/>
                </a:lnTo>
                <a:lnTo>
                  <a:pt x="1673" y="1445"/>
                </a:lnTo>
                <a:lnTo>
                  <a:pt x="1689" y="1434"/>
                </a:lnTo>
                <a:lnTo>
                  <a:pt x="1706" y="1424"/>
                </a:lnTo>
                <a:lnTo>
                  <a:pt x="1723" y="1415"/>
                </a:lnTo>
                <a:lnTo>
                  <a:pt x="1742" y="1409"/>
                </a:lnTo>
                <a:lnTo>
                  <a:pt x="1761" y="1404"/>
                </a:lnTo>
                <a:lnTo>
                  <a:pt x="1780" y="1401"/>
                </a:lnTo>
                <a:lnTo>
                  <a:pt x="1800" y="1400"/>
                </a:lnTo>
                <a:lnTo>
                  <a:pt x="2100" y="14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78" name="Google Shape;1278;p56"/>
          <p:cNvSpPr txBox="1"/>
          <p:nvPr/>
        </p:nvSpPr>
        <p:spPr>
          <a:xfrm>
            <a:off x="274327" y="4553712"/>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headphones</a:t>
            </a:r>
            <a:endParaRPr sz="1100"/>
          </a:p>
        </p:txBody>
      </p:sp>
      <p:sp>
        <p:nvSpPr>
          <p:cNvPr id="1279" name="Google Shape;1279;p56"/>
          <p:cNvSpPr/>
          <p:nvPr/>
        </p:nvSpPr>
        <p:spPr>
          <a:xfrm>
            <a:off x="1927589" y="4142232"/>
            <a:ext cx="377202" cy="377190"/>
          </a:xfrm>
          <a:custGeom>
            <a:rect b="b" l="l" r="r" t="t"/>
            <a:pathLst>
              <a:path extrusionOk="0" fill="none" h="2400" w="2400">
                <a:moveTo>
                  <a:pt x="1200" y="1900"/>
                </a:moveTo>
                <a:lnTo>
                  <a:pt x="1200" y="2200"/>
                </a:lnTo>
                <a:moveTo>
                  <a:pt x="1900" y="1000"/>
                </a:moveTo>
                <a:lnTo>
                  <a:pt x="1900" y="1200"/>
                </a:lnTo>
                <a:lnTo>
                  <a:pt x="1887" y="1337"/>
                </a:lnTo>
                <a:lnTo>
                  <a:pt x="1847" y="1468"/>
                </a:lnTo>
                <a:lnTo>
                  <a:pt x="1782" y="1589"/>
                </a:lnTo>
                <a:lnTo>
                  <a:pt x="1695" y="1695"/>
                </a:lnTo>
                <a:lnTo>
                  <a:pt x="1589" y="1782"/>
                </a:lnTo>
                <a:lnTo>
                  <a:pt x="1468" y="1847"/>
                </a:lnTo>
                <a:lnTo>
                  <a:pt x="1337" y="1887"/>
                </a:lnTo>
                <a:lnTo>
                  <a:pt x="1200" y="1900"/>
                </a:lnTo>
                <a:lnTo>
                  <a:pt x="1063" y="1887"/>
                </a:lnTo>
                <a:lnTo>
                  <a:pt x="932" y="1847"/>
                </a:lnTo>
                <a:lnTo>
                  <a:pt x="811" y="1782"/>
                </a:lnTo>
                <a:lnTo>
                  <a:pt x="705" y="1695"/>
                </a:lnTo>
                <a:lnTo>
                  <a:pt x="618" y="1589"/>
                </a:lnTo>
                <a:lnTo>
                  <a:pt x="553" y="1468"/>
                </a:lnTo>
                <a:lnTo>
                  <a:pt x="513" y="1337"/>
                </a:lnTo>
                <a:lnTo>
                  <a:pt x="500" y="1200"/>
                </a:lnTo>
                <a:lnTo>
                  <a:pt x="500" y="1000"/>
                </a:lnTo>
                <a:moveTo>
                  <a:pt x="1200" y="200"/>
                </a:moveTo>
                <a:lnTo>
                  <a:pt x="1200" y="200"/>
                </a:lnTo>
                <a:cubicBezTo>
                  <a:pt x="1366" y="200"/>
                  <a:pt x="1500" y="334"/>
                  <a:pt x="1500" y="500"/>
                </a:cubicBezTo>
                <a:lnTo>
                  <a:pt x="1500" y="1200"/>
                </a:lnTo>
                <a:cubicBezTo>
                  <a:pt x="1500" y="1366"/>
                  <a:pt x="1366" y="1500"/>
                  <a:pt x="1200" y="1500"/>
                </a:cubicBezTo>
                <a:lnTo>
                  <a:pt x="1200" y="1500"/>
                </a:lnTo>
                <a:cubicBezTo>
                  <a:pt x="1034" y="1500"/>
                  <a:pt x="900" y="1366"/>
                  <a:pt x="900" y="1200"/>
                </a:cubicBezTo>
                <a:lnTo>
                  <a:pt x="900" y="500"/>
                </a:lnTo>
                <a:cubicBezTo>
                  <a:pt x="900" y="334"/>
                  <a:pt x="1034" y="200"/>
                  <a:pt x="1200" y="200"/>
                </a:cubicBezTo>
                <a:close/>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80" name="Google Shape;1280;p56"/>
          <p:cNvSpPr txBox="1"/>
          <p:nvPr/>
        </p:nvSpPr>
        <p:spPr>
          <a:xfrm>
            <a:off x="1502235" y="4553712"/>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mic</a:t>
            </a:r>
            <a:endParaRPr sz="1100"/>
          </a:p>
        </p:txBody>
      </p:sp>
      <p:sp>
        <p:nvSpPr>
          <p:cNvPr id="1281" name="Google Shape;1281;p56"/>
          <p:cNvSpPr/>
          <p:nvPr/>
        </p:nvSpPr>
        <p:spPr>
          <a:xfrm>
            <a:off x="3155497" y="4142232"/>
            <a:ext cx="377202" cy="377190"/>
          </a:xfrm>
          <a:custGeom>
            <a:rect b="b" l="l" r="r" t="t"/>
            <a:pathLst>
              <a:path extrusionOk="0" fill="none" h="2400" w="2400">
                <a:moveTo>
                  <a:pt x="1600" y="1300"/>
                </a:moveTo>
                <a:lnTo>
                  <a:pt x="2122" y="1648"/>
                </a:lnTo>
                <a:lnTo>
                  <a:pt x="2128" y="1652"/>
                </a:lnTo>
                <a:lnTo>
                  <a:pt x="2134" y="1654"/>
                </a:lnTo>
                <a:lnTo>
                  <a:pt x="2141" y="1656"/>
                </a:lnTo>
                <a:lnTo>
                  <a:pt x="2148" y="1657"/>
                </a:lnTo>
                <a:lnTo>
                  <a:pt x="2154" y="1656"/>
                </a:lnTo>
                <a:lnTo>
                  <a:pt x="2161" y="1655"/>
                </a:lnTo>
                <a:lnTo>
                  <a:pt x="2167" y="1653"/>
                </a:lnTo>
                <a:lnTo>
                  <a:pt x="2174" y="1651"/>
                </a:lnTo>
                <a:lnTo>
                  <a:pt x="2179" y="1647"/>
                </a:lnTo>
                <a:lnTo>
                  <a:pt x="2184" y="1643"/>
                </a:lnTo>
                <a:lnTo>
                  <a:pt x="2189" y="1638"/>
                </a:lnTo>
                <a:lnTo>
                  <a:pt x="2193" y="1632"/>
                </a:lnTo>
                <a:lnTo>
                  <a:pt x="2196" y="1626"/>
                </a:lnTo>
                <a:lnTo>
                  <a:pt x="2198" y="1620"/>
                </a:lnTo>
                <a:lnTo>
                  <a:pt x="2200" y="1613"/>
                </a:lnTo>
                <a:lnTo>
                  <a:pt x="2200" y="1607"/>
                </a:lnTo>
                <a:lnTo>
                  <a:pt x="2200" y="787"/>
                </a:lnTo>
                <a:lnTo>
                  <a:pt x="2200" y="780"/>
                </a:lnTo>
                <a:lnTo>
                  <a:pt x="2198" y="774"/>
                </a:lnTo>
                <a:lnTo>
                  <a:pt x="2196" y="768"/>
                </a:lnTo>
                <a:lnTo>
                  <a:pt x="2193" y="762"/>
                </a:lnTo>
                <a:lnTo>
                  <a:pt x="2190" y="756"/>
                </a:lnTo>
                <a:lnTo>
                  <a:pt x="2185" y="752"/>
                </a:lnTo>
                <a:lnTo>
                  <a:pt x="2180" y="747"/>
                </a:lnTo>
                <a:lnTo>
                  <a:pt x="2175" y="744"/>
                </a:lnTo>
                <a:lnTo>
                  <a:pt x="2169" y="741"/>
                </a:lnTo>
                <a:lnTo>
                  <a:pt x="2163" y="739"/>
                </a:lnTo>
                <a:lnTo>
                  <a:pt x="2156" y="737"/>
                </a:lnTo>
                <a:lnTo>
                  <a:pt x="2150" y="737"/>
                </a:lnTo>
                <a:lnTo>
                  <a:pt x="2143" y="737"/>
                </a:lnTo>
                <a:lnTo>
                  <a:pt x="2137" y="739"/>
                </a:lnTo>
                <a:lnTo>
                  <a:pt x="2131" y="741"/>
                </a:lnTo>
                <a:lnTo>
                  <a:pt x="2125" y="744"/>
                </a:lnTo>
                <a:lnTo>
                  <a:pt x="1600" y="1050"/>
                </a:lnTo>
                <a:moveTo>
                  <a:pt x="400" y="600"/>
                </a:moveTo>
                <a:lnTo>
                  <a:pt x="1400" y="600"/>
                </a:lnTo>
                <a:cubicBezTo>
                  <a:pt x="1510" y="600"/>
                  <a:pt x="1600" y="690"/>
                  <a:pt x="1600" y="800"/>
                </a:cubicBezTo>
                <a:lnTo>
                  <a:pt x="1600" y="1600"/>
                </a:lnTo>
                <a:cubicBezTo>
                  <a:pt x="1600" y="1710"/>
                  <a:pt x="1510" y="1800"/>
                  <a:pt x="1400" y="1800"/>
                </a:cubicBezTo>
                <a:lnTo>
                  <a:pt x="400" y="1800"/>
                </a:lnTo>
                <a:cubicBezTo>
                  <a:pt x="290" y="1800"/>
                  <a:pt x="200" y="1710"/>
                  <a:pt x="200" y="1600"/>
                </a:cubicBezTo>
                <a:lnTo>
                  <a:pt x="200" y="800"/>
                </a:lnTo>
                <a:cubicBezTo>
                  <a:pt x="200" y="690"/>
                  <a:pt x="290" y="600"/>
                  <a:pt x="400" y="600"/>
                </a:cubicBezTo>
                <a:close/>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82" name="Google Shape;1282;p56"/>
          <p:cNvSpPr txBox="1"/>
          <p:nvPr/>
        </p:nvSpPr>
        <p:spPr>
          <a:xfrm>
            <a:off x="2730143" y="4553712"/>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video</a:t>
            </a:r>
            <a:endParaRPr sz="1100"/>
          </a:p>
        </p:txBody>
      </p:sp>
      <p:sp>
        <p:nvSpPr>
          <p:cNvPr id="1283" name="Google Shape;1283;p56"/>
          <p:cNvSpPr/>
          <p:nvPr/>
        </p:nvSpPr>
        <p:spPr>
          <a:xfrm>
            <a:off x="4383405" y="4142232"/>
            <a:ext cx="377202" cy="377190"/>
          </a:xfrm>
          <a:custGeom>
            <a:rect b="b" l="l" r="r" t="t"/>
            <a:pathLst>
              <a:path extrusionOk="0" fill="none" h="2400" w="2400">
                <a:moveTo>
                  <a:pt x="1400" y="400"/>
                </a:moveTo>
                <a:lnTo>
                  <a:pt x="1413" y="400"/>
                </a:lnTo>
                <a:lnTo>
                  <a:pt x="1427" y="402"/>
                </a:lnTo>
                <a:lnTo>
                  <a:pt x="1440" y="404"/>
                </a:lnTo>
                <a:lnTo>
                  <a:pt x="1453" y="407"/>
                </a:lnTo>
                <a:lnTo>
                  <a:pt x="1466" y="411"/>
                </a:lnTo>
                <a:lnTo>
                  <a:pt x="1478" y="416"/>
                </a:lnTo>
                <a:lnTo>
                  <a:pt x="1490" y="422"/>
                </a:lnTo>
                <a:lnTo>
                  <a:pt x="1502" y="428"/>
                </a:lnTo>
                <a:lnTo>
                  <a:pt x="1513" y="436"/>
                </a:lnTo>
                <a:lnTo>
                  <a:pt x="1524" y="444"/>
                </a:lnTo>
                <a:lnTo>
                  <a:pt x="1535" y="452"/>
                </a:lnTo>
                <a:lnTo>
                  <a:pt x="1544" y="462"/>
                </a:lnTo>
                <a:lnTo>
                  <a:pt x="1553" y="472"/>
                </a:lnTo>
                <a:lnTo>
                  <a:pt x="1561" y="482"/>
                </a:lnTo>
                <a:lnTo>
                  <a:pt x="1569" y="493"/>
                </a:lnTo>
                <a:lnTo>
                  <a:pt x="1576" y="505"/>
                </a:lnTo>
                <a:lnTo>
                  <a:pt x="1624" y="595"/>
                </a:lnTo>
                <a:lnTo>
                  <a:pt x="1631" y="607"/>
                </a:lnTo>
                <a:lnTo>
                  <a:pt x="1639" y="618"/>
                </a:lnTo>
                <a:lnTo>
                  <a:pt x="1647" y="628"/>
                </a:lnTo>
                <a:lnTo>
                  <a:pt x="1656" y="638"/>
                </a:lnTo>
                <a:lnTo>
                  <a:pt x="1665" y="648"/>
                </a:lnTo>
                <a:lnTo>
                  <a:pt x="1676" y="656"/>
                </a:lnTo>
                <a:lnTo>
                  <a:pt x="1687" y="664"/>
                </a:lnTo>
                <a:lnTo>
                  <a:pt x="1698" y="672"/>
                </a:lnTo>
                <a:lnTo>
                  <a:pt x="1710" y="678"/>
                </a:lnTo>
                <a:lnTo>
                  <a:pt x="1722" y="684"/>
                </a:lnTo>
                <a:lnTo>
                  <a:pt x="1734" y="689"/>
                </a:lnTo>
                <a:lnTo>
                  <a:pt x="1747" y="693"/>
                </a:lnTo>
                <a:lnTo>
                  <a:pt x="1760" y="696"/>
                </a:lnTo>
                <a:lnTo>
                  <a:pt x="1773" y="698"/>
                </a:lnTo>
                <a:lnTo>
                  <a:pt x="1787" y="700"/>
                </a:lnTo>
                <a:lnTo>
                  <a:pt x="1800" y="700"/>
                </a:lnTo>
                <a:lnTo>
                  <a:pt x="2000" y="700"/>
                </a:lnTo>
                <a:lnTo>
                  <a:pt x="2020" y="701"/>
                </a:lnTo>
                <a:lnTo>
                  <a:pt x="2039" y="704"/>
                </a:lnTo>
                <a:lnTo>
                  <a:pt x="2058" y="709"/>
                </a:lnTo>
                <a:lnTo>
                  <a:pt x="2077" y="715"/>
                </a:lnTo>
                <a:lnTo>
                  <a:pt x="2094" y="724"/>
                </a:lnTo>
                <a:lnTo>
                  <a:pt x="2111" y="734"/>
                </a:lnTo>
                <a:lnTo>
                  <a:pt x="2127" y="745"/>
                </a:lnTo>
                <a:lnTo>
                  <a:pt x="2141" y="759"/>
                </a:lnTo>
                <a:lnTo>
                  <a:pt x="2155" y="773"/>
                </a:lnTo>
                <a:lnTo>
                  <a:pt x="2166" y="789"/>
                </a:lnTo>
                <a:lnTo>
                  <a:pt x="2176" y="806"/>
                </a:lnTo>
                <a:lnTo>
                  <a:pt x="2185" y="823"/>
                </a:lnTo>
                <a:lnTo>
                  <a:pt x="2191" y="842"/>
                </a:lnTo>
                <a:lnTo>
                  <a:pt x="2196" y="861"/>
                </a:lnTo>
                <a:lnTo>
                  <a:pt x="2199" y="880"/>
                </a:lnTo>
                <a:lnTo>
                  <a:pt x="2200" y="900"/>
                </a:lnTo>
                <a:lnTo>
                  <a:pt x="2200" y="1800"/>
                </a:lnTo>
                <a:lnTo>
                  <a:pt x="2199" y="1820"/>
                </a:lnTo>
                <a:lnTo>
                  <a:pt x="2196" y="1839"/>
                </a:lnTo>
                <a:lnTo>
                  <a:pt x="2191" y="1858"/>
                </a:lnTo>
                <a:lnTo>
                  <a:pt x="2185" y="1877"/>
                </a:lnTo>
                <a:lnTo>
                  <a:pt x="2176" y="1894"/>
                </a:lnTo>
                <a:lnTo>
                  <a:pt x="2166" y="1911"/>
                </a:lnTo>
                <a:lnTo>
                  <a:pt x="2155" y="1927"/>
                </a:lnTo>
                <a:lnTo>
                  <a:pt x="2141" y="1941"/>
                </a:lnTo>
                <a:lnTo>
                  <a:pt x="2127" y="1955"/>
                </a:lnTo>
                <a:lnTo>
                  <a:pt x="2111" y="1966"/>
                </a:lnTo>
                <a:lnTo>
                  <a:pt x="2094" y="1976"/>
                </a:lnTo>
                <a:lnTo>
                  <a:pt x="2077" y="1985"/>
                </a:lnTo>
                <a:lnTo>
                  <a:pt x="2058" y="1991"/>
                </a:lnTo>
                <a:lnTo>
                  <a:pt x="2039" y="1996"/>
                </a:lnTo>
                <a:lnTo>
                  <a:pt x="2020" y="1999"/>
                </a:lnTo>
                <a:lnTo>
                  <a:pt x="2000" y="2000"/>
                </a:lnTo>
                <a:lnTo>
                  <a:pt x="400" y="2000"/>
                </a:lnTo>
                <a:lnTo>
                  <a:pt x="380" y="1999"/>
                </a:lnTo>
                <a:lnTo>
                  <a:pt x="361" y="1996"/>
                </a:lnTo>
                <a:lnTo>
                  <a:pt x="342" y="1991"/>
                </a:lnTo>
                <a:lnTo>
                  <a:pt x="323" y="1985"/>
                </a:lnTo>
                <a:lnTo>
                  <a:pt x="306" y="1976"/>
                </a:lnTo>
                <a:lnTo>
                  <a:pt x="289" y="1966"/>
                </a:lnTo>
                <a:lnTo>
                  <a:pt x="273" y="1955"/>
                </a:lnTo>
                <a:lnTo>
                  <a:pt x="259" y="1941"/>
                </a:lnTo>
                <a:lnTo>
                  <a:pt x="245" y="1927"/>
                </a:lnTo>
                <a:lnTo>
                  <a:pt x="234" y="1911"/>
                </a:lnTo>
                <a:lnTo>
                  <a:pt x="224" y="1894"/>
                </a:lnTo>
                <a:lnTo>
                  <a:pt x="215" y="1877"/>
                </a:lnTo>
                <a:lnTo>
                  <a:pt x="209" y="1858"/>
                </a:lnTo>
                <a:lnTo>
                  <a:pt x="204" y="1839"/>
                </a:lnTo>
                <a:lnTo>
                  <a:pt x="201" y="1820"/>
                </a:lnTo>
                <a:lnTo>
                  <a:pt x="200" y="1800"/>
                </a:lnTo>
                <a:lnTo>
                  <a:pt x="200" y="900"/>
                </a:lnTo>
                <a:lnTo>
                  <a:pt x="201" y="880"/>
                </a:lnTo>
                <a:lnTo>
                  <a:pt x="204" y="861"/>
                </a:lnTo>
                <a:lnTo>
                  <a:pt x="209" y="842"/>
                </a:lnTo>
                <a:lnTo>
                  <a:pt x="215" y="823"/>
                </a:lnTo>
                <a:lnTo>
                  <a:pt x="224" y="806"/>
                </a:lnTo>
                <a:lnTo>
                  <a:pt x="234" y="789"/>
                </a:lnTo>
                <a:lnTo>
                  <a:pt x="245" y="773"/>
                </a:lnTo>
                <a:lnTo>
                  <a:pt x="259" y="759"/>
                </a:lnTo>
                <a:lnTo>
                  <a:pt x="273" y="745"/>
                </a:lnTo>
                <a:lnTo>
                  <a:pt x="289" y="734"/>
                </a:lnTo>
                <a:lnTo>
                  <a:pt x="306" y="724"/>
                </a:lnTo>
                <a:lnTo>
                  <a:pt x="323" y="715"/>
                </a:lnTo>
                <a:lnTo>
                  <a:pt x="342" y="709"/>
                </a:lnTo>
                <a:lnTo>
                  <a:pt x="361" y="704"/>
                </a:lnTo>
                <a:lnTo>
                  <a:pt x="380" y="701"/>
                </a:lnTo>
                <a:lnTo>
                  <a:pt x="400" y="700"/>
                </a:lnTo>
                <a:lnTo>
                  <a:pt x="600" y="700"/>
                </a:lnTo>
                <a:lnTo>
                  <a:pt x="613" y="700"/>
                </a:lnTo>
                <a:lnTo>
                  <a:pt x="626" y="698"/>
                </a:lnTo>
                <a:lnTo>
                  <a:pt x="640" y="696"/>
                </a:lnTo>
                <a:lnTo>
                  <a:pt x="653" y="693"/>
                </a:lnTo>
                <a:lnTo>
                  <a:pt x="666" y="689"/>
                </a:lnTo>
                <a:lnTo>
                  <a:pt x="678" y="684"/>
                </a:lnTo>
                <a:lnTo>
                  <a:pt x="690" y="678"/>
                </a:lnTo>
                <a:lnTo>
                  <a:pt x="702" y="672"/>
                </a:lnTo>
                <a:lnTo>
                  <a:pt x="713" y="665"/>
                </a:lnTo>
                <a:lnTo>
                  <a:pt x="724" y="657"/>
                </a:lnTo>
                <a:lnTo>
                  <a:pt x="734" y="648"/>
                </a:lnTo>
                <a:lnTo>
                  <a:pt x="744" y="638"/>
                </a:lnTo>
                <a:lnTo>
                  <a:pt x="753" y="628"/>
                </a:lnTo>
                <a:lnTo>
                  <a:pt x="761" y="618"/>
                </a:lnTo>
                <a:lnTo>
                  <a:pt x="769" y="607"/>
                </a:lnTo>
                <a:lnTo>
                  <a:pt x="776" y="595"/>
                </a:lnTo>
                <a:lnTo>
                  <a:pt x="825" y="505"/>
                </a:lnTo>
                <a:lnTo>
                  <a:pt x="831" y="493"/>
                </a:lnTo>
                <a:lnTo>
                  <a:pt x="839" y="482"/>
                </a:lnTo>
                <a:lnTo>
                  <a:pt x="847" y="472"/>
                </a:lnTo>
                <a:lnTo>
                  <a:pt x="856" y="462"/>
                </a:lnTo>
                <a:lnTo>
                  <a:pt x="866" y="452"/>
                </a:lnTo>
                <a:lnTo>
                  <a:pt x="876" y="443"/>
                </a:lnTo>
                <a:lnTo>
                  <a:pt x="887" y="435"/>
                </a:lnTo>
                <a:lnTo>
                  <a:pt x="898" y="428"/>
                </a:lnTo>
                <a:lnTo>
                  <a:pt x="910" y="422"/>
                </a:lnTo>
                <a:lnTo>
                  <a:pt x="922" y="416"/>
                </a:lnTo>
                <a:lnTo>
                  <a:pt x="934" y="411"/>
                </a:lnTo>
                <a:lnTo>
                  <a:pt x="947" y="407"/>
                </a:lnTo>
                <a:lnTo>
                  <a:pt x="960" y="404"/>
                </a:lnTo>
                <a:lnTo>
                  <a:pt x="974" y="402"/>
                </a:lnTo>
                <a:lnTo>
                  <a:pt x="987" y="400"/>
                </a:lnTo>
                <a:lnTo>
                  <a:pt x="1000" y="400"/>
                </a:lnTo>
                <a:lnTo>
                  <a:pt x="1400" y="400"/>
                </a:lnTo>
                <a:moveTo>
                  <a:pt x="1500" y="1300"/>
                </a:moveTo>
                <a:cubicBezTo>
                  <a:pt x="1500" y="1466"/>
                  <a:pt x="1366" y="1600"/>
                  <a:pt x="1200" y="1600"/>
                </a:cubicBezTo>
                <a:cubicBezTo>
                  <a:pt x="1034" y="1600"/>
                  <a:pt x="900" y="1466"/>
                  <a:pt x="900" y="1300"/>
                </a:cubicBezTo>
                <a:cubicBezTo>
                  <a:pt x="900" y="1134"/>
                  <a:pt x="1034" y="1000"/>
                  <a:pt x="1200" y="1000"/>
                </a:cubicBezTo>
                <a:cubicBezTo>
                  <a:pt x="1366" y="1000"/>
                  <a:pt x="1500" y="1134"/>
                  <a:pt x="1500" y="1300"/>
                </a:cubicBezTo>
                <a:close/>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84" name="Google Shape;1284;p56"/>
          <p:cNvSpPr txBox="1"/>
          <p:nvPr/>
        </p:nvSpPr>
        <p:spPr>
          <a:xfrm>
            <a:off x="3958051" y="4553712"/>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camera</a:t>
            </a:r>
            <a:endParaRPr sz="1100"/>
          </a:p>
        </p:txBody>
      </p:sp>
      <p:sp>
        <p:nvSpPr>
          <p:cNvPr id="1285" name="Google Shape;1285;p56"/>
          <p:cNvSpPr/>
          <p:nvPr/>
        </p:nvSpPr>
        <p:spPr>
          <a:xfrm>
            <a:off x="5611313" y="4142232"/>
            <a:ext cx="377202" cy="377190"/>
          </a:xfrm>
          <a:custGeom>
            <a:rect b="b" l="l" r="r" t="t"/>
            <a:pathLst>
              <a:path extrusionOk="0" fill="none" h="2400" w="2400">
                <a:moveTo>
                  <a:pt x="500" y="300"/>
                </a:moveTo>
                <a:lnTo>
                  <a:pt x="1900" y="300"/>
                </a:lnTo>
                <a:cubicBezTo>
                  <a:pt x="2010" y="300"/>
                  <a:pt x="2100" y="390"/>
                  <a:pt x="2100" y="500"/>
                </a:cubicBezTo>
                <a:lnTo>
                  <a:pt x="2100" y="1900"/>
                </a:lnTo>
                <a:cubicBezTo>
                  <a:pt x="2100" y="2010"/>
                  <a:pt x="2010" y="2100"/>
                  <a:pt x="1900" y="2100"/>
                </a:cubicBezTo>
                <a:lnTo>
                  <a:pt x="500" y="2100"/>
                </a:lnTo>
                <a:cubicBezTo>
                  <a:pt x="390" y="2100"/>
                  <a:pt x="300" y="2010"/>
                  <a:pt x="300" y="1900"/>
                </a:cubicBezTo>
                <a:lnTo>
                  <a:pt x="300" y="500"/>
                </a:lnTo>
                <a:cubicBezTo>
                  <a:pt x="300" y="390"/>
                  <a:pt x="390" y="300"/>
                  <a:pt x="500" y="300"/>
                </a:cubicBezTo>
                <a:close/>
                <a:moveTo>
                  <a:pt x="1100" y="900"/>
                </a:moveTo>
                <a:cubicBezTo>
                  <a:pt x="1100" y="1010"/>
                  <a:pt x="1010" y="1100"/>
                  <a:pt x="900" y="1100"/>
                </a:cubicBezTo>
                <a:cubicBezTo>
                  <a:pt x="790" y="1100"/>
                  <a:pt x="700" y="1010"/>
                  <a:pt x="700" y="900"/>
                </a:cubicBezTo>
                <a:cubicBezTo>
                  <a:pt x="700" y="790"/>
                  <a:pt x="790" y="700"/>
                  <a:pt x="900" y="700"/>
                </a:cubicBezTo>
                <a:cubicBezTo>
                  <a:pt x="1010" y="700"/>
                  <a:pt x="1100" y="790"/>
                  <a:pt x="1100" y="900"/>
                </a:cubicBezTo>
                <a:close/>
                <a:moveTo>
                  <a:pt x="2100" y="1500"/>
                </a:moveTo>
                <a:lnTo>
                  <a:pt x="1791" y="1191"/>
                </a:lnTo>
                <a:lnTo>
                  <a:pt x="1777" y="1178"/>
                </a:lnTo>
                <a:lnTo>
                  <a:pt x="1761" y="1167"/>
                </a:lnTo>
                <a:lnTo>
                  <a:pt x="1744" y="1156"/>
                </a:lnTo>
                <a:lnTo>
                  <a:pt x="1727" y="1148"/>
                </a:lnTo>
                <a:lnTo>
                  <a:pt x="1708" y="1141"/>
                </a:lnTo>
                <a:lnTo>
                  <a:pt x="1689" y="1137"/>
                </a:lnTo>
                <a:lnTo>
                  <a:pt x="1670" y="1134"/>
                </a:lnTo>
                <a:lnTo>
                  <a:pt x="1650" y="1133"/>
                </a:lnTo>
                <a:lnTo>
                  <a:pt x="1630" y="1134"/>
                </a:lnTo>
                <a:lnTo>
                  <a:pt x="1611" y="1137"/>
                </a:lnTo>
                <a:lnTo>
                  <a:pt x="1592" y="1141"/>
                </a:lnTo>
                <a:lnTo>
                  <a:pt x="1573" y="1148"/>
                </a:lnTo>
                <a:lnTo>
                  <a:pt x="1556" y="1156"/>
                </a:lnTo>
                <a:lnTo>
                  <a:pt x="1539" y="1167"/>
                </a:lnTo>
                <a:lnTo>
                  <a:pt x="1523" y="1178"/>
                </a:lnTo>
                <a:lnTo>
                  <a:pt x="1509" y="1191"/>
                </a:lnTo>
                <a:lnTo>
                  <a:pt x="600" y="21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86" name="Google Shape;1286;p56"/>
          <p:cNvSpPr txBox="1"/>
          <p:nvPr/>
        </p:nvSpPr>
        <p:spPr>
          <a:xfrm>
            <a:off x="5185959" y="4553712"/>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image</a:t>
            </a:r>
            <a:endParaRPr sz="1100"/>
          </a:p>
        </p:txBody>
      </p:sp>
      <p:sp>
        <p:nvSpPr>
          <p:cNvPr id="1287" name="Google Shape;1287;p56"/>
          <p:cNvSpPr/>
          <p:nvPr/>
        </p:nvSpPr>
        <p:spPr>
          <a:xfrm>
            <a:off x="6839221" y="4142232"/>
            <a:ext cx="377202" cy="377190"/>
          </a:xfrm>
          <a:custGeom>
            <a:rect b="b" l="l" r="r" t="t"/>
            <a:pathLst>
              <a:path extrusionOk="0" fill="none" h="2400" w="2400">
                <a:moveTo>
                  <a:pt x="2200" y="1100"/>
                </a:moveTo>
                <a:lnTo>
                  <a:pt x="2070" y="970"/>
                </a:lnTo>
                <a:lnTo>
                  <a:pt x="2053" y="954"/>
                </a:lnTo>
                <a:lnTo>
                  <a:pt x="2034" y="940"/>
                </a:lnTo>
                <a:lnTo>
                  <a:pt x="2014" y="928"/>
                </a:lnTo>
                <a:lnTo>
                  <a:pt x="1992" y="918"/>
                </a:lnTo>
                <a:lnTo>
                  <a:pt x="1970" y="910"/>
                </a:lnTo>
                <a:lnTo>
                  <a:pt x="1947" y="904"/>
                </a:lnTo>
                <a:lnTo>
                  <a:pt x="1924" y="901"/>
                </a:lnTo>
                <a:lnTo>
                  <a:pt x="1900" y="899"/>
                </a:lnTo>
                <a:lnTo>
                  <a:pt x="1876" y="901"/>
                </a:lnTo>
                <a:lnTo>
                  <a:pt x="1853" y="904"/>
                </a:lnTo>
                <a:lnTo>
                  <a:pt x="1830" y="910"/>
                </a:lnTo>
                <a:lnTo>
                  <a:pt x="1808" y="918"/>
                </a:lnTo>
                <a:lnTo>
                  <a:pt x="1786" y="928"/>
                </a:lnTo>
                <a:lnTo>
                  <a:pt x="1766" y="940"/>
                </a:lnTo>
                <a:lnTo>
                  <a:pt x="1747" y="954"/>
                </a:lnTo>
                <a:lnTo>
                  <a:pt x="1730" y="970"/>
                </a:lnTo>
                <a:lnTo>
                  <a:pt x="1100" y="1600"/>
                </a:lnTo>
                <a:moveTo>
                  <a:pt x="400" y="800"/>
                </a:moveTo>
                <a:lnTo>
                  <a:pt x="380" y="801"/>
                </a:lnTo>
                <a:lnTo>
                  <a:pt x="361" y="804"/>
                </a:lnTo>
                <a:lnTo>
                  <a:pt x="342" y="809"/>
                </a:lnTo>
                <a:lnTo>
                  <a:pt x="323" y="815"/>
                </a:lnTo>
                <a:lnTo>
                  <a:pt x="306" y="824"/>
                </a:lnTo>
                <a:lnTo>
                  <a:pt x="289" y="834"/>
                </a:lnTo>
                <a:lnTo>
                  <a:pt x="273" y="845"/>
                </a:lnTo>
                <a:lnTo>
                  <a:pt x="259" y="859"/>
                </a:lnTo>
                <a:lnTo>
                  <a:pt x="245" y="873"/>
                </a:lnTo>
                <a:lnTo>
                  <a:pt x="234" y="889"/>
                </a:lnTo>
                <a:lnTo>
                  <a:pt x="224" y="906"/>
                </a:lnTo>
                <a:lnTo>
                  <a:pt x="215" y="923"/>
                </a:lnTo>
                <a:lnTo>
                  <a:pt x="209" y="942"/>
                </a:lnTo>
                <a:lnTo>
                  <a:pt x="204" y="961"/>
                </a:lnTo>
                <a:lnTo>
                  <a:pt x="201" y="980"/>
                </a:lnTo>
                <a:lnTo>
                  <a:pt x="200" y="1000"/>
                </a:lnTo>
                <a:lnTo>
                  <a:pt x="200" y="2000"/>
                </a:lnTo>
                <a:lnTo>
                  <a:pt x="201" y="2020"/>
                </a:lnTo>
                <a:lnTo>
                  <a:pt x="204" y="2039"/>
                </a:lnTo>
                <a:lnTo>
                  <a:pt x="209" y="2058"/>
                </a:lnTo>
                <a:lnTo>
                  <a:pt x="215" y="2077"/>
                </a:lnTo>
                <a:lnTo>
                  <a:pt x="224" y="2094"/>
                </a:lnTo>
                <a:lnTo>
                  <a:pt x="234" y="2111"/>
                </a:lnTo>
                <a:lnTo>
                  <a:pt x="245" y="2127"/>
                </a:lnTo>
                <a:lnTo>
                  <a:pt x="259" y="2141"/>
                </a:lnTo>
                <a:lnTo>
                  <a:pt x="273" y="2155"/>
                </a:lnTo>
                <a:lnTo>
                  <a:pt x="289" y="2166"/>
                </a:lnTo>
                <a:lnTo>
                  <a:pt x="306" y="2176"/>
                </a:lnTo>
                <a:lnTo>
                  <a:pt x="323" y="2185"/>
                </a:lnTo>
                <a:lnTo>
                  <a:pt x="342" y="2191"/>
                </a:lnTo>
                <a:lnTo>
                  <a:pt x="361" y="2196"/>
                </a:lnTo>
                <a:lnTo>
                  <a:pt x="380" y="2199"/>
                </a:lnTo>
                <a:lnTo>
                  <a:pt x="400" y="2200"/>
                </a:lnTo>
                <a:lnTo>
                  <a:pt x="1400" y="2200"/>
                </a:lnTo>
                <a:lnTo>
                  <a:pt x="1420" y="2199"/>
                </a:lnTo>
                <a:lnTo>
                  <a:pt x="1439" y="2196"/>
                </a:lnTo>
                <a:lnTo>
                  <a:pt x="1458" y="2191"/>
                </a:lnTo>
                <a:lnTo>
                  <a:pt x="1477" y="2185"/>
                </a:lnTo>
                <a:lnTo>
                  <a:pt x="1494" y="2176"/>
                </a:lnTo>
                <a:lnTo>
                  <a:pt x="1511" y="2166"/>
                </a:lnTo>
                <a:lnTo>
                  <a:pt x="1527" y="2155"/>
                </a:lnTo>
                <a:lnTo>
                  <a:pt x="1541" y="2141"/>
                </a:lnTo>
                <a:lnTo>
                  <a:pt x="1555" y="2127"/>
                </a:lnTo>
                <a:lnTo>
                  <a:pt x="1566" y="2111"/>
                </a:lnTo>
                <a:lnTo>
                  <a:pt x="1576" y="2094"/>
                </a:lnTo>
                <a:lnTo>
                  <a:pt x="1585" y="2077"/>
                </a:lnTo>
                <a:lnTo>
                  <a:pt x="1591" y="2058"/>
                </a:lnTo>
                <a:lnTo>
                  <a:pt x="1596" y="2039"/>
                </a:lnTo>
                <a:lnTo>
                  <a:pt x="1599" y="2020"/>
                </a:lnTo>
                <a:lnTo>
                  <a:pt x="1600" y="2000"/>
                </a:lnTo>
                <a:moveTo>
                  <a:pt x="1400" y="700"/>
                </a:moveTo>
                <a:cubicBezTo>
                  <a:pt x="1400" y="755"/>
                  <a:pt x="1355" y="800"/>
                  <a:pt x="1300" y="800"/>
                </a:cubicBezTo>
                <a:cubicBezTo>
                  <a:pt x="1245" y="800"/>
                  <a:pt x="1200" y="755"/>
                  <a:pt x="1200" y="700"/>
                </a:cubicBezTo>
                <a:cubicBezTo>
                  <a:pt x="1200" y="645"/>
                  <a:pt x="1245" y="600"/>
                  <a:pt x="1300" y="600"/>
                </a:cubicBezTo>
                <a:cubicBezTo>
                  <a:pt x="1355" y="600"/>
                  <a:pt x="1400" y="645"/>
                  <a:pt x="1400" y="700"/>
                </a:cubicBezTo>
                <a:close/>
                <a:moveTo>
                  <a:pt x="1000" y="200"/>
                </a:moveTo>
                <a:lnTo>
                  <a:pt x="2000" y="200"/>
                </a:lnTo>
                <a:cubicBezTo>
                  <a:pt x="2110" y="200"/>
                  <a:pt x="2200" y="290"/>
                  <a:pt x="2200" y="400"/>
                </a:cubicBezTo>
                <a:lnTo>
                  <a:pt x="2200" y="1400"/>
                </a:lnTo>
                <a:cubicBezTo>
                  <a:pt x="2200" y="1510"/>
                  <a:pt x="2110" y="1600"/>
                  <a:pt x="2000" y="1600"/>
                </a:cubicBezTo>
                <a:lnTo>
                  <a:pt x="1000" y="1600"/>
                </a:lnTo>
                <a:cubicBezTo>
                  <a:pt x="890" y="1600"/>
                  <a:pt x="800" y="1510"/>
                  <a:pt x="800" y="1400"/>
                </a:cubicBezTo>
                <a:lnTo>
                  <a:pt x="800" y="400"/>
                </a:lnTo>
                <a:cubicBezTo>
                  <a:pt x="800" y="290"/>
                  <a:pt x="890" y="200"/>
                  <a:pt x="1000" y="200"/>
                </a:cubicBezTo>
                <a:close/>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88" name="Google Shape;1288;p56"/>
          <p:cNvSpPr txBox="1"/>
          <p:nvPr/>
        </p:nvSpPr>
        <p:spPr>
          <a:xfrm>
            <a:off x="6413867" y="4553712"/>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images</a:t>
            </a:r>
            <a:endParaRPr sz="1100"/>
          </a:p>
        </p:txBody>
      </p:sp>
      <p:sp>
        <p:nvSpPr>
          <p:cNvPr id="1289" name="Google Shape;1289;p56"/>
          <p:cNvSpPr/>
          <p:nvPr/>
        </p:nvSpPr>
        <p:spPr>
          <a:xfrm>
            <a:off x="8067129" y="4142232"/>
            <a:ext cx="377202" cy="377190"/>
          </a:xfrm>
          <a:custGeom>
            <a:rect b="b" l="l" r="r" t="t"/>
            <a:pathLst>
              <a:path extrusionOk="0" fill="none" h="2400" w="2400">
                <a:moveTo>
                  <a:pt x="1600" y="600"/>
                </a:moveTo>
                <a:lnTo>
                  <a:pt x="759" y="1459"/>
                </a:lnTo>
                <a:lnTo>
                  <a:pt x="734" y="1489"/>
                </a:lnTo>
                <a:lnTo>
                  <a:pt x="715" y="1523"/>
                </a:lnTo>
                <a:lnTo>
                  <a:pt x="704" y="1561"/>
                </a:lnTo>
                <a:lnTo>
                  <a:pt x="700" y="1600"/>
                </a:lnTo>
                <a:lnTo>
                  <a:pt x="704" y="1639"/>
                </a:lnTo>
                <a:lnTo>
                  <a:pt x="715" y="1677"/>
                </a:lnTo>
                <a:lnTo>
                  <a:pt x="734" y="1711"/>
                </a:lnTo>
                <a:lnTo>
                  <a:pt x="759" y="1742"/>
                </a:lnTo>
                <a:lnTo>
                  <a:pt x="789" y="1766"/>
                </a:lnTo>
                <a:lnTo>
                  <a:pt x="823" y="1785"/>
                </a:lnTo>
                <a:lnTo>
                  <a:pt x="861" y="1796"/>
                </a:lnTo>
                <a:lnTo>
                  <a:pt x="900" y="1800"/>
                </a:lnTo>
                <a:lnTo>
                  <a:pt x="939" y="1796"/>
                </a:lnTo>
                <a:lnTo>
                  <a:pt x="977" y="1785"/>
                </a:lnTo>
                <a:lnTo>
                  <a:pt x="1011" y="1766"/>
                </a:lnTo>
                <a:lnTo>
                  <a:pt x="1042" y="1742"/>
                </a:lnTo>
                <a:lnTo>
                  <a:pt x="1883" y="883"/>
                </a:lnTo>
                <a:lnTo>
                  <a:pt x="1933" y="822"/>
                </a:lnTo>
                <a:lnTo>
                  <a:pt x="1970" y="753"/>
                </a:lnTo>
                <a:lnTo>
                  <a:pt x="1992" y="678"/>
                </a:lnTo>
                <a:lnTo>
                  <a:pt x="2000" y="600"/>
                </a:lnTo>
                <a:lnTo>
                  <a:pt x="1992" y="522"/>
                </a:lnTo>
                <a:lnTo>
                  <a:pt x="1970" y="447"/>
                </a:lnTo>
                <a:lnTo>
                  <a:pt x="1933" y="378"/>
                </a:lnTo>
                <a:lnTo>
                  <a:pt x="1883" y="317"/>
                </a:lnTo>
                <a:lnTo>
                  <a:pt x="1822" y="267"/>
                </a:lnTo>
                <a:lnTo>
                  <a:pt x="1753" y="230"/>
                </a:lnTo>
                <a:lnTo>
                  <a:pt x="1678" y="208"/>
                </a:lnTo>
                <a:lnTo>
                  <a:pt x="1600" y="200"/>
                </a:lnTo>
                <a:lnTo>
                  <a:pt x="1522" y="208"/>
                </a:lnTo>
                <a:lnTo>
                  <a:pt x="1447" y="230"/>
                </a:lnTo>
                <a:lnTo>
                  <a:pt x="1378" y="267"/>
                </a:lnTo>
                <a:lnTo>
                  <a:pt x="1317" y="317"/>
                </a:lnTo>
                <a:lnTo>
                  <a:pt x="479" y="1172"/>
                </a:lnTo>
                <a:lnTo>
                  <a:pt x="404" y="1263"/>
                </a:lnTo>
                <a:lnTo>
                  <a:pt x="347" y="1367"/>
                </a:lnTo>
                <a:lnTo>
                  <a:pt x="312" y="1480"/>
                </a:lnTo>
                <a:lnTo>
                  <a:pt x="300" y="1598"/>
                </a:lnTo>
                <a:lnTo>
                  <a:pt x="311" y="1715"/>
                </a:lnTo>
                <a:lnTo>
                  <a:pt x="345" y="1828"/>
                </a:lnTo>
                <a:lnTo>
                  <a:pt x="401" y="1933"/>
                </a:lnTo>
                <a:lnTo>
                  <a:pt x="476" y="2024"/>
                </a:lnTo>
                <a:lnTo>
                  <a:pt x="567" y="2099"/>
                </a:lnTo>
                <a:lnTo>
                  <a:pt x="672" y="2155"/>
                </a:lnTo>
                <a:lnTo>
                  <a:pt x="785" y="2189"/>
                </a:lnTo>
                <a:lnTo>
                  <a:pt x="903" y="2200"/>
                </a:lnTo>
                <a:lnTo>
                  <a:pt x="1020" y="2188"/>
                </a:lnTo>
                <a:lnTo>
                  <a:pt x="1133" y="2153"/>
                </a:lnTo>
                <a:lnTo>
                  <a:pt x="1237" y="2096"/>
                </a:lnTo>
                <a:lnTo>
                  <a:pt x="1328" y="2021"/>
                </a:lnTo>
                <a:lnTo>
                  <a:pt x="2166" y="1166"/>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90" name="Google Shape;1290;p56"/>
          <p:cNvSpPr txBox="1"/>
          <p:nvPr/>
        </p:nvSpPr>
        <p:spPr>
          <a:xfrm>
            <a:off x="7641775" y="4553712"/>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paperclip</a:t>
            </a:r>
            <a:endParaRPr sz="11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4" name="Shape 1294"/>
        <p:cNvGrpSpPr/>
        <p:nvPr/>
      </p:nvGrpSpPr>
      <p:grpSpPr>
        <a:xfrm>
          <a:off x="0" y="0"/>
          <a:ext cx="0" cy="0"/>
          <a:chOff x="0" y="0"/>
          <a:chExt cx="0" cy="0"/>
        </a:xfrm>
      </p:grpSpPr>
      <p:sp>
        <p:nvSpPr>
          <p:cNvPr id="1295" name="Google Shape;1295;p57"/>
          <p:cNvSpPr txBox="1"/>
          <p:nvPr/>
        </p:nvSpPr>
        <p:spPr>
          <a:xfrm>
            <a:off x="342909" y="205740"/>
            <a:ext cx="84354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1500">
                <a:solidFill>
                  <a:srgbClr val="1E3A5F"/>
                </a:solidFill>
                <a:latin typeface="Arial"/>
                <a:ea typeface="Arial"/>
                <a:cs typeface="Arial"/>
                <a:sym typeface="Arial"/>
              </a:rPr>
              <a:t>Equipo, clientes y empresa</a:t>
            </a:r>
            <a:endParaRPr sz="1100"/>
          </a:p>
        </p:txBody>
      </p:sp>
      <p:sp>
        <p:nvSpPr>
          <p:cNvPr id="1296" name="Google Shape;1296;p57"/>
          <p:cNvSpPr txBox="1"/>
          <p:nvPr/>
        </p:nvSpPr>
        <p:spPr>
          <a:xfrm>
            <a:off x="342909" y="514350"/>
            <a:ext cx="8435400" cy="123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 sz="800">
                <a:solidFill>
                  <a:srgbClr val="6B7280"/>
                </a:solidFill>
                <a:latin typeface="Arial"/>
                <a:ea typeface="Arial"/>
                <a:cs typeface="Arial"/>
                <a:sym typeface="Arial"/>
              </a:rPr>
              <a:t>Personas, roles, organización, confianza.</a:t>
            </a:r>
            <a:endParaRPr sz="1100"/>
          </a:p>
        </p:txBody>
      </p:sp>
      <p:sp>
        <p:nvSpPr>
          <p:cNvPr id="1297" name="Google Shape;1297;p57"/>
          <p:cNvSpPr/>
          <p:nvPr/>
        </p:nvSpPr>
        <p:spPr>
          <a:xfrm>
            <a:off x="699681" y="960120"/>
            <a:ext cx="377202" cy="377190"/>
          </a:xfrm>
          <a:custGeom>
            <a:rect b="b" l="l" r="r" t="t"/>
            <a:pathLst>
              <a:path extrusionOk="0" fill="none" h="2400" w="2400">
                <a:moveTo>
                  <a:pt x="1900" y="2100"/>
                </a:moveTo>
                <a:lnTo>
                  <a:pt x="1900" y="1900"/>
                </a:lnTo>
                <a:lnTo>
                  <a:pt x="1898" y="1861"/>
                </a:lnTo>
                <a:lnTo>
                  <a:pt x="1892" y="1822"/>
                </a:lnTo>
                <a:lnTo>
                  <a:pt x="1883" y="1784"/>
                </a:lnTo>
                <a:lnTo>
                  <a:pt x="1870" y="1747"/>
                </a:lnTo>
                <a:lnTo>
                  <a:pt x="1853" y="1711"/>
                </a:lnTo>
                <a:lnTo>
                  <a:pt x="1833" y="1678"/>
                </a:lnTo>
                <a:lnTo>
                  <a:pt x="1809" y="1646"/>
                </a:lnTo>
                <a:lnTo>
                  <a:pt x="1783" y="1617"/>
                </a:lnTo>
                <a:lnTo>
                  <a:pt x="1754" y="1591"/>
                </a:lnTo>
                <a:lnTo>
                  <a:pt x="1722" y="1567"/>
                </a:lnTo>
                <a:lnTo>
                  <a:pt x="1689" y="1547"/>
                </a:lnTo>
                <a:lnTo>
                  <a:pt x="1653" y="1530"/>
                </a:lnTo>
                <a:lnTo>
                  <a:pt x="1616" y="1517"/>
                </a:lnTo>
                <a:lnTo>
                  <a:pt x="1578" y="1508"/>
                </a:lnTo>
                <a:lnTo>
                  <a:pt x="1539" y="1502"/>
                </a:lnTo>
                <a:lnTo>
                  <a:pt x="1500" y="1500"/>
                </a:lnTo>
                <a:lnTo>
                  <a:pt x="900" y="1500"/>
                </a:lnTo>
                <a:lnTo>
                  <a:pt x="861" y="1502"/>
                </a:lnTo>
                <a:lnTo>
                  <a:pt x="822" y="1508"/>
                </a:lnTo>
                <a:lnTo>
                  <a:pt x="784" y="1517"/>
                </a:lnTo>
                <a:lnTo>
                  <a:pt x="747" y="1530"/>
                </a:lnTo>
                <a:lnTo>
                  <a:pt x="711" y="1547"/>
                </a:lnTo>
                <a:lnTo>
                  <a:pt x="678" y="1567"/>
                </a:lnTo>
                <a:lnTo>
                  <a:pt x="646" y="1591"/>
                </a:lnTo>
                <a:lnTo>
                  <a:pt x="617" y="1617"/>
                </a:lnTo>
                <a:lnTo>
                  <a:pt x="591" y="1646"/>
                </a:lnTo>
                <a:lnTo>
                  <a:pt x="567" y="1678"/>
                </a:lnTo>
                <a:lnTo>
                  <a:pt x="547" y="1711"/>
                </a:lnTo>
                <a:lnTo>
                  <a:pt x="530" y="1747"/>
                </a:lnTo>
                <a:lnTo>
                  <a:pt x="517" y="1784"/>
                </a:lnTo>
                <a:lnTo>
                  <a:pt x="508" y="1822"/>
                </a:lnTo>
                <a:lnTo>
                  <a:pt x="502" y="1861"/>
                </a:lnTo>
                <a:lnTo>
                  <a:pt x="500" y="1900"/>
                </a:lnTo>
                <a:lnTo>
                  <a:pt x="500" y="2100"/>
                </a:lnTo>
                <a:moveTo>
                  <a:pt x="1600" y="700"/>
                </a:moveTo>
                <a:cubicBezTo>
                  <a:pt x="1600" y="921"/>
                  <a:pt x="1421" y="1100"/>
                  <a:pt x="1200" y="1100"/>
                </a:cubicBezTo>
                <a:cubicBezTo>
                  <a:pt x="979" y="1100"/>
                  <a:pt x="800" y="921"/>
                  <a:pt x="800" y="700"/>
                </a:cubicBezTo>
                <a:cubicBezTo>
                  <a:pt x="800" y="479"/>
                  <a:pt x="979" y="300"/>
                  <a:pt x="1200" y="300"/>
                </a:cubicBezTo>
                <a:cubicBezTo>
                  <a:pt x="1421" y="300"/>
                  <a:pt x="1600" y="479"/>
                  <a:pt x="1600" y="700"/>
                </a:cubicBezTo>
                <a:close/>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98" name="Google Shape;1298;p57"/>
          <p:cNvSpPr txBox="1"/>
          <p:nvPr/>
        </p:nvSpPr>
        <p:spPr>
          <a:xfrm>
            <a:off x="274327" y="1371600"/>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user</a:t>
            </a:r>
            <a:endParaRPr sz="1100"/>
          </a:p>
        </p:txBody>
      </p:sp>
      <p:sp>
        <p:nvSpPr>
          <p:cNvPr id="1299" name="Google Shape;1299;p57"/>
          <p:cNvSpPr/>
          <p:nvPr/>
        </p:nvSpPr>
        <p:spPr>
          <a:xfrm>
            <a:off x="1927589" y="960120"/>
            <a:ext cx="377202" cy="377190"/>
          </a:xfrm>
          <a:custGeom>
            <a:rect b="b" l="l" r="r" t="t"/>
            <a:pathLst>
              <a:path extrusionOk="0" fill="none" h="2400" w="2400">
                <a:moveTo>
                  <a:pt x="1600" y="2100"/>
                </a:moveTo>
                <a:lnTo>
                  <a:pt x="1600" y="1900"/>
                </a:lnTo>
                <a:lnTo>
                  <a:pt x="1598" y="1861"/>
                </a:lnTo>
                <a:lnTo>
                  <a:pt x="1592" y="1822"/>
                </a:lnTo>
                <a:lnTo>
                  <a:pt x="1583" y="1784"/>
                </a:lnTo>
                <a:lnTo>
                  <a:pt x="1570" y="1747"/>
                </a:lnTo>
                <a:lnTo>
                  <a:pt x="1553" y="1711"/>
                </a:lnTo>
                <a:lnTo>
                  <a:pt x="1533" y="1678"/>
                </a:lnTo>
                <a:lnTo>
                  <a:pt x="1509" y="1646"/>
                </a:lnTo>
                <a:lnTo>
                  <a:pt x="1483" y="1617"/>
                </a:lnTo>
                <a:lnTo>
                  <a:pt x="1454" y="1591"/>
                </a:lnTo>
                <a:lnTo>
                  <a:pt x="1422" y="1567"/>
                </a:lnTo>
                <a:lnTo>
                  <a:pt x="1389" y="1547"/>
                </a:lnTo>
                <a:lnTo>
                  <a:pt x="1353" y="1530"/>
                </a:lnTo>
                <a:lnTo>
                  <a:pt x="1316" y="1517"/>
                </a:lnTo>
                <a:lnTo>
                  <a:pt x="1278" y="1508"/>
                </a:lnTo>
                <a:lnTo>
                  <a:pt x="1239" y="1502"/>
                </a:lnTo>
                <a:lnTo>
                  <a:pt x="1200" y="1500"/>
                </a:lnTo>
                <a:lnTo>
                  <a:pt x="600" y="1500"/>
                </a:lnTo>
                <a:lnTo>
                  <a:pt x="561" y="1502"/>
                </a:lnTo>
                <a:lnTo>
                  <a:pt x="522" y="1508"/>
                </a:lnTo>
                <a:lnTo>
                  <a:pt x="484" y="1517"/>
                </a:lnTo>
                <a:lnTo>
                  <a:pt x="447" y="1530"/>
                </a:lnTo>
                <a:lnTo>
                  <a:pt x="411" y="1547"/>
                </a:lnTo>
                <a:lnTo>
                  <a:pt x="378" y="1567"/>
                </a:lnTo>
                <a:lnTo>
                  <a:pt x="346" y="1591"/>
                </a:lnTo>
                <a:lnTo>
                  <a:pt x="317" y="1617"/>
                </a:lnTo>
                <a:lnTo>
                  <a:pt x="291" y="1646"/>
                </a:lnTo>
                <a:lnTo>
                  <a:pt x="267" y="1678"/>
                </a:lnTo>
                <a:lnTo>
                  <a:pt x="247" y="1711"/>
                </a:lnTo>
                <a:lnTo>
                  <a:pt x="230" y="1747"/>
                </a:lnTo>
                <a:lnTo>
                  <a:pt x="217" y="1784"/>
                </a:lnTo>
                <a:lnTo>
                  <a:pt x="208" y="1822"/>
                </a:lnTo>
                <a:lnTo>
                  <a:pt x="202" y="1861"/>
                </a:lnTo>
                <a:lnTo>
                  <a:pt x="200" y="1900"/>
                </a:lnTo>
                <a:lnTo>
                  <a:pt x="200" y="2100"/>
                </a:lnTo>
                <a:moveTo>
                  <a:pt x="1600" y="313"/>
                </a:moveTo>
                <a:lnTo>
                  <a:pt x="1662" y="334"/>
                </a:lnTo>
                <a:lnTo>
                  <a:pt x="1720" y="366"/>
                </a:lnTo>
                <a:lnTo>
                  <a:pt x="1772" y="407"/>
                </a:lnTo>
                <a:lnTo>
                  <a:pt x="1816" y="455"/>
                </a:lnTo>
                <a:lnTo>
                  <a:pt x="1852" y="510"/>
                </a:lnTo>
                <a:lnTo>
                  <a:pt x="1878" y="571"/>
                </a:lnTo>
                <a:lnTo>
                  <a:pt x="1894" y="634"/>
                </a:lnTo>
                <a:lnTo>
                  <a:pt x="1900" y="700"/>
                </a:lnTo>
                <a:lnTo>
                  <a:pt x="1894" y="766"/>
                </a:lnTo>
                <a:lnTo>
                  <a:pt x="1878" y="829"/>
                </a:lnTo>
                <a:lnTo>
                  <a:pt x="1852" y="890"/>
                </a:lnTo>
                <a:lnTo>
                  <a:pt x="1816" y="945"/>
                </a:lnTo>
                <a:lnTo>
                  <a:pt x="1772" y="993"/>
                </a:lnTo>
                <a:lnTo>
                  <a:pt x="1720" y="1034"/>
                </a:lnTo>
                <a:lnTo>
                  <a:pt x="1662" y="1066"/>
                </a:lnTo>
                <a:lnTo>
                  <a:pt x="1600" y="1087"/>
                </a:lnTo>
                <a:moveTo>
                  <a:pt x="2200" y="2100"/>
                </a:moveTo>
                <a:lnTo>
                  <a:pt x="2200" y="1900"/>
                </a:lnTo>
                <a:lnTo>
                  <a:pt x="2199" y="1867"/>
                </a:lnTo>
                <a:lnTo>
                  <a:pt x="2195" y="1834"/>
                </a:lnTo>
                <a:lnTo>
                  <a:pt x="2188" y="1802"/>
                </a:lnTo>
                <a:lnTo>
                  <a:pt x="2178" y="1771"/>
                </a:lnTo>
                <a:lnTo>
                  <a:pt x="2166" y="1740"/>
                </a:lnTo>
                <a:lnTo>
                  <a:pt x="2152" y="1710"/>
                </a:lnTo>
                <a:lnTo>
                  <a:pt x="2135" y="1682"/>
                </a:lnTo>
                <a:lnTo>
                  <a:pt x="2116" y="1655"/>
                </a:lnTo>
                <a:lnTo>
                  <a:pt x="2095" y="1630"/>
                </a:lnTo>
                <a:lnTo>
                  <a:pt x="2072" y="1607"/>
                </a:lnTo>
                <a:lnTo>
                  <a:pt x="2047" y="1585"/>
                </a:lnTo>
                <a:lnTo>
                  <a:pt x="2020" y="1566"/>
                </a:lnTo>
                <a:lnTo>
                  <a:pt x="1992" y="1549"/>
                </a:lnTo>
                <a:lnTo>
                  <a:pt x="1962" y="1535"/>
                </a:lnTo>
                <a:lnTo>
                  <a:pt x="1932" y="1523"/>
                </a:lnTo>
                <a:lnTo>
                  <a:pt x="1900" y="1513"/>
                </a:lnTo>
                <a:moveTo>
                  <a:pt x="1300" y="700"/>
                </a:moveTo>
                <a:cubicBezTo>
                  <a:pt x="1300" y="921"/>
                  <a:pt x="1121" y="1100"/>
                  <a:pt x="900" y="1100"/>
                </a:cubicBezTo>
                <a:cubicBezTo>
                  <a:pt x="679" y="1100"/>
                  <a:pt x="500" y="921"/>
                  <a:pt x="500" y="700"/>
                </a:cubicBezTo>
                <a:cubicBezTo>
                  <a:pt x="500" y="479"/>
                  <a:pt x="679" y="300"/>
                  <a:pt x="900" y="300"/>
                </a:cubicBezTo>
                <a:cubicBezTo>
                  <a:pt x="1121" y="300"/>
                  <a:pt x="1300" y="479"/>
                  <a:pt x="1300" y="700"/>
                </a:cubicBezTo>
                <a:close/>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00" name="Google Shape;1300;p57"/>
          <p:cNvSpPr txBox="1"/>
          <p:nvPr/>
        </p:nvSpPr>
        <p:spPr>
          <a:xfrm>
            <a:off x="1502235" y="1371600"/>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users</a:t>
            </a:r>
            <a:endParaRPr sz="1100"/>
          </a:p>
        </p:txBody>
      </p:sp>
      <p:sp>
        <p:nvSpPr>
          <p:cNvPr id="1301" name="Google Shape;1301;p57"/>
          <p:cNvSpPr/>
          <p:nvPr/>
        </p:nvSpPr>
        <p:spPr>
          <a:xfrm>
            <a:off x="3155497" y="960120"/>
            <a:ext cx="377202" cy="377190"/>
          </a:xfrm>
          <a:custGeom>
            <a:rect b="b" l="l" r="r" t="t"/>
            <a:pathLst>
              <a:path extrusionOk="0" fill="none" h="2400" w="2400">
                <a:moveTo>
                  <a:pt x="1600" y="2100"/>
                </a:moveTo>
                <a:lnTo>
                  <a:pt x="1600" y="1900"/>
                </a:lnTo>
                <a:lnTo>
                  <a:pt x="1598" y="1861"/>
                </a:lnTo>
                <a:lnTo>
                  <a:pt x="1592" y="1822"/>
                </a:lnTo>
                <a:lnTo>
                  <a:pt x="1583" y="1784"/>
                </a:lnTo>
                <a:lnTo>
                  <a:pt x="1570" y="1747"/>
                </a:lnTo>
                <a:lnTo>
                  <a:pt x="1553" y="1711"/>
                </a:lnTo>
                <a:lnTo>
                  <a:pt x="1533" y="1678"/>
                </a:lnTo>
                <a:lnTo>
                  <a:pt x="1509" y="1646"/>
                </a:lnTo>
                <a:lnTo>
                  <a:pt x="1483" y="1617"/>
                </a:lnTo>
                <a:lnTo>
                  <a:pt x="1454" y="1591"/>
                </a:lnTo>
                <a:lnTo>
                  <a:pt x="1422" y="1567"/>
                </a:lnTo>
                <a:lnTo>
                  <a:pt x="1389" y="1547"/>
                </a:lnTo>
                <a:lnTo>
                  <a:pt x="1353" y="1530"/>
                </a:lnTo>
                <a:lnTo>
                  <a:pt x="1316" y="1517"/>
                </a:lnTo>
                <a:lnTo>
                  <a:pt x="1278" y="1508"/>
                </a:lnTo>
                <a:lnTo>
                  <a:pt x="1239" y="1502"/>
                </a:lnTo>
                <a:lnTo>
                  <a:pt x="1200" y="1500"/>
                </a:lnTo>
                <a:lnTo>
                  <a:pt x="600" y="1500"/>
                </a:lnTo>
                <a:lnTo>
                  <a:pt x="561" y="1502"/>
                </a:lnTo>
                <a:lnTo>
                  <a:pt x="522" y="1508"/>
                </a:lnTo>
                <a:lnTo>
                  <a:pt x="484" y="1517"/>
                </a:lnTo>
                <a:lnTo>
                  <a:pt x="447" y="1530"/>
                </a:lnTo>
                <a:lnTo>
                  <a:pt x="411" y="1547"/>
                </a:lnTo>
                <a:lnTo>
                  <a:pt x="378" y="1567"/>
                </a:lnTo>
                <a:lnTo>
                  <a:pt x="346" y="1591"/>
                </a:lnTo>
                <a:lnTo>
                  <a:pt x="317" y="1617"/>
                </a:lnTo>
                <a:lnTo>
                  <a:pt x="291" y="1646"/>
                </a:lnTo>
                <a:lnTo>
                  <a:pt x="267" y="1678"/>
                </a:lnTo>
                <a:lnTo>
                  <a:pt x="247" y="1711"/>
                </a:lnTo>
                <a:lnTo>
                  <a:pt x="230" y="1747"/>
                </a:lnTo>
                <a:lnTo>
                  <a:pt x="217" y="1784"/>
                </a:lnTo>
                <a:lnTo>
                  <a:pt x="208" y="1822"/>
                </a:lnTo>
                <a:lnTo>
                  <a:pt x="202" y="1861"/>
                </a:lnTo>
                <a:lnTo>
                  <a:pt x="200" y="1900"/>
                </a:lnTo>
                <a:lnTo>
                  <a:pt x="200" y="2100"/>
                </a:lnTo>
                <a:moveTo>
                  <a:pt x="1300" y="700"/>
                </a:moveTo>
                <a:cubicBezTo>
                  <a:pt x="1300" y="921"/>
                  <a:pt x="1121" y="1100"/>
                  <a:pt x="900" y="1100"/>
                </a:cubicBezTo>
                <a:cubicBezTo>
                  <a:pt x="679" y="1100"/>
                  <a:pt x="500" y="921"/>
                  <a:pt x="500" y="700"/>
                </a:cubicBezTo>
                <a:cubicBezTo>
                  <a:pt x="500" y="479"/>
                  <a:pt x="679" y="300"/>
                  <a:pt x="900" y="300"/>
                </a:cubicBezTo>
                <a:cubicBezTo>
                  <a:pt x="1121" y="300"/>
                  <a:pt x="1300" y="479"/>
                  <a:pt x="1300" y="700"/>
                </a:cubicBezTo>
                <a:close/>
                <a:moveTo>
                  <a:pt x="1900" y="800"/>
                </a:moveTo>
                <a:lnTo>
                  <a:pt x="1900" y="1400"/>
                </a:lnTo>
                <a:moveTo>
                  <a:pt x="2200" y="1100"/>
                </a:moveTo>
                <a:lnTo>
                  <a:pt x="1600" y="11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02" name="Google Shape;1302;p57"/>
          <p:cNvSpPr txBox="1"/>
          <p:nvPr/>
        </p:nvSpPr>
        <p:spPr>
          <a:xfrm>
            <a:off x="2730143" y="1371600"/>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user-plus</a:t>
            </a:r>
            <a:endParaRPr sz="1100"/>
          </a:p>
        </p:txBody>
      </p:sp>
      <p:sp>
        <p:nvSpPr>
          <p:cNvPr id="1303" name="Google Shape;1303;p57"/>
          <p:cNvSpPr/>
          <p:nvPr/>
        </p:nvSpPr>
        <p:spPr>
          <a:xfrm>
            <a:off x="4383405" y="960120"/>
            <a:ext cx="377202" cy="377190"/>
          </a:xfrm>
          <a:custGeom>
            <a:rect b="b" l="l" r="r" t="t"/>
            <a:pathLst>
              <a:path extrusionOk="0" fill="none" h="2400" w="2400">
                <a:moveTo>
                  <a:pt x="1600" y="1100"/>
                </a:moveTo>
                <a:lnTo>
                  <a:pt x="1800" y="1300"/>
                </a:lnTo>
                <a:lnTo>
                  <a:pt x="2200" y="900"/>
                </a:lnTo>
                <a:moveTo>
                  <a:pt x="1600" y="2100"/>
                </a:moveTo>
                <a:lnTo>
                  <a:pt x="1600" y="1900"/>
                </a:lnTo>
                <a:lnTo>
                  <a:pt x="1598" y="1861"/>
                </a:lnTo>
                <a:lnTo>
                  <a:pt x="1592" y="1822"/>
                </a:lnTo>
                <a:lnTo>
                  <a:pt x="1583" y="1784"/>
                </a:lnTo>
                <a:lnTo>
                  <a:pt x="1570" y="1747"/>
                </a:lnTo>
                <a:lnTo>
                  <a:pt x="1553" y="1711"/>
                </a:lnTo>
                <a:lnTo>
                  <a:pt x="1533" y="1678"/>
                </a:lnTo>
                <a:lnTo>
                  <a:pt x="1509" y="1646"/>
                </a:lnTo>
                <a:lnTo>
                  <a:pt x="1483" y="1617"/>
                </a:lnTo>
                <a:lnTo>
                  <a:pt x="1454" y="1591"/>
                </a:lnTo>
                <a:lnTo>
                  <a:pt x="1422" y="1567"/>
                </a:lnTo>
                <a:lnTo>
                  <a:pt x="1389" y="1547"/>
                </a:lnTo>
                <a:lnTo>
                  <a:pt x="1353" y="1530"/>
                </a:lnTo>
                <a:lnTo>
                  <a:pt x="1316" y="1517"/>
                </a:lnTo>
                <a:lnTo>
                  <a:pt x="1278" y="1508"/>
                </a:lnTo>
                <a:lnTo>
                  <a:pt x="1239" y="1502"/>
                </a:lnTo>
                <a:lnTo>
                  <a:pt x="1200" y="1500"/>
                </a:lnTo>
                <a:lnTo>
                  <a:pt x="600" y="1500"/>
                </a:lnTo>
                <a:lnTo>
                  <a:pt x="561" y="1502"/>
                </a:lnTo>
                <a:lnTo>
                  <a:pt x="522" y="1508"/>
                </a:lnTo>
                <a:lnTo>
                  <a:pt x="484" y="1517"/>
                </a:lnTo>
                <a:lnTo>
                  <a:pt x="447" y="1530"/>
                </a:lnTo>
                <a:lnTo>
                  <a:pt x="411" y="1547"/>
                </a:lnTo>
                <a:lnTo>
                  <a:pt x="378" y="1567"/>
                </a:lnTo>
                <a:lnTo>
                  <a:pt x="346" y="1591"/>
                </a:lnTo>
                <a:lnTo>
                  <a:pt x="317" y="1617"/>
                </a:lnTo>
                <a:lnTo>
                  <a:pt x="291" y="1646"/>
                </a:lnTo>
                <a:lnTo>
                  <a:pt x="267" y="1678"/>
                </a:lnTo>
                <a:lnTo>
                  <a:pt x="247" y="1711"/>
                </a:lnTo>
                <a:lnTo>
                  <a:pt x="230" y="1747"/>
                </a:lnTo>
                <a:lnTo>
                  <a:pt x="217" y="1784"/>
                </a:lnTo>
                <a:lnTo>
                  <a:pt x="208" y="1822"/>
                </a:lnTo>
                <a:lnTo>
                  <a:pt x="202" y="1861"/>
                </a:lnTo>
                <a:lnTo>
                  <a:pt x="200" y="1900"/>
                </a:lnTo>
                <a:lnTo>
                  <a:pt x="200" y="2100"/>
                </a:lnTo>
                <a:moveTo>
                  <a:pt x="1300" y="700"/>
                </a:moveTo>
                <a:cubicBezTo>
                  <a:pt x="1300" y="921"/>
                  <a:pt x="1121" y="1100"/>
                  <a:pt x="900" y="1100"/>
                </a:cubicBezTo>
                <a:cubicBezTo>
                  <a:pt x="679" y="1100"/>
                  <a:pt x="500" y="921"/>
                  <a:pt x="500" y="700"/>
                </a:cubicBezTo>
                <a:cubicBezTo>
                  <a:pt x="500" y="479"/>
                  <a:pt x="679" y="300"/>
                  <a:pt x="900" y="300"/>
                </a:cubicBezTo>
                <a:cubicBezTo>
                  <a:pt x="1121" y="300"/>
                  <a:pt x="1300" y="479"/>
                  <a:pt x="1300" y="700"/>
                </a:cubicBezTo>
                <a:close/>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04" name="Google Shape;1304;p57"/>
          <p:cNvSpPr txBox="1"/>
          <p:nvPr/>
        </p:nvSpPr>
        <p:spPr>
          <a:xfrm>
            <a:off x="3958051" y="1371600"/>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user-check</a:t>
            </a:r>
            <a:endParaRPr sz="1100"/>
          </a:p>
        </p:txBody>
      </p:sp>
      <p:sp>
        <p:nvSpPr>
          <p:cNvPr id="1305" name="Google Shape;1305;p57"/>
          <p:cNvSpPr/>
          <p:nvPr/>
        </p:nvSpPr>
        <p:spPr>
          <a:xfrm>
            <a:off x="5611313" y="960120"/>
            <a:ext cx="377202" cy="377190"/>
          </a:xfrm>
          <a:custGeom>
            <a:rect b="b" l="l" r="r" t="t"/>
            <a:pathLst>
              <a:path extrusionOk="0" fill="none" h="2400" w="2400">
                <a:moveTo>
                  <a:pt x="1000" y="1500"/>
                </a:moveTo>
                <a:lnTo>
                  <a:pt x="600" y="1500"/>
                </a:lnTo>
                <a:lnTo>
                  <a:pt x="561" y="1502"/>
                </a:lnTo>
                <a:lnTo>
                  <a:pt x="522" y="1508"/>
                </a:lnTo>
                <a:lnTo>
                  <a:pt x="484" y="1517"/>
                </a:lnTo>
                <a:lnTo>
                  <a:pt x="447" y="1530"/>
                </a:lnTo>
                <a:lnTo>
                  <a:pt x="411" y="1547"/>
                </a:lnTo>
                <a:lnTo>
                  <a:pt x="378" y="1567"/>
                </a:lnTo>
                <a:lnTo>
                  <a:pt x="346" y="1591"/>
                </a:lnTo>
                <a:lnTo>
                  <a:pt x="317" y="1617"/>
                </a:lnTo>
                <a:lnTo>
                  <a:pt x="291" y="1646"/>
                </a:lnTo>
                <a:lnTo>
                  <a:pt x="267" y="1678"/>
                </a:lnTo>
                <a:lnTo>
                  <a:pt x="247" y="1711"/>
                </a:lnTo>
                <a:lnTo>
                  <a:pt x="230" y="1747"/>
                </a:lnTo>
                <a:lnTo>
                  <a:pt x="217" y="1784"/>
                </a:lnTo>
                <a:lnTo>
                  <a:pt x="208" y="1822"/>
                </a:lnTo>
                <a:lnTo>
                  <a:pt x="202" y="1861"/>
                </a:lnTo>
                <a:lnTo>
                  <a:pt x="200" y="1900"/>
                </a:lnTo>
                <a:lnTo>
                  <a:pt x="200" y="2100"/>
                </a:lnTo>
                <a:moveTo>
                  <a:pt x="1430" y="1653"/>
                </a:moveTo>
                <a:lnTo>
                  <a:pt x="1523" y="1615"/>
                </a:lnTo>
                <a:moveTo>
                  <a:pt x="1523" y="1385"/>
                </a:moveTo>
                <a:lnTo>
                  <a:pt x="1430" y="1347"/>
                </a:lnTo>
                <a:moveTo>
                  <a:pt x="1685" y="1223"/>
                </a:moveTo>
                <a:lnTo>
                  <a:pt x="1647" y="1130"/>
                </a:lnTo>
                <a:moveTo>
                  <a:pt x="1685" y="1777"/>
                </a:moveTo>
                <a:lnTo>
                  <a:pt x="1647" y="1870"/>
                </a:lnTo>
                <a:moveTo>
                  <a:pt x="1915" y="1223"/>
                </a:moveTo>
                <a:lnTo>
                  <a:pt x="1953" y="1130"/>
                </a:lnTo>
                <a:moveTo>
                  <a:pt x="1953" y="1870"/>
                </a:moveTo>
                <a:lnTo>
                  <a:pt x="1915" y="1777"/>
                </a:lnTo>
                <a:moveTo>
                  <a:pt x="2077" y="1385"/>
                </a:moveTo>
                <a:lnTo>
                  <a:pt x="2170" y="1347"/>
                </a:lnTo>
                <a:moveTo>
                  <a:pt x="2077" y="1615"/>
                </a:moveTo>
                <a:lnTo>
                  <a:pt x="2170" y="1653"/>
                </a:lnTo>
                <a:moveTo>
                  <a:pt x="2100" y="1500"/>
                </a:moveTo>
                <a:cubicBezTo>
                  <a:pt x="2100" y="1666"/>
                  <a:pt x="1966" y="1800"/>
                  <a:pt x="1800" y="1800"/>
                </a:cubicBezTo>
                <a:cubicBezTo>
                  <a:pt x="1634" y="1800"/>
                  <a:pt x="1500" y="1666"/>
                  <a:pt x="1500" y="1500"/>
                </a:cubicBezTo>
                <a:cubicBezTo>
                  <a:pt x="1500" y="1334"/>
                  <a:pt x="1634" y="1200"/>
                  <a:pt x="1800" y="1200"/>
                </a:cubicBezTo>
                <a:cubicBezTo>
                  <a:pt x="1966" y="1200"/>
                  <a:pt x="2100" y="1334"/>
                  <a:pt x="2100" y="1500"/>
                </a:cubicBezTo>
                <a:close/>
                <a:moveTo>
                  <a:pt x="1300" y="700"/>
                </a:moveTo>
                <a:cubicBezTo>
                  <a:pt x="1300" y="921"/>
                  <a:pt x="1121" y="1100"/>
                  <a:pt x="900" y="1100"/>
                </a:cubicBezTo>
                <a:cubicBezTo>
                  <a:pt x="679" y="1100"/>
                  <a:pt x="500" y="921"/>
                  <a:pt x="500" y="700"/>
                </a:cubicBezTo>
                <a:cubicBezTo>
                  <a:pt x="500" y="479"/>
                  <a:pt x="679" y="300"/>
                  <a:pt x="900" y="300"/>
                </a:cubicBezTo>
                <a:cubicBezTo>
                  <a:pt x="1121" y="300"/>
                  <a:pt x="1300" y="479"/>
                  <a:pt x="1300" y="700"/>
                </a:cubicBezTo>
                <a:close/>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06" name="Google Shape;1306;p57"/>
          <p:cNvSpPr txBox="1"/>
          <p:nvPr/>
        </p:nvSpPr>
        <p:spPr>
          <a:xfrm>
            <a:off x="5185959" y="1371600"/>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user-cog</a:t>
            </a:r>
            <a:endParaRPr sz="1100"/>
          </a:p>
        </p:txBody>
      </p:sp>
      <p:sp>
        <p:nvSpPr>
          <p:cNvPr id="1307" name="Google Shape;1307;p57"/>
          <p:cNvSpPr/>
          <p:nvPr/>
        </p:nvSpPr>
        <p:spPr>
          <a:xfrm>
            <a:off x="6839221" y="960120"/>
            <a:ext cx="377202" cy="377190"/>
          </a:xfrm>
          <a:custGeom>
            <a:rect b="b" l="l" r="r" t="t"/>
            <a:pathLst>
              <a:path extrusionOk="0" fill="none" h="2400" w="2400">
                <a:moveTo>
                  <a:pt x="1700" y="800"/>
                </a:moveTo>
                <a:cubicBezTo>
                  <a:pt x="1700" y="1076"/>
                  <a:pt x="1476" y="1300"/>
                  <a:pt x="1200" y="1300"/>
                </a:cubicBezTo>
                <a:cubicBezTo>
                  <a:pt x="924" y="1300"/>
                  <a:pt x="700" y="1076"/>
                  <a:pt x="700" y="800"/>
                </a:cubicBezTo>
                <a:cubicBezTo>
                  <a:pt x="700" y="524"/>
                  <a:pt x="924" y="300"/>
                  <a:pt x="1200" y="300"/>
                </a:cubicBezTo>
                <a:cubicBezTo>
                  <a:pt x="1476" y="300"/>
                  <a:pt x="1700" y="524"/>
                  <a:pt x="1700" y="800"/>
                </a:cubicBezTo>
                <a:close/>
                <a:moveTo>
                  <a:pt x="2000" y="2100"/>
                </a:moveTo>
                <a:lnTo>
                  <a:pt x="1985" y="1944"/>
                </a:lnTo>
                <a:lnTo>
                  <a:pt x="1939" y="1794"/>
                </a:lnTo>
                <a:lnTo>
                  <a:pt x="1865" y="1656"/>
                </a:lnTo>
                <a:lnTo>
                  <a:pt x="1766" y="1534"/>
                </a:lnTo>
                <a:lnTo>
                  <a:pt x="1644" y="1435"/>
                </a:lnTo>
                <a:lnTo>
                  <a:pt x="1506" y="1361"/>
                </a:lnTo>
                <a:lnTo>
                  <a:pt x="1356" y="1315"/>
                </a:lnTo>
                <a:lnTo>
                  <a:pt x="1200" y="1300"/>
                </a:lnTo>
                <a:lnTo>
                  <a:pt x="1044" y="1315"/>
                </a:lnTo>
                <a:lnTo>
                  <a:pt x="894" y="1361"/>
                </a:lnTo>
                <a:lnTo>
                  <a:pt x="756" y="1435"/>
                </a:lnTo>
                <a:lnTo>
                  <a:pt x="634" y="1534"/>
                </a:lnTo>
                <a:lnTo>
                  <a:pt x="535" y="1656"/>
                </a:lnTo>
                <a:lnTo>
                  <a:pt x="461" y="1794"/>
                </a:lnTo>
                <a:lnTo>
                  <a:pt x="415" y="1944"/>
                </a:lnTo>
                <a:lnTo>
                  <a:pt x="400" y="21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08" name="Google Shape;1308;p57"/>
          <p:cNvSpPr txBox="1"/>
          <p:nvPr/>
        </p:nvSpPr>
        <p:spPr>
          <a:xfrm>
            <a:off x="6413867" y="1371600"/>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user-round</a:t>
            </a:r>
            <a:endParaRPr sz="1100"/>
          </a:p>
        </p:txBody>
      </p:sp>
      <p:sp>
        <p:nvSpPr>
          <p:cNvPr id="1309" name="Google Shape;1309;p57"/>
          <p:cNvSpPr/>
          <p:nvPr/>
        </p:nvSpPr>
        <p:spPr>
          <a:xfrm>
            <a:off x="8067129" y="960120"/>
            <a:ext cx="377202" cy="377190"/>
          </a:xfrm>
          <a:custGeom>
            <a:rect b="b" l="l" r="r" t="t"/>
            <a:pathLst>
              <a:path extrusionOk="0" fill="none" h="2400" w="2400">
                <a:moveTo>
                  <a:pt x="1800" y="2100"/>
                </a:moveTo>
                <a:lnTo>
                  <a:pt x="1785" y="1944"/>
                </a:lnTo>
                <a:lnTo>
                  <a:pt x="1739" y="1794"/>
                </a:lnTo>
                <a:lnTo>
                  <a:pt x="1665" y="1656"/>
                </a:lnTo>
                <a:lnTo>
                  <a:pt x="1566" y="1534"/>
                </a:lnTo>
                <a:lnTo>
                  <a:pt x="1444" y="1435"/>
                </a:lnTo>
                <a:lnTo>
                  <a:pt x="1306" y="1361"/>
                </a:lnTo>
                <a:lnTo>
                  <a:pt x="1156" y="1315"/>
                </a:lnTo>
                <a:lnTo>
                  <a:pt x="1000" y="1300"/>
                </a:lnTo>
                <a:lnTo>
                  <a:pt x="844" y="1315"/>
                </a:lnTo>
                <a:lnTo>
                  <a:pt x="694" y="1361"/>
                </a:lnTo>
                <a:lnTo>
                  <a:pt x="556" y="1435"/>
                </a:lnTo>
                <a:lnTo>
                  <a:pt x="434" y="1534"/>
                </a:lnTo>
                <a:lnTo>
                  <a:pt x="335" y="1656"/>
                </a:lnTo>
                <a:lnTo>
                  <a:pt x="261" y="1794"/>
                </a:lnTo>
                <a:lnTo>
                  <a:pt x="215" y="1944"/>
                </a:lnTo>
                <a:lnTo>
                  <a:pt x="200" y="2100"/>
                </a:lnTo>
                <a:moveTo>
                  <a:pt x="1500" y="800"/>
                </a:moveTo>
                <a:cubicBezTo>
                  <a:pt x="1500" y="1076"/>
                  <a:pt x="1276" y="1300"/>
                  <a:pt x="1000" y="1300"/>
                </a:cubicBezTo>
                <a:cubicBezTo>
                  <a:pt x="724" y="1300"/>
                  <a:pt x="500" y="1076"/>
                  <a:pt x="500" y="800"/>
                </a:cubicBezTo>
                <a:cubicBezTo>
                  <a:pt x="500" y="524"/>
                  <a:pt x="724" y="300"/>
                  <a:pt x="1000" y="300"/>
                </a:cubicBezTo>
                <a:cubicBezTo>
                  <a:pt x="1276" y="300"/>
                  <a:pt x="1500" y="524"/>
                  <a:pt x="1500" y="800"/>
                </a:cubicBezTo>
                <a:close/>
                <a:moveTo>
                  <a:pt x="2200" y="2000"/>
                </a:moveTo>
                <a:cubicBezTo>
                  <a:pt x="2200" y="1663"/>
                  <a:pt x="2000" y="1350"/>
                  <a:pt x="1800" y="1200"/>
                </a:cubicBezTo>
                <a:lnTo>
                  <a:pt x="1847" y="1160"/>
                </a:lnTo>
                <a:lnTo>
                  <a:pt x="1888" y="1115"/>
                </a:lnTo>
                <a:lnTo>
                  <a:pt x="1924" y="1065"/>
                </a:lnTo>
                <a:lnTo>
                  <a:pt x="1953" y="1011"/>
                </a:lnTo>
                <a:lnTo>
                  <a:pt x="1976" y="954"/>
                </a:lnTo>
                <a:lnTo>
                  <a:pt x="1991" y="895"/>
                </a:lnTo>
                <a:lnTo>
                  <a:pt x="1999" y="834"/>
                </a:lnTo>
                <a:lnTo>
                  <a:pt x="1999" y="773"/>
                </a:lnTo>
                <a:lnTo>
                  <a:pt x="1992" y="712"/>
                </a:lnTo>
                <a:lnTo>
                  <a:pt x="1978" y="653"/>
                </a:lnTo>
                <a:lnTo>
                  <a:pt x="1956" y="595"/>
                </a:lnTo>
                <a:lnTo>
                  <a:pt x="1928" y="541"/>
                </a:lnTo>
                <a:lnTo>
                  <a:pt x="1893" y="491"/>
                </a:lnTo>
                <a:lnTo>
                  <a:pt x="1852" y="445"/>
                </a:lnTo>
                <a:lnTo>
                  <a:pt x="1806" y="404"/>
                </a:lnTo>
                <a:lnTo>
                  <a:pt x="1755" y="37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10" name="Google Shape;1310;p57"/>
          <p:cNvSpPr txBox="1"/>
          <p:nvPr/>
        </p:nvSpPr>
        <p:spPr>
          <a:xfrm>
            <a:off x="7641775" y="1371600"/>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users-round</a:t>
            </a:r>
            <a:endParaRPr sz="1100"/>
          </a:p>
        </p:txBody>
      </p:sp>
      <p:sp>
        <p:nvSpPr>
          <p:cNvPr id="1311" name="Google Shape;1311;p57"/>
          <p:cNvSpPr/>
          <p:nvPr/>
        </p:nvSpPr>
        <p:spPr>
          <a:xfrm>
            <a:off x="699681" y="1755648"/>
            <a:ext cx="377202" cy="377190"/>
          </a:xfrm>
          <a:custGeom>
            <a:rect b="b" l="l" r="r" t="t"/>
            <a:pathLst>
              <a:path extrusionOk="0" fill="none" h="2400" w="2400">
                <a:moveTo>
                  <a:pt x="200" y="2100"/>
                </a:moveTo>
                <a:lnTo>
                  <a:pt x="208" y="1986"/>
                </a:lnTo>
                <a:lnTo>
                  <a:pt x="233" y="1874"/>
                </a:lnTo>
                <a:lnTo>
                  <a:pt x="273" y="1766"/>
                </a:lnTo>
                <a:lnTo>
                  <a:pt x="328" y="1666"/>
                </a:lnTo>
                <a:lnTo>
                  <a:pt x="397" y="1574"/>
                </a:lnTo>
                <a:lnTo>
                  <a:pt x="478" y="1494"/>
                </a:lnTo>
                <a:lnTo>
                  <a:pt x="570" y="1425"/>
                </a:lnTo>
                <a:lnTo>
                  <a:pt x="671" y="1371"/>
                </a:lnTo>
                <a:lnTo>
                  <a:pt x="778" y="1331"/>
                </a:lnTo>
                <a:lnTo>
                  <a:pt x="890" y="1307"/>
                </a:lnTo>
                <a:lnTo>
                  <a:pt x="1005" y="1300"/>
                </a:lnTo>
                <a:lnTo>
                  <a:pt x="1119" y="1309"/>
                </a:lnTo>
                <a:lnTo>
                  <a:pt x="1231" y="1334"/>
                </a:lnTo>
                <a:lnTo>
                  <a:pt x="1338" y="1375"/>
                </a:lnTo>
                <a:lnTo>
                  <a:pt x="1438" y="1431"/>
                </a:lnTo>
                <a:lnTo>
                  <a:pt x="1529" y="1500"/>
                </a:lnTo>
                <a:moveTo>
                  <a:pt x="1500" y="800"/>
                </a:moveTo>
                <a:cubicBezTo>
                  <a:pt x="1500" y="1076"/>
                  <a:pt x="1276" y="1300"/>
                  <a:pt x="1000" y="1300"/>
                </a:cubicBezTo>
                <a:cubicBezTo>
                  <a:pt x="724" y="1300"/>
                  <a:pt x="500" y="1076"/>
                  <a:pt x="500" y="800"/>
                </a:cubicBezTo>
                <a:cubicBezTo>
                  <a:pt x="500" y="524"/>
                  <a:pt x="724" y="300"/>
                  <a:pt x="1000" y="300"/>
                </a:cubicBezTo>
                <a:cubicBezTo>
                  <a:pt x="1276" y="300"/>
                  <a:pt x="1500" y="524"/>
                  <a:pt x="1500" y="800"/>
                </a:cubicBezTo>
                <a:close/>
                <a:moveTo>
                  <a:pt x="1900" y="1600"/>
                </a:moveTo>
                <a:lnTo>
                  <a:pt x="1900" y="2200"/>
                </a:lnTo>
                <a:moveTo>
                  <a:pt x="2200" y="1900"/>
                </a:moveTo>
                <a:lnTo>
                  <a:pt x="1600" y="19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12" name="Google Shape;1312;p57"/>
          <p:cNvSpPr txBox="1"/>
          <p:nvPr/>
        </p:nvSpPr>
        <p:spPr>
          <a:xfrm>
            <a:off x="274327" y="2167128"/>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user-round-plus</a:t>
            </a:r>
            <a:endParaRPr sz="1100"/>
          </a:p>
        </p:txBody>
      </p:sp>
      <p:sp>
        <p:nvSpPr>
          <p:cNvPr id="1313" name="Google Shape;1313;p57"/>
          <p:cNvSpPr/>
          <p:nvPr/>
        </p:nvSpPr>
        <p:spPr>
          <a:xfrm>
            <a:off x="1927589" y="1755648"/>
            <a:ext cx="377202" cy="377190"/>
          </a:xfrm>
          <a:custGeom>
            <a:rect b="b" l="l" r="r" t="t"/>
            <a:pathLst>
              <a:path extrusionOk="0" fill="none" h="2400" w="2400">
                <a:moveTo>
                  <a:pt x="200" y="2100"/>
                </a:moveTo>
                <a:lnTo>
                  <a:pt x="208" y="1986"/>
                </a:lnTo>
                <a:lnTo>
                  <a:pt x="233" y="1874"/>
                </a:lnTo>
                <a:lnTo>
                  <a:pt x="273" y="1766"/>
                </a:lnTo>
                <a:lnTo>
                  <a:pt x="328" y="1666"/>
                </a:lnTo>
                <a:lnTo>
                  <a:pt x="397" y="1574"/>
                </a:lnTo>
                <a:lnTo>
                  <a:pt x="478" y="1494"/>
                </a:lnTo>
                <a:lnTo>
                  <a:pt x="570" y="1425"/>
                </a:lnTo>
                <a:lnTo>
                  <a:pt x="671" y="1371"/>
                </a:lnTo>
                <a:lnTo>
                  <a:pt x="778" y="1331"/>
                </a:lnTo>
                <a:lnTo>
                  <a:pt x="890" y="1307"/>
                </a:lnTo>
                <a:lnTo>
                  <a:pt x="1005" y="1300"/>
                </a:lnTo>
                <a:lnTo>
                  <a:pt x="1119" y="1309"/>
                </a:lnTo>
                <a:lnTo>
                  <a:pt x="1231" y="1334"/>
                </a:lnTo>
                <a:lnTo>
                  <a:pt x="1338" y="1375"/>
                </a:lnTo>
                <a:lnTo>
                  <a:pt x="1438" y="1431"/>
                </a:lnTo>
                <a:lnTo>
                  <a:pt x="1529" y="1500"/>
                </a:lnTo>
                <a:moveTo>
                  <a:pt x="1500" y="800"/>
                </a:moveTo>
                <a:cubicBezTo>
                  <a:pt x="1500" y="1076"/>
                  <a:pt x="1276" y="1300"/>
                  <a:pt x="1000" y="1300"/>
                </a:cubicBezTo>
                <a:cubicBezTo>
                  <a:pt x="724" y="1300"/>
                  <a:pt x="500" y="1076"/>
                  <a:pt x="500" y="800"/>
                </a:cubicBezTo>
                <a:cubicBezTo>
                  <a:pt x="500" y="524"/>
                  <a:pt x="724" y="300"/>
                  <a:pt x="1000" y="300"/>
                </a:cubicBezTo>
                <a:cubicBezTo>
                  <a:pt x="1276" y="300"/>
                  <a:pt x="1500" y="524"/>
                  <a:pt x="1500" y="800"/>
                </a:cubicBezTo>
                <a:close/>
                <a:moveTo>
                  <a:pt x="1600" y="1900"/>
                </a:moveTo>
                <a:lnTo>
                  <a:pt x="1800" y="2100"/>
                </a:lnTo>
                <a:lnTo>
                  <a:pt x="2200" y="17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14" name="Google Shape;1314;p57"/>
          <p:cNvSpPr txBox="1"/>
          <p:nvPr/>
        </p:nvSpPr>
        <p:spPr>
          <a:xfrm>
            <a:off x="1502235" y="2167128"/>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user-round-check</a:t>
            </a:r>
            <a:endParaRPr sz="1100"/>
          </a:p>
        </p:txBody>
      </p:sp>
      <p:sp>
        <p:nvSpPr>
          <p:cNvPr id="1315" name="Google Shape;1315;p57"/>
          <p:cNvSpPr/>
          <p:nvPr/>
        </p:nvSpPr>
        <p:spPr>
          <a:xfrm>
            <a:off x="3155497" y="1755648"/>
            <a:ext cx="377202" cy="377190"/>
          </a:xfrm>
          <a:custGeom>
            <a:rect b="b" l="l" r="r" t="t"/>
            <a:pathLst>
              <a:path extrusionOk="0" fill="none" h="2400" w="2400">
                <a:moveTo>
                  <a:pt x="1600" y="200"/>
                </a:moveTo>
                <a:lnTo>
                  <a:pt x="1600" y="400"/>
                </a:lnTo>
                <a:moveTo>
                  <a:pt x="1792" y="2200"/>
                </a:moveTo>
                <a:lnTo>
                  <a:pt x="1780" y="2083"/>
                </a:lnTo>
                <a:lnTo>
                  <a:pt x="1746" y="1970"/>
                </a:lnTo>
                <a:lnTo>
                  <a:pt x="1690" y="1867"/>
                </a:lnTo>
                <a:lnTo>
                  <a:pt x="1616" y="1776"/>
                </a:lnTo>
                <a:lnTo>
                  <a:pt x="1525" y="1701"/>
                </a:lnTo>
                <a:lnTo>
                  <a:pt x="1421" y="1646"/>
                </a:lnTo>
                <a:lnTo>
                  <a:pt x="1309" y="1612"/>
                </a:lnTo>
                <a:lnTo>
                  <a:pt x="1192" y="1600"/>
                </a:lnTo>
                <a:lnTo>
                  <a:pt x="1074" y="1612"/>
                </a:lnTo>
                <a:lnTo>
                  <a:pt x="962" y="1646"/>
                </a:lnTo>
                <a:lnTo>
                  <a:pt x="858" y="1701"/>
                </a:lnTo>
                <a:lnTo>
                  <a:pt x="767" y="1776"/>
                </a:lnTo>
                <a:lnTo>
                  <a:pt x="693" y="1867"/>
                </a:lnTo>
                <a:lnTo>
                  <a:pt x="637" y="1970"/>
                </a:lnTo>
                <a:lnTo>
                  <a:pt x="603" y="2083"/>
                </a:lnTo>
                <a:lnTo>
                  <a:pt x="591" y="2200"/>
                </a:lnTo>
                <a:moveTo>
                  <a:pt x="800" y="200"/>
                </a:moveTo>
                <a:lnTo>
                  <a:pt x="800" y="400"/>
                </a:lnTo>
                <a:moveTo>
                  <a:pt x="1600" y="1200"/>
                </a:moveTo>
                <a:cubicBezTo>
                  <a:pt x="1600" y="1421"/>
                  <a:pt x="1421" y="1600"/>
                  <a:pt x="1200" y="1600"/>
                </a:cubicBezTo>
                <a:cubicBezTo>
                  <a:pt x="979" y="1600"/>
                  <a:pt x="800" y="1421"/>
                  <a:pt x="800" y="1200"/>
                </a:cubicBezTo>
                <a:cubicBezTo>
                  <a:pt x="800" y="979"/>
                  <a:pt x="979" y="800"/>
                  <a:pt x="1200" y="800"/>
                </a:cubicBezTo>
                <a:cubicBezTo>
                  <a:pt x="1421" y="800"/>
                  <a:pt x="1600" y="979"/>
                  <a:pt x="1600" y="1200"/>
                </a:cubicBezTo>
                <a:close/>
                <a:moveTo>
                  <a:pt x="500" y="400"/>
                </a:moveTo>
                <a:lnTo>
                  <a:pt x="1900" y="400"/>
                </a:lnTo>
                <a:cubicBezTo>
                  <a:pt x="2010" y="400"/>
                  <a:pt x="2100" y="490"/>
                  <a:pt x="2100" y="600"/>
                </a:cubicBezTo>
                <a:lnTo>
                  <a:pt x="2100" y="2000"/>
                </a:lnTo>
                <a:cubicBezTo>
                  <a:pt x="2100" y="2110"/>
                  <a:pt x="2010" y="2200"/>
                  <a:pt x="1900" y="2200"/>
                </a:cubicBezTo>
                <a:lnTo>
                  <a:pt x="500" y="2200"/>
                </a:lnTo>
                <a:cubicBezTo>
                  <a:pt x="390" y="2200"/>
                  <a:pt x="300" y="2110"/>
                  <a:pt x="300" y="2000"/>
                </a:cubicBezTo>
                <a:lnTo>
                  <a:pt x="300" y="600"/>
                </a:lnTo>
                <a:cubicBezTo>
                  <a:pt x="300" y="490"/>
                  <a:pt x="390" y="400"/>
                  <a:pt x="500" y="400"/>
                </a:cubicBezTo>
                <a:close/>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16" name="Google Shape;1316;p57"/>
          <p:cNvSpPr txBox="1"/>
          <p:nvPr/>
        </p:nvSpPr>
        <p:spPr>
          <a:xfrm>
            <a:off x="2730143" y="2167128"/>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contact-round</a:t>
            </a:r>
            <a:endParaRPr sz="1100"/>
          </a:p>
        </p:txBody>
      </p:sp>
      <p:sp>
        <p:nvSpPr>
          <p:cNvPr id="1317" name="Google Shape;1317;p57"/>
          <p:cNvSpPr/>
          <p:nvPr/>
        </p:nvSpPr>
        <p:spPr>
          <a:xfrm>
            <a:off x="4383405" y="1755648"/>
            <a:ext cx="377202" cy="377190"/>
          </a:xfrm>
          <a:custGeom>
            <a:rect b="b" l="l" r="r" t="t"/>
            <a:pathLst>
              <a:path extrusionOk="0" fill="none" h="2400" w="2400">
                <a:moveTo>
                  <a:pt x="1600" y="2000"/>
                </a:moveTo>
                <a:lnTo>
                  <a:pt x="1600" y="400"/>
                </a:lnTo>
                <a:lnTo>
                  <a:pt x="1599" y="380"/>
                </a:lnTo>
                <a:lnTo>
                  <a:pt x="1596" y="361"/>
                </a:lnTo>
                <a:lnTo>
                  <a:pt x="1591" y="342"/>
                </a:lnTo>
                <a:lnTo>
                  <a:pt x="1585" y="323"/>
                </a:lnTo>
                <a:lnTo>
                  <a:pt x="1576" y="306"/>
                </a:lnTo>
                <a:lnTo>
                  <a:pt x="1566" y="289"/>
                </a:lnTo>
                <a:lnTo>
                  <a:pt x="1555" y="273"/>
                </a:lnTo>
                <a:lnTo>
                  <a:pt x="1541" y="259"/>
                </a:lnTo>
                <a:lnTo>
                  <a:pt x="1527" y="245"/>
                </a:lnTo>
                <a:lnTo>
                  <a:pt x="1511" y="234"/>
                </a:lnTo>
                <a:lnTo>
                  <a:pt x="1494" y="224"/>
                </a:lnTo>
                <a:lnTo>
                  <a:pt x="1477" y="215"/>
                </a:lnTo>
                <a:lnTo>
                  <a:pt x="1458" y="209"/>
                </a:lnTo>
                <a:lnTo>
                  <a:pt x="1439" y="204"/>
                </a:lnTo>
                <a:lnTo>
                  <a:pt x="1420" y="201"/>
                </a:lnTo>
                <a:lnTo>
                  <a:pt x="1400" y="200"/>
                </a:lnTo>
                <a:lnTo>
                  <a:pt x="1000" y="200"/>
                </a:lnTo>
                <a:lnTo>
                  <a:pt x="980" y="201"/>
                </a:lnTo>
                <a:lnTo>
                  <a:pt x="961" y="204"/>
                </a:lnTo>
                <a:lnTo>
                  <a:pt x="942" y="209"/>
                </a:lnTo>
                <a:lnTo>
                  <a:pt x="923" y="215"/>
                </a:lnTo>
                <a:lnTo>
                  <a:pt x="906" y="224"/>
                </a:lnTo>
                <a:lnTo>
                  <a:pt x="889" y="234"/>
                </a:lnTo>
                <a:lnTo>
                  <a:pt x="873" y="245"/>
                </a:lnTo>
                <a:lnTo>
                  <a:pt x="859" y="259"/>
                </a:lnTo>
                <a:lnTo>
                  <a:pt x="845" y="273"/>
                </a:lnTo>
                <a:lnTo>
                  <a:pt x="834" y="289"/>
                </a:lnTo>
                <a:lnTo>
                  <a:pt x="824" y="306"/>
                </a:lnTo>
                <a:lnTo>
                  <a:pt x="815" y="323"/>
                </a:lnTo>
                <a:lnTo>
                  <a:pt x="809" y="342"/>
                </a:lnTo>
                <a:lnTo>
                  <a:pt x="804" y="361"/>
                </a:lnTo>
                <a:lnTo>
                  <a:pt x="801" y="380"/>
                </a:lnTo>
                <a:lnTo>
                  <a:pt x="800" y="400"/>
                </a:lnTo>
                <a:lnTo>
                  <a:pt x="800" y="2000"/>
                </a:lnTo>
                <a:moveTo>
                  <a:pt x="400" y="600"/>
                </a:moveTo>
                <a:lnTo>
                  <a:pt x="2000" y="600"/>
                </a:lnTo>
                <a:cubicBezTo>
                  <a:pt x="2110" y="600"/>
                  <a:pt x="2200" y="690"/>
                  <a:pt x="2200" y="800"/>
                </a:cubicBezTo>
                <a:lnTo>
                  <a:pt x="2200" y="1800"/>
                </a:lnTo>
                <a:cubicBezTo>
                  <a:pt x="2200" y="1910"/>
                  <a:pt x="2110" y="2000"/>
                  <a:pt x="2000" y="2000"/>
                </a:cubicBezTo>
                <a:lnTo>
                  <a:pt x="400" y="2000"/>
                </a:lnTo>
                <a:cubicBezTo>
                  <a:pt x="290" y="2000"/>
                  <a:pt x="200" y="1910"/>
                  <a:pt x="200" y="1800"/>
                </a:cubicBezTo>
                <a:lnTo>
                  <a:pt x="200" y="800"/>
                </a:lnTo>
                <a:cubicBezTo>
                  <a:pt x="200" y="690"/>
                  <a:pt x="290" y="600"/>
                  <a:pt x="400" y="600"/>
                </a:cubicBezTo>
                <a:close/>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18" name="Google Shape;1318;p57"/>
          <p:cNvSpPr txBox="1"/>
          <p:nvPr/>
        </p:nvSpPr>
        <p:spPr>
          <a:xfrm>
            <a:off x="3958051" y="2167128"/>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briefcase</a:t>
            </a:r>
            <a:endParaRPr sz="1100"/>
          </a:p>
        </p:txBody>
      </p:sp>
      <p:sp>
        <p:nvSpPr>
          <p:cNvPr id="1319" name="Google Shape;1319;p57"/>
          <p:cNvSpPr/>
          <p:nvPr/>
        </p:nvSpPr>
        <p:spPr>
          <a:xfrm>
            <a:off x="5611313" y="1755648"/>
            <a:ext cx="377202" cy="377190"/>
          </a:xfrm>
          <a:custGeom>
            <a:rect b="b" l="l" r="r" t="t"/>
            <a:pathLst>
              <a:path extrusionOk="0" fill="none" h="2400" w="2400">
                <a:moveTo>
                  <a:pt x="1200" y="1200"/>
                </a:moveTo>
                <a:lnTo>
                  <a:pt x="1201" y="1200"/>
                </a:lnTo>
                <a:moveTo>
                  <a:pt x="1600" y="600"/>
                </a:moveTo>
                <a:lnTo>
                  <a:pt x="1600" y="400"/>
                </a:lnTo>
                <a:lnTo>
                  <a:pt x="1599" y="380"/>
                </a:lnTo>
                <a:lnTo>
                  <a:pt x="1596" y="361"/>
                </a:lnTo>
                <a:lnTo>
                  <a:pt x="1591" y="342"/>
                </a:lnTo>
                <a:lnTo>
                  <a:pt x="1585" y="323"/>
                </a:lnTo>
                <a:lnTo>
                  <a:pt x="1576" y="306"/>
                </a:lnTo>
                <a:lnTo>
                  <a:pt x="1566" y="289"/>
                </a:lnTo>
                <a:lnTo>
                  <a:pt x="1555" y="273"/>
                </a:lnTo>
                <a:lnTo>
                  <a:pt x="1541" y="259"/>
                </a:lnTo>
                <a:lnTo>
                  <a:pt x="1527" y="245"/>
                </a:lnTo>
                <a:lnTo>
                  <a:pt x="1511" y="234"/>
                </a:lnTo>
                <a:lnTo>
                  <a:pt x="1494" y="224"/>
                </a:lnTo>
                <a:lnTo>
                  <a:pt x="1477" y="215"/>
                </a:lnTo>
                <a:lnTo>
                  <a:pt x="1458" y="209"/>
                </a:lnTo>
                <a:lnTo>
                  <a:pt x="1439" y="204"/>
                </a:lnTo>
                <a:lnTo>
                  <a:pt x="1420" y="201"/>
                </a:lnTo>
                <a:lnTo>
                  <a:pt x="1400" y="200"/>
                </a:lnTo>
                <a:lnTo>
                  <a:pt x="1000" y="200"/>
                </a:lnTo>
                <a:lnTo>
                  <a:pt x="980" y="201"/>
                </a:lnTo>
                <a:lnTo>
                  <a:pt x="961" y="204"/>
                </a:lnTo>
                <a:lnTo>
                  <a:pt x="942" y="209"/>
                </a:lnTo>
                <a:lnTo>
                  <a:pt x="923" y="215"/>
                </a:lnTo>
                <a:lnTo>
                  <a:pt x="906" y="224"/>
                </a:lnTo>
                <a:lnTo>
                  <a:pt x="889" y="234"/>
                </a:lnTo>
                <a:lnTo>
                  <a:pt x="873" y="245"/>
                </a:lnTo>
                <a:lnTo>
                  <a:pt x="859" y="259"/>
                </a:lnTo>
                <a:lnTo>
                  <a:pt x="845" y="273"/>
                </a:lnTo>
                <a:lnTo>
                  <a:pt x="834" y="289"/>
                </a:lnTo>
                <a:lnTo>
                  <a:pt x="824" y="306"/>
                </a:lnTo>
                <a:lnTo>
                  <a:pt x="815" y="323"/>
                </a:lnTo>
                <a:lnTo>
                  <a:pt x="809" y="342"/>
                </a:lnTo>
                <a:lnTo>
                  <a:pt x="804" y="361"/>
                </a:lnTo>
                <a:lnTo>
                  <a:pt x="801" y="380"/>
                </a:lnTo>
                <a:lnTo>
                  <a:pt x="800" y="400"/>
                </a:lnTo>
                <a:lnTo>
                  <a:pt x="800" y="600"/>
                </a:lnTo>
                <a:moveTo>
                  <a:pt x="2200" y="1300"/>
                </a:moveTo>
                <a:lnTo>
                  <a:pt x="2087" y="1369"/>
                </a:lnTo>
                <a:lnTo>
                  <a:pt x="1969" y="1429"/>
                </a:lnTo>
                <a:lnTo>
                  <a:pt x="1847" y="1481"/>
                </a:lnTo>
                <a:lnTo>
                  <a:pt x="1722" y="1524"/>
                </a:lnTo>
                <a:lnTo>
                  <a:pt x="1594" y="1557"/>
                </a:lnTo>
                <a:lnTo>
                  <a:pt x="1464" y="1581"/>
                </a:lnTo>
                <a:lnTo>
                  <a:pt x="1332" y="1596"/>
                </a:lnTo>
                <a:lnTo>
                  <a:pt x="1200" y="1600"/>
                </a:lnTo>
                <a:lnTo>
                  <a:pt x="1068" y="1596"/>
                </a:lnTo>
                <a:lnTo>
                  <a:pt x="936" y="1581"/>
                </a:lnTo>
                <a:lnTo>
                  <a:pt x="806" y="1557"/>
                </a:lnTo>
                <a:lnTo>
                  <a:pt x="678" y="1524"/>
                </a:lnTo>
                <a:lnTo>
                  <a:pt x="553" y="1481"/>
                </a:lnTo>
                <a:lnTo>
                  <a:pt x="431" y="1429"/>
                </a:lnTo>
                <a:lnTo>
                  <a:pt x="313" y="1369"/>
                </a:lnTo>
                <a:lnTo>
                  <a:pt x="200" y="1300"/>
                </a:lnTo>
                <a:moveTo>
                  <a:pt x="400" y="600"/>
                </a:moveTo>
                <a:lnTo>
                  <a:pt x="2000" y="600"/>
                </a:lnTo>
                <a:cubicBezTo>
                  <a:pt x="2110" y="600"/>
                  <a:pt x="2200" y="690"/>
                  <a:pt x="2200" y="800"/>
                </a:cubicBezTo>
                <a:lnTo>
                  <a:pt x="2200" y="1800"/>
                </a:lnTo>
                <a:cubicBezTo>
                  <a:pt x="2200" y="1910"/>
                  <a:pt x="2110" y="2000"/>
                  <a:pt x="2000" y="2000"/>
                </a:cubicBezTo>
                <a:lnTo>
                  <a:pt x="400" y="2000"/>
                </a:lnTo>
                <a:cubicBezTo>
                  <a:pt x="290" y="2000"/>
                  <a:pt x="200" y="1910"/>
                  <a:pt x="200" y="1800"/>
                </a:cubicBezTo>
                <a:lnTo>
                  <a:pt x="200" y="800"/>
                </a:lnTo>
                <a:cubicBezTo>
                  <a:pt x="200" y="690"/>
                  <a:pt x="290" y="600"/>
                  <a:pt x="400" y="600"/>
                </a:cubicBezTo>
                <a:close/>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20" name="Google Shape;1320;p57"/>
          <p:cNvSpPr txBox="1"/>
          <p:nvPr/>
        </p:nvSpPr>
        <p:spPr>
          <a:xfrm>
            <a:off x="5185959" y="2167128"/>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briefcase-business</a:t>
            </a:r>
            <a:endParaRPr sz="1100"/>
          </a:p>
        </p:txBody>
      </p:sp>
      <p:sp>
        <p:nvSpPr>
          <p:cNvPr id="1321" name="Google Shape;1321;p57"/>
          <p:cNvSpPr/>
          <p:nvPr/>
        </p:nvSpPr>
        <p:spPr>
          <a:xfrm>
            <a:off x="6839221" y="1755648"/>
            <a:ext cx="377202" cy="377190"/>
          </a:xfrm>
          <a:custGeom>
            <a:rect b="b" l="l" r="r" t="t"/>
            <a:pathLst>
              <a:path extrusionOk="0" fill="none" h="2400" w="2400">
                <a:moveTo>
                  <a:pt x="1200" y="1000"/>
                </a:moveTo>
                <a:lnTo>
                  <a:pt x="1201" y="1000"/>
                </a:lnTo>
                <a:moveTo>
                  <a:pt x="1200" y="1400"/>
                </a:moveTo>
                <a:lnTo>
                  <a:pt x="1201" y="1400"/>
                </a:lnTo>
                <a:moveTo>
                  <a:pt x="1200" y="600"/>
                </a:moveTo>
                <a:lnTo>
                  <a:pt x="1201" y="600"/>
                </a:lnTo>
                <a:moveTo>
                  <a:pt x="1600" y="1000"/>
                </a:moveTo>
                <a:lnTo>
                  <a:pt x="1601" y="1000"/>
                </a:lnTo>
                <a:moveTo>
                  <a:pt x="1600" y="1400"/>
                </a:moveTo>
                <a:lnTo>
                  <a:pt x="1601" y="1400"/>
                </a:lnTo>
                <a:moveTo>
                  <a:pt x="1600" y="600"/>
                </a:moveTo>
                <a:lnTo>
                  <a:pt x="1601" y="600"/>
                </a:lnTo>
                <a:moveTo>
                  <a:pt x="800" y="1000"/>
                </a:moveTo>
                <a:lnTo>
                  <a:pt x="801" y="1000"/>
                </a:lnTo>
                <a:moveTo>
                  <a:pt x="800" y="1400"/>
                </a:moveTo>
                <a:lnTo>
                  <a:pt x="801" y="1400"/>
                </a:lnTo>
                <a:moveTo>
                  <a:pt x="800" y="600"/>
                </a:moveTo>
                <a:lnTo>
                  <a:pt x="801" y="600"/>
                </a:lnTo>
                <a:moveTo>
                  <a:pt x="900" y="2200"/>
                </a:moveTo>
                <a:lnTo>
                  <a:pt x="900" y="1900"/>
                </a:lnTo>
                <a:lnTo>
                  <a:pt x="900" y="1890"/>
                </a:lnTo>
                <a:lnTo>
                  <a:pt x="902" y="1880"/>
                </a:lnTo>
                <a:lnTo>
                  <a:pt x="904" y="1871"/>
                </a:lnTo>
                <a:lnTo>
                  <a:pt x="908" y="1862"/>
                </a:lnTo>
                <a:lnTo>
                  <a:pt x="912" y="1853"/>
                </a:lnTo>
                <a:lnTo>
                  <a:pt x="917" y="1844"/>
                </a:lnTo>
                <a:lnTo>
                  <a:pt x="923" y="1837"/>
                </a:lnTo>
                <a:lnTo>
                  <a:pt x="929" y="1829"/>
                </a:lnTo>
                <a:lnTo>
                  <a:pt x="937" y="1823"/>
                </a:lnTo>
                <a:lnTo>
                  <a:pt x="944" y="1817"/>
                </a:lnTo>
                <a:lnTo>
                  <a:pt x="953" y="1812"/>
                </a:lnTo>
                <a:lnTo>
                  <a:pt x="962" y="1808"/>
                </a:lnTo>
                <a:lnTo>
                  <a:pt x="971" y="1804"/>
                </a:lnTo>
                <a:lnTo>
                  <a:pt x="980" y="1802"/>
                </a:lnTo>
                <a:lnTo>
                  <a:pt x="990" y="1800"/>
                </a:lnTo>
                <a:lnTo>
                  <a:pt x="1000" y="1800"/>
                </a:lnTo>
                <a:lnTo>
                  <a:pt x="1400" y="1800"/>
                </a:lnTo>
                <a:lnTo>
                  <a:pt x="1410" y="1800"/>
                </a:lnTo>
                <a:lnTo>
                  <a:pt x="1420" y="1802"/>
                </a:lnTo>
                <a:lnTo>
                  <a:pt x="1429" y="1804"/>
                </a:lnTo>
                <a:lnTo>
                  <a:pt x="1438" y="1808"/>
                </a:lnTo>
                <a:lnTo>
                  <a:pt x="1447" y="1812"/>
                </a:lnTo>
                <a:lnTo>
                  <a:pt x="1456" y="1817"/>
                </a:lnTo>
                <a:lnTo>
                  <a:pt x="1463" y="1823"/>
                </a:lnTo>
                <a:lnTo>
                  <a:pt x="1471" y="1829"/>
                </a:lnTo>
                <a:lnTo>
                  <a:pt x="1477" y="1837"/>
                </a:lnTo>
                <a:lnTo>
                  <a:pt x="1483" y="1844"/>
                </a:lnTo>
                <a:lnTo>
                  <a:pt x="1488" y="1853"/>
                </a:lnTo>
                <a:lnTo>
                  <a:pt x="1492" y="1862"/>
                </a:lnTo>
                <a:lnTo>
                  <a:pt x="1496" y="1871"/>
                </a:lnTo>
                <a:lnTo>
                  <a:pt x="1498" y="1880"/>
                </a:lnTo>
                <a:lnTo>
                  <a:pt x="1500" y="1890"/>
                </a:lnTo>
                <a:lnTo>
                  <a:pt x="1500" y="1900"/>
                </a:lnTo>
                <a:lnTo>
                  <a:pt x="1500" y="2200"/>
                </a:lnTo>
                <a:moveTo>
                  <a:pt x="600" y="200"/>
                </a:moveTo>
                <a:lnTo>
                  <a:pt x="1800" y="200"/>
                </a:lnTo>
                <a:cubicBezTo>
                  <a:pt x="1910" y="200"/>
                  <a:pt x="2000" y="290"/>
                  <a:pt x="2000" y="400"/>
                </a:cubicBezTo>
                <a:lnTo>
                  <a:pt x="2000" y="2000"/>
                </a:lnTo>
                <a:cubicBezTo>
                  <a:pt x="2000" y="2110"/>
                  <a:pt x="1910" y="2200"/>
                  <a:pt x="1800" y="2200"/>
                </a:cubicBezTo>
                <a:lnTo>
                  <a:pt x="600" y="2200"/>
                </a:lnTo>
                <a:cubicBezTo>
                  <a:pt x="490" y="2200"/>
                  <a:pt x="400" y="2110"/>
                  <a:pt x="400" y="2000"/>
                </a:cubicBezTo>
                <a:lnTo>
                  <a:pt x="400" y="400"/>
                </a:lnTo>
                <a:cubicBezTo>
                  <a:pt x="400" y="290"/>
                  <a:pt x="490" y="200"/>
                  <a:pt x="600" y="200"/>
                </a:cubicBezTo>
                <a:close/>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22" name="Google Shape;1322;p57"/>
          <p:cNvSpPr txBox="1"/>
          <p:nvPr/>
        </p:nvSpPr>
        <p:spPr>
          <a:xfrm>
            <a:off x="6413867" y="2167128"/>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building</a:t>
            </a:r>
            <a:endParaRPr sz="1100"/>
          </a:p>
        </p:txBody>
      </p:sp>
      <p:sp>
        <p:nvSpPr>
          <p:cNvPr id="1323" name="Google Shape;1323;p57"/>
          <p:cNvSpPr/>
          <p:nvPr/>
        </p:nvSpPr>
        <p:spPr>
          <a:xfrm>
            <a:off x="8067129" y="1755648"/>
            <a:ext cx="377202" cy="377190"/>
          </a:xfrm>
          <a:custGeom>
            <a:rect b="b" l="l" r="r" t="t"/>
            <a:pathLst>
              <a:path extrusionOk="0" fill="none" h="2400" w="2400">
                <a:moveTo>
                  <a:pt x="1000" y="1200"/>
                </a:moveTo>
                <a:lnTo>
                  <a:pt x="1400" y="1200"/>
                </a:lnTo>
                <a:moveTo>
                  <a:pt x="1000" y="800"/>
                </a:moveTo>
                <a:lnTo>
                  <a:pt x="1400" y="800"/>
                </a:lnTo>
                <a:moveTo>
                  <a:pt x="1400" y="2100"/>
                </a:moveTo>
                <a:lnTo>
                  <a:pt x="1400" y="1800"/>
                </a:lnTo>
                <a:lnTo>
                  <a:pt x="1396" y="1761"/>
                </a:lnTo>
                <a:lnTo>
                  <a:pt x="1385" y="1723"/>
                </a:lnTo>
                <a:lnTo>
                  <a:pt x="1366" y="1689"/>
                </a:lnTo>
                <a:lnTo>
                  <a:pt x="1341" y="1659"/>
                </a:lnTo>
                <a:lnTo>
                  <a:pt x="1311" y="1634"/>
                </a:lnTo>
                <a:lnTo>
                  <a:pt x="1277" y="1615"/>
                </a:lnTo>
                <a:lnTo>
                  <a:pt x="1239" y="1604"/>
                </a:lnTo>
                <a:lnTo>
                  <a:pt x="1200" y="1600"/>
                </a:lnTo>
                <a:lnTo>
                  <a:pt x="1161" y="1604"/>
                </a:lnTo>
                <a:lnTo>
                  <a:pt x="1123" y="1615"/>
                </a:lnTo>
                <a:lnTo>
                  <a:pt x="1089" y="1634"/>
                </a:lnTo>
                <a:lnTo>
                  <a:pt x="1059" y="1659"/>
                </a:lnTo>
                <a:lnTo>
                  <a:pt x="1034" y="1689"/>
                </a:lnTo>
                <a:lnTo>
                  <a:pt x="1015" y="1723"/>
                </a:lnTo>
                <a:lnTo>
                  <a:pt x="1004" y="1761"/>
                </a:lnTo>
                <a:lnTo>
                  <a:pt x="1000" y="1800"/>
                </a:lnTo>
                <a:lnTo>
                  <a:pt x="1000" y="2100"/>
                </a:lnTo>
                <a:moveTo>
                  <a:pt x="600" y="1000"/>
                </a:moveTo>
                <a:lnTo>
                  <a:pt x="400" y="1000"/>
                </a:lnTo>
                <a:lnTo>
                  <a:pt x="380" y="1001"/>
                </a:lnTo>
                <a:lnTo>
                  <a:pt x="361" y="1004"/>
                </a:lnTo>
                <a:lnTo>
                  <a:pt x="342" y="1009"/>
                </a:lnTo>
                <a:lnTo>
                  <a:pt x="323" y="1015"/>
                </a:lnTo>
                <a:lnTo>
                  <a:pt x="306" y="1024"/>
                </a:lnTo>
                <a:lnTo>
                  <a:pt x="289" y="1034"/>
                </a:lnTo>
                <a:lnTo>
                  <a:pt x="273" y="1045"/>
                </a:lnTo>
                <a:lnTo>
                  <a:pt x="259" y="1059"/>
                </a:lnTo>
                <a:lnTo>
                  <a:pt x="245" y="1073"/>
                </a:lnTo>
                <a:lnTo>
                  <a:pt x="234" y="1089"/>
                </a:lnTo>
                <a:lnTo>
                  <a:pt x="224" y="1106"/>
                </a:lnTo>
                <a:lnTo>
                  <a:pt x="215" y="1123"/>
                </a:lnTo>
                <a:lnTo>
                  <a:pt x="209" y="1142"/>
                </a:lnTo>
                <a:lnTo>
                  <a:pt x="204" y="1161"/>
                </a:lnTo>
                <a:lnTo>
                  <a:pt x="201" y="1180"/>
                </a:lnTo>
                <a:lnTo>
                  <a:pt x="200" y="1200"/>
                </a:lnTo>
                <a:lnTo>
                  <a:pt x="200" y="1900"/>
                </a:lnTo>
                <a:lnTo>
                  <a:pt x="201" y="1920"/>
                </a:lnTo>
                <a:lnTo>
                  <a:pt x="204" y="1939"/>
                </a:lnTo>
                <a:lnTo>
                  <a:pt x="209" y="1958"/>
                </a:lnTo>
                <a:lnTo>
                  <a:pt x="215" y="1977"/>
                </a:lnTo>
                <a:lnTo>
                  <a:pt x="224" y="1994"/>
                </a:lnTo>
                <a:lnTo>
                  <a:pt x="234" y="2011"/>
                </a:lnTo>
                <a:lnTo>
                  <a:pt x="245" y="2027"/>
                </a:lnTo>
                <a:lnTo>
                  <a:pt x="259" y="2041"/>
                </a:lnTo>
                <a:lnTo>
                  <a:pt x="273" y="2055"/>
                </a:lnTo>
                <a:lnTo>
                  <a:pt x="289" y="2066"/>
                </a:lnTo>
                <a:lnTo>
                  <a:pt x="306" y="2076"/>
                </a:lnTo>
                <a:lnTo>
                  <a:pt x="323" y="2085"/>
                </a:lnTo>
                <a:lnTo>
                  <a:pt x="342" y="2091"/>
                </a:lnTo>
                <a:lnTo>
                  <a:pt x="361" y="2096"/>
                </a:lnTo>
                <a:lnTo>
                  <a:pt x="380" y="2099"/>
                </a:lnTo>
                <a:lnTo>
                  <a:pt x="400" y="2100"/>
                </a:lnTo>
                <a:lnTo>
                  <a:pt x="2000" y="2100"/>
                </a:lnTo>
                <a:lnTo>
                  <a:pt x="2020" y="2099"/>
                </a:lnTo>
                <a:lnTo>
                  <a:pt x="2039" y="2096"/>
                </a:lnTo>
                <a:lnTo>
                  <a:pt x="2058" y="2091"/>
                </a:lnTo>
                <a:lnTo>
                  <a:pt x="2077" y="2085"/>
                </a:lnTo>
                <a:lnTo>
                  <a:pt x="2094" y="2076"/>
                </a:lnTo>
                <a:lnTo>
                  <a:pt x="2111" y="2066"/>
                </a:lnTo>
                <a:lnTo>
                  <a:pt x="2127" y="2055"/>
                </a:lnTo>
                <a:lnTo>
                  <a:pt x="2141" y="2041"/>
                </a:lnTo>
                <a:lnTo>
                  <a:pt x="2155" y="2027"/>
                </a:lnTo>
                <a:lnTo>
                  <a:pt x="2166" y="2011"/>
                </a:lnTo>
                <a:lnTo>
                  <a:pt x="2176" y="1994"/>
                </a:lnTo>
                <a:lnTo>
                  <a:pt x="2185" y="1977"/>
                </a:lnTo>
                <a:lnTo>
                  <a:pt x="2191" y="1958"/>
                </a:lnTo>
                <a:lnTo>
                  <a:pt x="2196" y="1939"/>
                </a:lnTo>
                <a:lnTo>
                  <a:pt x="2199" y="1920"/>
                </a:lnTo>
                <a:lnTo>
                  <a:pt x="2200" y="1900"/>
                </a:lnTo>
                <a:lnTo>
                  <a:pt x="2200" y="900"/>
                </a:lnTo>
                <a:lnTo>
                  <a:pt x="2199" y="880"/>
                </a:lnTo>
                <a:lnTo>
                  <a:pt x="2196" y="861"/>
                </a:lnTo>
                <a:lnTo>
                  <a:pt x="2191" y="842"/>
                </a:lnTo>
                <a:lnTo>
                  <a:pt x="2185" y="823"/>
                </a:lnTo>
                <a:lnTo>
                  <a:pt x="2176" y="806"/>
                </a:lnTo>
                <a:lnTo>
                  <a:pt x="2166" y="789"/>
                </a:lnTo>
                <a:lnTo>
                  <a:pt x="2155" y="773"/>
                </a:lnTo>
                <a:lnTo>
                  <a:pt x="2141" y="759"/>
                </a:lnTo>
                <a:lnTo>
                  <a:pt x="2127" y="745"/>
                </a:lnTo>
                <a:lnTo>
                  <a:pt x="2111" y="734"/>
                </a:lnTo>
                <a:lnTo>
                  <a:pt x="2094" y="724"/>
                </a:lnTo>
                <a:lnTo>
                  <a:pt x="2077" y="715"/>
                </a:lnTo>
                <a:lnTo>
                  <a:pt x="2058" y="709"/>
                </a:lnTo>
                <a:lnTo>
                  <a:pt x="2039" y="704"/>
                </a:lnTo>
                <a:lnTo>
                  <a:pt x="2020" y="701"/>
                </a:lnTo>
                <a:lnTo>
                  <a:pt x="2000" y="700"/>
                </a:lnTo>
                <a:lnTo>
                  <a:pt x="1800" y="700"/>
                </a:lnTo>
                <a:moveTo>
                  <a:pt x="600" y="2100"/>
                </a:moveTo>
                <a:lnTo>
                  <a:pt x="600" y="500"/>
                </a:lnTo>
                <a:lnTo>
                  <a:pt x="601" y="480"/>
                </a:lnTo>
                <a:lnTo>
                  <a:pt x="604" y="461"/>
                </a:lnTo>
                <a:lnTo>
                  <a:pt x="609" y="442"/>
                </a:lnTo>
                <a:lnTo>
                  <a:pt x="615" y="423"/>
                </a:lnTo>
                <a:lnTo>
                  <a:pt x="624" y="406"/>
                </a:lnTo>
                <a:lnTo>
                  <a:pt x="634" y="389"/>
                </a:lnTo>
                <a:lnTo>
                  <a:pt x="645" y="373"/>
                </a:lnTo>
                <a:lnTo>
                  <a:pt x="659" y="359"/>
                </a:lnTo>
                <a:lnTo>
                  <a:pt x="673" y="345"/>
                </a:lnTo>
                <a:lnTo>
                  <a:pt x="689" y="334"/>
                </a:lnTo>
                <a:lnTo>
                  <a:pt x="706" y="324"/>
                </a:lnTo>
                <a:lnTo>
                  <a:pt x="723" y="315"/>
                </a:lnTo>
                <a:lnTo>
                  <a:pt x="742" y="309"/>
                </a:lnTo>
                <a:lnTo>
                  <a:pt x="761" y="304"/>
                </a:lnTo>
                <a:lnTo>
                  <a:pt x="780" y="301"/>
                </a:lnTo>
                <a:lnTo>
                  <a:pt x="800" y="300"/>
                </a:lnTo>
                <a:lnTo>
                  <a:pt x="1600" y="300"/>
                </a:lnTo>
                <a:lnTo>
                  <a:pt x="1620" y="301"/>
                </a:lnTo>
                <a:lnTo>
                  <a:pt x="1639" y="304"/>
                </a:lnTo>
                <a:lnTo>
                  <a:pt x="1658" y="309"/>
                </a:lnTo>
                <a:lnTo>
                  <a:pt x="1677" y="315"/>
                </a:lnTo>
                <a:lnTo>
                  <a:pt x="1694" y="324"/>
                </a:lnTo>
                <a:lnTo>
                  <a:pt x="1711" y="334"/>
                </a:lnTo>
                <a:lnTo>
                  <a:pt x="1727" y="345"/>
                </a:lnTo>
                <a:lnTo>
                  <a:pt x="1741" y="359"/>
                </a:lnTo>
                <a:lnTo>
                  <a:pt x="1755" y="373"/>
                </a:lnTo>
                <a:lnTo>
                  <a:pt x="1766" y="389"/>
                </a:lnTo>
                <a:lnTo>
                  <a:pt x="1776" y="406"/>
                </a:lnTo>
                <a:lnTo>
                  <a:pt x="1785" y="423"/>
                </a:lnTo>
                <a:lnTo>
                  <a:pt x="1791" y="442"/>
                </a:lnTo>
                <a:lnTo>
                  <a:pt x="1796" y="461"/>
                </a:lnTo>
                <a:lnTo>
                  <a:pt x="1799" y="480"/>
                </a:lnTo>
                <a:lnTo>
                  <a:pt x="1800" y="500"/>
                </a:lnTo>
                <a:lnTo>
                  <a:pt x="1800" y="21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24" name="Google Shape;1324;p57"/>
          <p:cNvSpPr txBox="1"/>
          <p:nvPr/>
        </p:nvSpPr>
        <p:spPr>
          <a:xfrm>
            <a:off x="7641775" y="2167128"/>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building-2</a:t>
            </a:r>
            <a:endParaRPr sz="1100"/>
          </a:p>
        </p:txBody>
      </p:sp>
      <p:sp>
        <p:nvSpPr>
          <p:cNvPr id="1325" name="Google Shape;1325;p57"/>
          <p:cNvSpPr/>
          <p:nvPr/>
        </p:nvSpPr>
        <p:spPr>
          <a:xfrm>
            <a:off x="699681" y="2551176"/>
            <a:ext cx="377202" cy="377190"/>
          </a:xfrm>
          <a:custGeom>
            <a:rect b="b" l="l" r="r" t="t"/>
            <a:pathLst>
              <a:path extrusionOk="0" fill="none" h="2400" w="2400">
                <a:moveTo>
                  <a:pt x="1500" y="2100"/>
                </a:moveTo>
                <a:lnTo>
                  <a:pt x="1500" y="1600"/>
                </a:lnTo>
                <a:lnTo>
                  <a:pt x="1500" y="1590"/>
                </a:lnTo>
                <a:lnTo>
                  <a:pt x="1498" y="1580"/>
                </a:lnTo>
                <a:lnTo>
                  <a:pt x="1496" y="1571"/>
                </a:lnTo>
                <a:lnTo>
                  <a:pt x="1492" y="1562"/>
                </a:lnTo>
                <a:lnTo>
                  <a:pt x="1488" y="1553"/>
                </a:lnTo>
                <a:lnTo>
                  <a:pt x="1483" y="1544"/>
                </a:lnTo>
                <a:lnTo>
                  <a:pt x="1477" y="1537"/>
                </a:lnTo>
                <a:lnTo>
                  <a:pt x="1471" y="1529"/>
                </a:lnTo>
                <a:lnTo>
                  <a:pt x="1463" y="1523"/>
                </a:lnTo>
                <a:lnTo>
                  <a:pt x="1456" y="1517"/>
                </a:lnTo>
                <a:lnTo>
                  <a:pt x="1447" y="1512"/>
                </a:lnTo>
                <a:lnTo>
                  <a:pt x="1438" y="1508"/>
                </a:lnTo>
                <a:lnTo>
                  <a:pt x="1429" y="1504"/>
                </a:lnTo>
                <a:lnTo>
                  <a:pt x="1420" y="1502"/>
                </a:lnTo>
                <a:lnTo>
                  <a:pt x="1410" y="1500"/>
                </a:lnTo>
                <a:lnTo>
                  <a:pt x="1400" y="1500"/>
                </a:lnTo>
                <a:lnTo>
                  <a:pt x="1000" y="1500"/>
                </a:lnTo>
                <a:lnTo>
                  <a:pt x="990" y="1500"/>
                </a:lnTo>
                <a:lnTo>
                  <a:pt x="980" y="1502"/>
                </a:lnTo>
                <a:lnTo>
                  <a:pt x="971" y="1504"/>
                </a:lnTo>
                <a:lnTo>
                  <a:pt x="962" y="1508"/>
                </a:lnTo>
                <a:lnTo>
                  <a:pt x="953" y="1512"/>
                </a:lnTo>
                <a:lnTo>
                  <a:pt x="944" y="1517"/>
                </a:lnTo>
                <a:lnTo>
                  <a:pt x="937" y="1523"/>
                </a:lnTo>
                <a:lnTo>
                  <a:pt x="929" y="1529"/>
                </a:lnTo>
                <a:lnTo>
                  <a:pt x="923" y="1537"/>
                </a:lnTo>
                <a:lnTo>
                  <a:pt x="917" y="1544"/>
                </a:lnTo>
                <a:lnTo>
                  <a:pt x="912" y="1553"/>
                </a:lnTo>
                <a:lnTo>
                  <a:pt x="908" y="1562"/>
                </a:lnTo>
                <a:lnTo>
                  <a:pt x="904" y="1571"/>
                </a:lnTo>
                <a:lnTo>
                  <a:pt x="902" y="1580"/>
                </a:lnTo>
                <a:lnTo>
                  <a:pt x="900" y="1590"/>
                </a:lnTo>
                <a:lnTo>
                  <a:pt x="900" y="1600"/>
                </a:lnTo>
                <a:lnTo>
                  <a:pt x="900" y="2100"/>
                </a:lnTo>
                <a:moveTo>
                  <a:pt x="1777" y="1031"/>
                </a:moveTo>
                <a:lnTo>
                  <a:pt x="1769" y="1024"/>
                </a:lnTo>
                <a:lnTo>
                  <a:pt x="1761" y="1018"/>
                </a:lnTo>
                <a:lnTo>
                  <a:pt x="1751" y="1012"/>
                </a:lnTo>
                <a:lnTo>
                  <a:pt x="1742" y="1008"/>
                </a:lnTo>
                <a:lnTo>
                  <a:pt x="1732" y="1004"/>
                </a:lnTo>
                <a:lnTo>
                  <a:pt x="1721" y="1002"/>
                </a:lnTo>
                <a:lnTo>
                  <a:pt x="1711" y="1000"/>
                </a:lnTo>
                <a:lnTo>
                  <a:pt x="1700" y="1000"/>
                </a:lnTo>
                <a:lnTo>
                  <a:pt x="1689" y="1000"/>
                </a:lnTo>
                <a:lnTo>
                  <a:pt x="1679" y="1002"/>
                </a:lnTo>
                <a:lnTo>
                  <a:pt x="1668" y="1004"/>
                </a:lnTo>
                <a:lnTo>
                  <a:pt x="1658" y="1008"/>
                </a:lnTo>
                <a:lnTo>
                  <a:pt x="1649" y="1012"/>
                </a:lnTo>
                <a:lnTo>
                  <a:pt x="1639" y="1018"/>
                </a:lnTo>
                <a:lnTo>
                  <a:pt x="1631" y="1024"/>
                </a:lnTo>
                <a:lnTo>
                  <a:pt x="1623" y="1031"/>
                </a:lnTo>
                <a:lnTo>
                  <a:pt x="1605" y="1047"/>
                </a:lnTo>
                <a:lnTo>
                  <a:pt x="1585" y="1060"/>
                </a:lnTo>
                <a:lnTo>
                  <a:pt x="1565" y="1072"/>
                </a:lnTo>
                <a:lnTo>
                  <a:pt x="1543" y="1082"/>
                </a:lnTo>
                <a:lnTo>
                  <a:pt x="1520" y="1090"/>
                </a:lnTo>
                <a:lnTo>
                  <a:pt x="1497" y="1096"/>
                </a:lnTo>
                <a:lnTo>
                  <a:pt x="1474" y="1099"/>
                </a:lnTo>
                <a:lnTo>
                  <a:pt x="1450" y="1100"/>
                </a:lnTo>
                <a:lnTo>
                  <a:pt x="1426" y="1099"/>
                </a:lnTo>
                <a:lnTo>
                  <a:pt x="1403" y="1096"/>
                </a:lnTo>
                <a:lnTo>
                  <a:pt x="1380" y="1090"/>
                </a:lnTo>
                <a:lnTo>
                  <a:pt x="1357" y="1082"/>
                </a:lnTo>
                <a:lnTo>
                  <a:pt x="1335" y="1072"/>
                </a:lnTo>
                <a:lnTo>
                  <a:pt x="1315" y="1060"/>
                </a:lnTo>
                <a:lnTo>
                  <a:pt x="1295" y="1047"/>
                </a:lnTo>
                <a:lnTo>
                  <a:pt x="1277" y="1031"/>
                </a:lnTo>
                <a:lnTo>
                  <a:pt x="1269" y="1024"/>
                </a:lnTo>
                <a:lnTo>
                  <a:pt x="1261" y="1018"/>
                </a:lnTo>
                <a:lnTo>
                  <a:pt x="1251" y="1012"/>
                </a:lnTo>
                <a:lnTo>
                  <a:pt x="1242" y="1008"/>
                </a:lnTo>
                <a:lnTo>
                  <a:pt x="1232" y="1005"/>
                </a:lnTo>
                <a:lnTo>
                  <a:pt x="1221" y="1002"/>
                </a:lnTo>
                <a:lnTo>
                  <a:pt x="1211" y="1000"/>
                </a:lnTo>
                <a:lnTo>
                  <a:pt x="1200" y="1000"/>
                </a:lnTo>
                <a:lnTo>
                  <a:pt x="1189" y="1000"/>
                </a:lnTo>
                <a:lnTo>
                  <a:pt x="1179" y="1002"/>
                </a:lnTo>
                <a:lnTo>
                  <a:pt x="1168" y="1005"/>
                </a:lnTo>
                <a:lnTo>
                  <a:pt x="1158" y="1008"/>
                </a:lnTo>
                <a:lnTo>
                  <a:pt x="1149" y="1012"/>
                </a:lnTo>
                <a:lnTo>
                  <a:pt x="1139" y="1018"/>
                </a:lnTo>
                <a:lnTo>
                  <a:pt x="1131" y="1024"/>
                </a:lnTo>
                <a:lnTo>
                  <a:pt x="1123" y="1031"/>
                </a:lnTo>
                <a:lnTo>
                  <a:pt x="1105" y="1047"/>
                </a:lnTo>
                <a:lnTo>
                  <a:pt x="1085" y="1060"/>
                </a:lnTo>
                <a:lnTo>
                  <a:pt x="1065" y="1072"/>
                </a:lnTo>
                <a:lnTo>
                  <a:pt x="1043" y="1082"/>
                </a:lnTo>
                <a:lnTo>
                  <a:pt x="1020" y="1090"/>
                </a:lnTo>
                <a:lnTo>
                  <a:pt x="997" y="1096"/>
                </a:lnTo>
                <a:lnTo>
                  <a:pt x="974" y="1099"/>
                </a:lnTo>
                <a:lnTo>
                  <a:pt x="950" y="1100"/>
                </a:lnTo>
                <a:lnTo>
                  <a:pt x="926" y="1099"/>
                </a:lnTo>
                <a:lnTo>
                  <a:pt x="903" y="1096"/>
                </a:lnTo>
                <a:lnTo>
                  <a:pt x="880" y="1090"/>
                </a:lnTo>
                <a:lnTo>
                  <a:pt x="857" y="1082"/>
                </a:lnTo>
                <a:lnTo>
                  <a:pt x="835" y="1072"/>
                </a:lnTo>
                <a:lnTo>
                  <a:pt x="815" y="1060"/>
                </a:lnTo>
                <a:lnTo>
                  <a:pt x="795" y="1047"/>
                </a:lnTo>
                <a:lnTo>
                  <a:pt x="777" y="1031"/>
                </a:lnTo>
                <a:lnTo>
                  <a:pt x="769" y="1024"/>
                </a:lnTo>
                <a:lnTo>
                  <a:pt x="761" y="1018"/>
                </a:lnTo>
                <a:lnTo>
                  <a:pt x="751" y="1012"/>
                </a:lnTo>
                <a:lnTo>
                  <a:pt x="742" y="1008"/>
                </a:lnTo>
                <a:lnTo>
                  <a:pt x="732" y="1004"/>
                </a:lnTo>
                <a:lnTo>
                  <a:pt x="721" y="1002"/>
                </a:lnTo>
                <a:lnTo>
                  <a:pt x="711" y="1000"/>
                </a:lnTo>
                <a:lnTo>
                  <a:pt x="700" y="1000"/>
                </a:lnTo>
                <a:lnTo>
                  <a:pt x="689" y="1000"/>
                </a:lnTo>
                <a:lnTo>
                  <a:pt x="679" y="1002"/>
                </a:lnTo>
                <a:lnTo>
                  <a:pt x="668" y="1004"/>
                </a:lnTo>
                <a:lnTo>
                  <a:pt x="658" y="1008"/>
                </a:lnTo>
                <a:lnTo>
                  <a:pt x="649" y="1012"/>
                </a:lnTo>
                <a:lnTo>
                  <a:pt x="639" y="1018"/>
                </a:lnTo>
                <a:lnTo>
                  <a:pt x="631" y="1024"/>
                </a:lnTo>
                <a:lnTo>
                  <a:pt x="623" y="1031"/>
                </a:lnTo>
                <a:lnTo>
                  <a:pt x="586" y="1060"/>
                </a:lnTo>
                <a:lnTo>
                  <a:pt x="546" y="1081"/>
                </a:lnTo>
                <a:lnTo>
                  <a:pt x="502" y="1095"/>
                </a:lnTo>
                <a:lnTo>
                  <a:pt x="456" y="1100"/>
                </a:lnTo>
                <a:lnTo>
                  <a:pt x="410" y="1097"/>
                </a:lnTo>
                <a:lnTo>
                  <a:pt x="366" y="1086"/>
                </a:lnTo>
                <a:lnTo>
                  <a:pt x="324" y="1066"/>
                </a:lnTo>
                <a:lnTo>
                  <a:pt x="287" y="1040"/>
                </a:lnTo>
                <a:lnTo>
                  <a:pt x="255" y="1006"/>
                </a:lnTo>
                <a:lnTo>
                  <a:pt x="229" y="968"/>
                </a:lnTo>
                <a:lnTo>
                  <a:pt x="212" y="926"/>
                </a:lnTo>
                <a:lnTo>
                  <a:pt x="202" y="881"/>
                </a:lnTo>
                <a:lnTo>
                  <a:pt x="200" y="835"/>
                </a:lnTo>
                <a:lnTo>
                  <a:pt x="207" y="789"/>
                </a:lnTo>
                <a:lnTo>
                  <a:pt x="223" y="746"/>
                </a:lnTo>
                <a:lnTo>
                  <a:pt x="246" y="706"/>
                </a:lnTo>
                <a:lnTo>
                  <a:pt x="534" y="288"/>
                </a:lnTo>
                <a:lnTo>
                  <a:pt x="542" y="278"/>
                </a:lnTo>
                <a:lnTo>
                  <a:pt x="549" y="268"/>
                </a:lnTo>
                <a:lnTo>
                  <a:pt x="558" y="260"/>
                </a:lnTo>
                <a:lnTo>
                  <a:pt x="566" y="251"/>
                </a:lnTo>
                <a:lnTo>
                  <a:pt x="576" y="243"/>
                </a:lnTo>
                <a:lnTo>
                  <a:pt x="585" y="236"/>
                </a:lnTo>
                <a:lnTo>
                  <a:pt x="596" y="229"/>
                </a:lnTo>
                <a:lnTo>
                  <a:pt x="606" y="223"/>
                </a:lnTo>
                <a:lnTo>
                  <a:pt x="617" y="218"/>
                </a:lnTo>
                <a:lnTo>
                  <a:pt x="628" y="213"/>
                </a:lnTo>
                <a:lnTo>
                  <a:pt x="640" y="209"/>
                </a:lnTo>
                <a:lnTo>
                  <a:pt x="652" y="206"/>
                </a:lnTo>
                <a:lnTo>
                  <a:pt x="664" y="203"/>
                </a:lnTo>
                <a:lnTo>
                  <a:pt x="676" y="201"/>
                </a:lnTo>
                <a:lnTo>
                  <a:pt x="688" y="200"/>
                </a:lnTo>
                <a:lnTo>
                  <a:pt x="700" y="200"/>
                </a:lnTo>
                <a:lnTo>
                  <a:pt x="1700" y="200"/>
                </a:lnTo>
                <a:lnTo>
                  <a:pt x="1712" y="200"/>
                </a:lnTo>
                <a:lnTo>
                  <a:pt x="1724" y="201"/>
                </a:lnTo>
                <a:lnTo>
                  <a:pt x="1736" y="203"/>
                </a:lnTo>
                <a:lnTo>
                  <a:pt x="1748" y="206"/>
                </a:lnTo>
                <a:lnTo>
                  <a:pt x="1760" y="209"/>
                </a:lnTo>
                <a:lnTo>
                  <a:pt x="1771" y="213"/>
                </a:lnTo>
                <a:lnTo>
                  <a:pt x="1783" y="218"/>
                </a:lnTo>
                <a:lnTo>
                  <a:pt x="1793" y="223"/>
                </a:lnTo>
                <a:lnTo>
                  <a:pt x="1804" y="229"/>
                </a:lnTo>
                <a:lnTo>
                  <a:pt x="1814" y="236"/>
                </a:lnTo>
                <a:lnTo>
                  <a:pt x="1824" y="243"/>
                </a:lnTo>
                <a:lnTo>
                  <a:pt x="1833" y="251"/>
                </a:lnTo>
                <a:lnTo>
                  <a:pt x="1842" y="259"/>
                </a:lnTo>
                <a:lnTo>
                  <a:pt x="1850" y="268"/>
                </a:lnTo>
                <a:lnTo>
                  <a:pt x="1858" y="277"/>
                </a:lnTo>
                <a:lnTo>
                  <a:pt x="1865" y="287"/>
                </a:lnTo>
                <a:lnTo>
                  <a:pt x="2155" y="706"/>
                </a:lnTo>
                <a:lnTo>
                  <a:pt x="2178" y="746"/>
                </a:lnTo>
                <a:lnTo>
                  <a:pt x="2193" y="790"/>
                </a:lnTo>
                <a:lnTo>
                  <a:pt x="2200" y="835"/>
                </a:lnTo>
                <a:lnTo>
                  <a:pt x="2198" y="881"/>
                </a:lnTo>
                <a:lnTo>
                  <a:pt x="2189" y="926"/>
                </a:lnTo>
                <a:lnTo>
                  <a:pt x="2171" y="969"/>
                </a:lnTo>
                <a:lnTo>
                  <a:pt x="2145" y="1007"/>
                </a:lnTo>
                <a:lnTo>
                  <a:pt x="2113" y="1040"/>
                </a:lnTo>
                <a:lnTo>
                  <a:pt x="2076" y="1067"/>
                </a:lnTo>
                <a:lnTo>
                  <a:pt x="2034" y="1086"/>
                </a:lnTo>
                <a:lnTo>
                  <a:pt x="1990" y="1097"/>
                </a:lnTo>
                <a:lnTo>
                  <a:pt x="1944" y="1100"/>
                </a:lnTo>
                <a:lnTo>
                  <a:pt x="1898" y="1095"/>
                </a:lnTo>
                <a:lnTo>
                  <a:pt x="1854" y="1081"/>
                </a:lnTo>
                <a:lnTo>
                  <a:pt x="1813" y="1060"/>
                </a:lnTo>
                <a:lnTo>
                  <a:pt x="1777" y="1031"/>
                </a:lnTo>
                <a:moveTo>
                  <a:pt x="400" y="1095"/>
                </a:moveTo>
                <a:lnTo>
                  <a:pt x="400" y="1900"/>
                </a:lnTo>
                <a:lnTo>
                  <a:pt x="401" y="1920"/>
                </a:lnTo>
                <a:lnTo>
                  <a:pt x="404" y="1939"/>
                </a:lnTo>
                <a:lnTo>
                  <a:pt x="409" y="1958"/>
                </a:lnTo>
                <a:lnTo>
                  <a:pt x="415" y="1977"/>
                </a:lnTo>
                <a:lnTo>
                  <a:pt x="424" y="1994"/>
                </a:lnTo>
                <a:lnTo>
                  <a:pt x="434" y="2011"/>
                </a:lnTo>
                <a:lnTo>
                  <a:pt x="445" y="2027"/>
                </a:lnTo>
                <a:lnTo>
                  <a:pt x="459" y="2041"/>
                </a:lnTo>
                <a:lnTo>
                  <a:pt x="473" y="2055"/>
                </a:lnTo>
                <a:lnTo>
                  <a:pt x="489" y="2066"/>
                </a:lnTo>
                <a:lnTo>
                  <a:pt x="506" y="2076"/>
                </a:lnTo>
                <a:lnTo>
                  <a:pt x="523" y="2085"/>
                </a:lnTo>
                <a:lnTo>
                  <a:pt x="542" y="2091"/>
                </a:lnTo>
                <a:lnTo>
                  <a:pt x="561" y="2096"/>
                </a:lnTo>
                <a:lnTo>
                  <a:pt x="580" y="2099"/>
                </a:lnTo>
                <a:lnTo>
                  <a:pt x="600" y="2100"/>
                </a:lnTo>
                <a:lnTo>
                  <a:pt x="1800" y="2100"/>
                </a:lnTo>
                <a:lnTo>
                  <a:pt x="1820" y="2099"/>
                </a:lnTo>
                <a:lnTo>
                  <a:pt x="1839" y="2096"/>
                </a:lnTo>
                <a:lnTo>
                  <a:pt x="1858" y="2091"/>
                </a:lnTo>
                <a:lnTo>
                  <a:pt x="1877" y="2085"/>
                </a:lnTo>
                <a:lnTo>
                  <a:pt x="1894" y="2076"/>
                </a:lnTo>
                <a:lnTo>
                  <a:pt x="1911" y="2066"/>
                </a:lnTo>
                <a:lnTo>
                  <a:pt x="1927" y="2055"/>
                </a:lnTo>
                <a:lnTo>
                  <a:pt x="1941" y="2041"/>
                </a:lnTo>
                <a:lnTo>
                  <a:pt x="1955" y="2027"/>
                </a:lnTo>
                <a:lnTo>
                  <a:pt x="1966" y="2011"/>
                </a:lnTo>
                <a:lnTo>
                  <a:pt x="1976" y="1994"/>
                </a:lnTo>
                <a:lnTo>
                  <a:pt x="1985" y="1977"/>
                </a:lnTo>
                <a:lnTo>
                  <a:pt x="1991" y="1958"/>
                </a:lnTo>
                <a:lnTo>
                  <a:pt x="1996" y="1939"/>
                </a:lnTo>
                <a:lnTo>
                  <a:pt x="1999" y="1920"/>
                </a:lnTo>
                <a:lnTo>
                  <a:pt x="2000" y="1900"/>
                </a:lnTo>
                <a:lnTo>
                  <a:pt x="2000" y="1095"/>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26" name="Google Shape;1326;p57"/>
          <p:cNvSpPr txBox="1"/>
          <p:nvPr/>
        </p:nvSpPr>
        <p:spPr>
          <a:xfrm>
            <a:off x="274327" y="2962656"/>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store</a:t>
            </a:r>
            <a:endParaRPr sz="1100"/>
          </a:p>
        </p:txBody>
      </p:sp>
      <p:sp>
        <p:nvSpPr>
          <p:cNvPr id="1327" name="Google Shape;1327;p57"/>
          <p:cNvSpPr/>
          <p:nvPr/>
        </p:nvSpPr>
        <p:spPr>
          <a:xfrm>
            <a:off x="1927589" y="2551176"/>
            <a:ext cx="377202" cy="377190"/>
          </a:xfrm>
          <a:custGeom>
            <a:rect b="b" l="l" r="r" t="t"/>
            <a:pathLst>
              <a:path extrusionOk="0" fill="none" h="2400" w="2400">
                <a:moveTo>
                  <a:pt x="1200" y="1600"/>
                </a:moveTo>
                <a:lnTo>
                  <a:pt x="1201" y="1600"/>
                </a:lnTo>
                <a:moveTo>
                  <a:pt x="1600" y="1600"/>
                </a:moveTo>
                <a:lnTo>
                  <a:pt x="1601" y="1600"/>
                </a:lnTo>
                <a:moveTo>
                  <a:pt x="300" y="1900"/>
                </a:moveTo>
                <a:lnTo>
                  <a:pt x="301" y="1920"/>
                </a:lnTo>
                <a:lnTo>
                  <a:pt x="304" y="1939"/>
                </a:lnTo>
                <a:lnTo>
                  <a:pt x="309" y="1958"/>
                </a:lnTo>
                <a:lnTo>
                  <a:pt x="315" y="1977"/>
                </a:lnTo>
                <a:lnTo>
                  <a:pt x="324" y="1994"/>
                </a:lnTo>
                <a:lnTo>
                  <a:pt x="334" y="2011"/>
                </a:lnTo>
                <a:lnTo>
                  <a:pt x="345" y="2027"/>
                </a:lnTo>
                <a:lnTo>
                  <a:pt x="359" y="2041"/>
                </a:lnTo>
                <a:lnTo>
                  <a:pt x="373" y="2055"/>
                </a:lnTo>
                <a:lnTo>
                  <a:pt x="389" y="2066"/>
                </a:lnTo>
                <a:lnTo>
                  <a:pt x="406" y="2076"/>
                </a:lnTo>
                <a:lnTo>
                  <a:pt x="423" y="2085"/>
                </a:lnTo>
                <a:lnTo>
                  <a:pt x="442" y="2091"/>
                </a:lnTo>
                <a:lnTo>
                  <a:pt x="461" y="2096"/>
                </a:lnTo>
                <a:lnTo>
                  <a:pt x="480" y="2099"/>
                </a:lnTo>
                <a:lnTo>
                  <a:pt x="500" y="2100"/>
                </a:lnTo>
                <a:lnTo>
                  <a:pt x="1900" y="2100"/>
                </a:lnTo>
                <a:lnTo>
                  <a:pt x="1920" y="2099"/>
                </a:lnTo>
                <a:lnTo>
                  <a:pt x="1939" y="2096"/>
                </a:lnTo>
                <a:lnTo>
                  <a:pt x="1958" y="2091"/>
                </a:lnTo>
                <a:lnTo>
                  <a:pt x="1977" y="2085"/>
                </a:lnTo>
                <a:lnTo>
                  <a:pt x="1994" y="2076"/>
                </a:lnTo>
                <a:lnTo>
                  <a:pt x="2011" y="2066"/>
                </a:lnTo>
                <a:lnTo>
                  <a:pt x="2027" y="2055"/>
                </a:lnTo>
                <a:lnTo>
                  <a:pt x="2041" y="2041"/>
                </a:lnTo>
                <a:lnTo>
                  <a:pt x="2055" y="2027"/>
                </a:lnTo>
                <a:lnTo>
                  <a:pt x="2066" y="2011"/>
                </a:lnTo>
                <a:lnTo>
                  <a:pt x="2076" y="1994"/>
                </a:lnTo>
                <a:lnTo>
                  <a:pt x="2085" y="1977"/>
                </a:lnTo>
                <a:lnTo>
                  <a:pt x="2091" y="1958"/>
                </a:lnTo>
                <a:lnTo>
                  <a:pt x="2096" y="1939"/>
                </a:lnTo>
                <a:lnTo>
                  <a:pt x="2099" y="1920"/>
                </a:lnTo>
                <a:lnTo>
                  <a:pt x="2100" y="1900"/>
                </a:lnTo>
                <a:lnTo>
                  <a:pt x="2100" y="850"/>
                </a:lnTo>
                <a:lnTo>
                  <a:pt x="2100" y="843"/>
                </a:lnTo>
                <a:lnTo>
                  <a:pt x="2098" y="837"/>
                </a:lnTo>
                <a:lnTo>
                  <a:pt x="2096" y="830"/>
                </a:lnTo>
                <a:lnTo>
                  <a:pt x="2093" y="825"/>
                </a:lnTo>
                <a:lnTo>
                  <a:pt x="2089" y="819"/>
                </a:lnTo>
                <a:lnTo>
                  <a:pt x="2085" y="814"/>
                </a:lnTo>
                <a:lnTo>
                  <a:pt x="2080" y="810"/>
                </a:lnTo>
                <a:lnTo>
                  <a:pt x="2074" y="806"/>
                </a:lnTo>
                <a:lnTo>
                  <a:pt x="2068" y="803"/>
                </a:lnTo>
                <a:lnTo>
                  <a:pt x="2062" y="801"/>
                </a:lnTo>
                <a:lnTo>
                  <a:pt x="2055" y="800"/>
                </a:lnTo>
                <a:lnTo>
                  <a:pt x="2048" y="800"/>
                </a:lnTo>
                <a:lnTo>
                  <a:pt x="2042" y="801"/>
                </a:lnTo>
                <a:lnTo>
                  <a:pt x="2035" y="802"/>
                </a:lnTo>
                <a:lnTo>
                  <a:pt x="2029" y="805"/>
                </a:lnTo>
                <a:lnTo>
                  <a:pt x="2023" y="808"/>
                </a:lnTo>
                <a:lnTo>
                  <a:pt x="1577" y="1092"/>
                </a:lnTo>
                <a:lnTo>
                  <a:pt x="1571" y="1095"/>
                </a:lnTo>
                <a:lnTo>
                  <a:pt x="1565" y="1098"/>
                </a:lnTo>
                <a:lnTo>
                  <a:pt x="1558" y="1099"/>
                </a:lnTo>
                <a:lnTo>
                  <a:pt x="1552" y="1100"/>
                </a:lnTo>
                <a:lnTo>
                  <a:pt x="1545" y="1100"/>
                </a:lnTo>
                <a:lnTo>
                  <a:pt x="1538" y="1099"/>
                </a:lnTo>
                <a:lnTo>
                  <a:pt x="1532" y="1097"/>
                </a:lnTo>
                <a:lnTo>
                  <a:pt x="1526" y="1094"/>
                </a:lnTo>
                <a:lnTo>
                  <a:pt x="1520" y="1090"/>
                </a:lnTo>
                <a:lnTo>
                  <a:pt x="1515" y="1086"/>
                </a:lnTo>
                <a:lnTo>
                  <a:pt x="1511" y="1081"/>
                </a:lnTo>
                <a:lnTo>
                  <a:pt x="1507" y="1075"/>
                </a:lnTo>
                <a:lnTo>
                  <a:pt x="1504" y="1070"/>
                </a:lnTo>
                <a:lnTo>
                  <a:pt x="1502" y="1063"/>
                </a:lnTo>
                <a:lnTo>
                  <a:pt x="1500" y="1057"/>
                </a:lnTo>
                <a:lnTo>
                  <a:pt x="1500" y="1050"/>
                </a:lnTo>
                <a:lnTo>
                  <a:pt x="1500" y="850"/>
                </a:lnTo>
                <a:lnTo>
                  <a:pt x="1500" y="843"/>
                </a:lnTo>
                <a:lnTo>
                  <a:pt x="1498" y="837"/>
                </a:lnTo>
                <a:lnTo>
                  <a:pt x="1496" y="830"/>
                </a:lnTo>
                <a:lnTo>
                  <a:pt x="1493" y="825"/>
                </a:lnTo>
                <a:lnTo>
                  <a:pt x="1489" y="819"/>
                </a:lnTo>
                <a:lnTo>
                  <a:pt x="1485" y="814"/>
                </a:lnTo>
                <a:lnTo>
                  <a:pt x="1480" y="810"/>
                </a:lnTo>
                <a:lnTo>
                  <a:pt x="1474" y="806"/>
                </a:lnTo>
                <a:lnTo>
                  <a:pt x="1468" y="803"/>
                </a:lnTo>
                <a:lnTo>
                  <a:pt x="1462" y="801"/>
                </a:lnTo>
                <a:lnTo>
                  <a:pt x="1455" y="800"/>
                </a:lnTo>
                <a:lnTo>
                  <a:pt x="1448" y="800"/>
                </a:lnTo>
                <a:lnTo>
                  <a:pt x="1442" y="801"/>
                </a:lnTo>
                <a:lnTo>
                  <a:pt x="1435" y="802"/>
                </a:lnTo>
                <a:lnTo>
                  <a:pt x="1429" y="805"/>
                </a:lnTo>
                <a:lnTo>
                  <a:pt x="1423" y="808"/>
                </a:lnTo>
                <a:lnTo>
                  <a:pt x="977" y="1092"/>
                </a:lnTo>
                <a:lnTo>
                  <a:pt x="971" y="1095"/>
                </a:lnTo>
                <a:lnTo>
                  <a:pt x="965" y="1098"/>
                </a:lnTo>
                <a:lnTo>
                  <a:pt x="958" y="1099"/>
                </a:lnTo>
                <a:lnTo>
                  <a:pt x="952" y="1100"/>
                </a:lnTo>
                <a:lnTo>
                  <a:pt x="945" y="1100"/>
                </a:lnTo>
                <a:lnTo>
                  <a:pt x="938" y="1099"/>
                </a:lnTo>
                <a:lnTo>
                  <a:pt x="932" y="1097"/>
                </a:lnTo>
                <a:lnTo>
                  <a:pt x="926" y="1094"/>
                </a:lnTo>
                <a:lnTo>
                  <a:pt x="920" y="1090"/>
                </a:lnTo>
                <a:lnTo>
                  <a:pt x="915" y="1086"/>
                </a:lnTo>
                <a:lnTo>
                  <a:pt x="911" y="1081"/>
                </a:lnTo>
                <a:lnTo>
                  <a:pt x="907" y="1076"/>
                </a:lnTo>
                <a:lnTo>
                  <a:pt x="904" y="1070"/>
                </a:lnTo>
                <a:lnTo>
                  <a:pt x="902" y="1063"/>
                </a:lnTo>
                <a:lnTo>
                  <a:pt x="900" y="1057"/>
                </a:lnTo>
                <a:lnTo>
                  <a:pt x="900" y="1050"/>
                </a:lnTo>
                <a:lnTo>
                  <a:pt x="900" y="500"/>
                </a:lnTo>
                <a:lnTo>
                  <a:pt x="899" y="480"/>
                </a:lnTo>
                <a:lnTo>
                  <a:pt x="896" y="461"/>
                </a:lnTo>
                <a:lnTo>
                  <a:pt x="891" y="442"/>
                </a:lnTo>
                <a:lnTo>
                  <a:pt x="885" y="423"/>
                </a:lnTo>
                <a:lnTo>
                  <a:pt x="876" y="406"/>
                </a:lnTo>
                <a:lnTo>
                  <a:pt x="866" y="389"/>
                </a:lnTo>
                <a:lnTo>
                  <a:pt x="855" y="373"/>
                </a:lnTo>
                <a:lnTo>
                  <a:pt x="841" y="359"/>
                </a:lnTo>
                <a:lnTo>
                  <a:pt x="827" y="345"/>
                </a:lnTo>
                <a:lnTo>
                  <a:pt x="811" y="334"/>
                </a:lnTo>
                <a:lnTo>
                  <a:pt x="794" y="324"/>
                </a:lnTo>
                <a:lnTo>
                  <a:pt x="777" y="315"/>
                </a:lnTo>
                <a:lnTo>
                  <a:pt x="758" y="309"/>
                </a:lnTo>
                <a:lnTo>
                  <a:pt x="739" y="304"/>
                </a:lnTo>
                <a:lnTo>
                  <a:pt x="720" y="301"/>
                </a:lnTo>
                <a:lnTo>
                  <a:pt x="700" y="300"/>
                </a:lnTo>
                <a:lnTo>
                  <a:pt x="500" y="300"/>
                </a:lnTo>
                <a:lnTo>
                  <a:pt x="480" y="301"/>
                </a:lnTo>
                <a:lnTo>
                  <a:pt x="461" y="304"/>
                </a:lnTo>
                <a:lnTo>
                  <a:pt x="442" y="309"/>
                </a:lnTo>
                <a:lnTo>
                  <a:pt x="423" y="315"/>
                </a:lnTo>
                <a:lnTo>
                  <a:pt x="406" y="324"/>
                </a:lnTo>
                <a:lnTo>
                  <a:pt x="389" y="334"/>
                </a:lnTo>
                <a:lnTo>
                  <a:pt x="373" y="345"/>
                </a:lnTo>
                <a:lnTo>
                  <a:pt x="359" y="359"/>
                </a:lnTo>
                <a:lnTo>
                  <a:pt x="345" y="373"/>
                </a:lnTo>
                <a:lnTo>
                  <a:pt x="334" y="389"/>
                </a:lnTo>
                <a:lnTo>
                  <a:pt x="324" y="406"/>
                </a:lnTo>
                <a:lnTo>
                  <a:pt x="315" y="423"/>
                </a:lnTo>
                <a:lnTo>
                  <a:pt x="309" y="442"/>
                </a:lnTo>
                <a:lnTo>
                  <a:pt x="304" y="461"/>
                </a:lnTo>
                <a:lnTo>
                  <a:pt x="301" y="480"/>
                </a:lnTo>
                <a:lnTo>
                  <a:pt x="300" y="500"/>
                </a:lnTo>
                <a:lnTo>
                  <a:pt x="300" y="1900"/>
                </a:lnTo>
                <a:moveTo>
                  <a:pt x="800" y="1600"/>
                </a:moveTo>
                <a:lnTo>
                  <a:pt x="801" y="16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28" name="Google Shape;1328;p57"/>
          <p:cNvSpPr txBox="1"/>
          <p:nvPr/>
        </p:nvSpPr>
        <p:spPr>
          <a:xfrm>
            <a:off x="1502235" y="2962656"/>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factory</a:t>
            </a:r>
            <a:endParaRPr sz="1100"/>
          </a:p>
        </p:txBody>
      </p:sp>
      <p:sp>
        <p:nvSpPr>
          <p:cNvPr id="1329" name="Google Shape;1329;p57"/>
          <p:cNvSpPr/>
          <p:nvPr/>
        </p:nvSpPr>
        <p:spPr>
          <a:xfrm>
            <a:off x="3155497" y="2551176"/>
            <a:ext cx="377202" cy="377190"/>
          </a:xfrm>
          <a:custGeom>
            <a:rect b="b" l="l" r="r" t="t"/>
            <a:pathLst>
              <a:path extrusionOk="0" fill="none" h="2400" w="2400">
                <a:moveTo>
                  <a:pt x="1100" y="1700"/>
                </a:moveTo>
                <a:lnTo>
                  <a:pt x="1300" y="1900"/>
                </a:lnTo>
                <a:lnTo>
                  <a:pt x="1332" y="1926"/>
                </a:lnTo>
                <a:lnTo>
                  <a:pt x="1369" y="1946"/>
                </a:lnTo>
                <a:lnTo>
                  <a:pt x="1409" y="1958"/>
                </a:lnTo>
                <a:lnTo>
                  <a:pt x="1450" y="1962"/>
                </a:lnTo>
                <a:lnTo>
                  <a:pt x="1491" y="1958"/>
                </a:lnTo>
                <a:lnTo>
                  <a:pt x="1531" y="1946"/>
                </a:lnTo>
                <a:lnTo>
                  <a:pt x="1568" y="1926"/>
                </a:lnTo>
                <a:lnTo>
                  <a:pt x="1600" y="1900"/>
                </a:lnTo>
                <a:lnTo>
                  <a:pt x="1626" y="1868"/>
                </a:lnTo>
                <a:lnTo>
                  <a:pt x="1646" y="1831"/>
                </a:lnTo>
                <a:lnTo>
                  <a:pt x="1658" y="1791"/>
                </a:lnTo>
                <a:lnTo>
                  <a:pt x="1662" y="1750"/>
                </a:lnTo>
                <a:lnTo>
                  <a:pt x="1658" y="1709"/>
                </a:lnTo>
                <a:lnTo>
                  <a:pt x="1646" y="1669"/>
                </a:lnTo>
                <a:lnTo>
                  <a:pt x="1626" y="1632"/>
                </a:lnTo>
                <a:lnTo>
                  <a:pt x="1600" y="1600"/>
                </a:lnTo>
                <a:moveTo>
                  <a:pt x="1400" y="1400"/>
                </a:moveTo>
                <a:lnTo>
                  <a:pt x="1650" y="1650"/>
                </a:lnTo>
                <a:lnTo>
                  <a:pt x="1682" y="1676"/>
                </a:lnTo>
                <a:lnTo>
                  <a:pt x="1719" y="1696"/>
                </a:lnTo>
                <a:lnTo>
                  <a:pt x="1759" y="1708"/>
                </a:lnTo>
                <a:lnTo>
                  <a:pt x="1800" y="1712"/>
                </a:lnTo>
                <a:lnTo>
                  <a:pt x="1841" y="1708"/>
                </a:lnTo>
                <a:lnTo>
                  <a:pt x="1881" y="1696"/>
                </a:lnTo>
                <a:lnTo>
                  <a:pt x="1918" y="1676"/>
                </a:lnTo>
                <a:lnTo>
                  <a:pt x="1950" y="1650"/>
                </a:lnTo>
                <a:lnTo>
                  <a:pt x="1976" y="1618"/>
                </a:lnTo>
                <a:lnTo>
                  <a:pt x="1996" y="1581"/>
                </a:lnTo>
                <a:lnTo>
                  <a:pt x="2008" y="1541"/>
                </a:lnTo>
                <a:lnTo>
                  <a:pt x="2012" y="1500"/>
                </a:lnTo>
                <a:lnTo>
                  <a:pt x="2008" y="1459"/>
                </a:lnTo>
                <a:lnTo>
                  <a:pt x="1996" y="1419"/>
                </a:lnTo>
                <a:lnTo>
                  <a:pt x="1976" y="1382"/>
                </a:lnTo>
                <a:lnTo>
                  <a:pt x="1950" y="1350"/>
                </a:lnTo>
                <a:lnTo>
                  <a:pt x="1562" y="962"/>
                </a:lnTo>
                <a:lnTo>
                  <a:pt x="1540" y="942"/>
                </a:lnTo>
                <a:lnTo>
                  <a:pt x="1517" y="925"/>
                </a:lnTo>
                <a:lnTo>
                  <a:pt x="1491" y="910"/>
                </a:lnTo>
                <a:lnTo>
                  <a:pt x="1465" y="897"/>
                </a:lnTo>
                <a:lnTo>
                  <a:pt x="1437" y="887"/>
                </a:lnTo>
                <a:lnTo>
                  <a:pt x="1408" y="880"/>
                </a:lnTo>
                <a:lnTo>
                  <a:pt x="1379" y="876"/>
                </a:lnTo>
                <a:lnTo>
                  <a:pt x="1350" y="874"/>
                </a:lnTo>
                <a:lnTo>
                  <a:pt x="1321" y="876"/>
                </a:lnTo>
                <a:lnTo>
                  <a:pt x="1292" y="880"/>
                </a:lnTo>
                <a:lnTo>
                  <a:pt x="1263" y="887"/>
                </a:lnTo>
                <a:lnTo>
                  <a:pt x="1235" y="897"/>
                </a:lnTo>
                <a:lnTo>
                  <a:pt x="1209" y="910"/>
                </a:lnTo>
                <a:lnTo>
                  <a:pt x="1183" y="925"/>
                </a:lnTo>
                <a:lnTo>
                  <a:pt x="1160" y="942"/>
                </a:lnTo>
                <a:lnTo>
                  <a:pt x="1138" y="962"/>
                </a:lnTo>
                <a:lnTo>
                  <a:pt x="1050" y="1050"/>
                </a:lnTo>
                <a:lnTo>
                  <a:pt x="1018" y="1076"/>
                </a:lnTo>
                <a:lnTo>
                  <a:pt x="981" y="1096"/>
                </a:lnTo>
                <a:lnTo>
                  <a:pt x="941" y="1108"/>
                </a:lnTo>
                <a:lnTo>
                  <a:pt x="900" y="1112"/>
                </a:lnTo>
                <a:lnTo>
                  <a:pt x="859" y="1108"/>
                </a:lnTo>
                <a:lnTo>
                  <a:pt x="819" y="1096"/>
                </a:lnTo>
                <a:lnTo>
                  <a:pt x="782" y="1076"/>
                </a:lnTo>
                <a:lnTo>
                  <a:pt x="750" y="1050"/>
                </a:lnTo>
                <a:lnTo>
                  <a:pt x="724" y="1018"/>
                </a:lnTo>
                <a:lnTo>
                  <a:pt x="704" y="981"/>
                </a:lnTo>
                <a:lnTo>
                  <a:pt x="692" y="941"/>
                </a:lnTo>
                <a:lnTo>
                  <a:pt x="688" y="900"/>
                </a:lnTo>
                <a:lnTo>
                  <a:pt x="692" y="859"/>
                </a:lnTo>
                <a:lnTo>
                  <a:pt x="704" y="819"/>
                </a:lnTo>
                <a:lnTo>
                  <a:pt x="724" y="782"/>
                </a:lnTo>
                <a:lnTo>
                  <a:pt x="750" y="750"/>
                </a:lnTo>
                <a:lnTo>
                  <a:pt x="1031" y="469"/>
                </a:lnTo>
                <a:lnTo>
                  <a:pt x="1066" y="437"/>
                </a:lnTo>
                <a:lnTo>
                  <a:pt x="1104" y="407"/>
                </a:lnTo>
                <a:lnTo>
                  <a:pt x="1144" y="381"/>
                </a:lnTo>
                <a:lnTo>
                  <a:pt x="1186" y="358"/>
                </a:lnTo>
                <a:lnTo>
                  <a:pt x="1230" y="339"/>
                </a:lnTo>
                <a:lnTo>
                  <a:pt x="1275" y="324"/>
                </a:lnTo>
                <a:lnTo>
                  <a:pt x="1322" y="312"/>
                </a:lnTo>
                <a:lnTo>
                  <a:pt x="1369" y="304"/>
                </a:lnTo>
                <a:lnTo>
                  <a:pt x="1417" y="300"/>
                </a:lnTo>
                <a:lnTo>
                  <a:pt x="1465" y="300"/>
                </a:lnTo>
                <a:lnTo>
                  <a:pt x="1512" y="305"/>
                </a:lnTo>
                <a:lnTo>
                  <a:pt x="1560" y="312"/>
                </a:lnTo>
                <a:lnTo>
                  <a:pt x="1606" y="324"/>
                </a:lnTo>
                <a:lnTo>
                  <a:pt x="1651" y="340"/>
                </a:lnTo>
                <a:lnTo>
                  <a:pt x="1695" y="359"/>
                </a:lnTo>
                <a:lnTo>
                  <a:pt x="1737" y="382"/>
                </a:lnTo>
                <a:lnTo>
                  <a:pt x="1784" y="410"/>
                </a:lnTo>
                <a:lnTo>
                  <a:pt x="1792" y="415"/>
                </a:lnTo>
                <a:lnTo>
                  <a:pt x="1800" y="419"/>
                </a:lnTo>
                <a:lnTo>
                  <a:pt x="1809" y="423"/>
                </a:lnTo>
                <a:lnTo>
                  <a:pt x="1817" y="426"/>
                </a:lnTo>
                <a:lnTo>
                  <a:pt x="1826" y="429"/>
                </a:lnTo>
                <a:lnTo>
                  <a:pt x="1835" y="432"/>
                </a:lnTo>
                <a:lnTo>
                  <a:pt x="1844" y="434"/>
                </a:lnTo>
                <a:lnTo>
                  <a:pt x="1853" y="436"/>
                </a:lnTo>
                <a:lnTo>
                  <a:pt x="1862" y="437"/>
                </a:lnTo>
                <a:lnTo>
                  <a:pt x="1871" y="438"/>
                </a:lnTo>
                <a:lnTo>
                  <a:pt x="1880" y="439"/>
                </a:lnTo>
                <a:lnTo>
                  <a:pt x="1889" y="439"/>
                </a:lnTo>
                <a:lnTo>
                  <a:pt x="1899" y="438"/>
                </a:lnTo>
                <a:lnTo>
                  <a:pt x="1908" y="438"/>
                </a:lnTo>
                <a:lnTo>
                  <a:pt x="1917" y="437"/>
                </a:lnTo>
                <a:lnTo>
                  <a:pt x="1926" y="435"/>
                </a:lnTo>
                <a:lnTo>
                  <a:pt x="2100" y="400"/>
                </a:lnTo>
                <a:moveTo>
                  <a:pt x="2100" y="300"/>
                </a:moveTo>
                <a:lnTo>
                  <a:pt x="2200" y="1400"/>
                </a:lnTo>
                <a:lnTo>
                  <a:pt x="2000" y="1400"/>
                </a:lnTo>
                <a:moveTo>
                  <a:pt x="300" y="300"/>
                </a:moveTo>
                <a:lnTo>
                  <a:pt x="200" y="1400"/>
                </a:lnTo>
                <a:lnTo>
                  <a:pt x="850" y="2050"/>
                </a:lnTo>
                <a:lnTo>
                  <a:pt x="882" y="2076"/>
                </a:lnTo>
                <a:lnTo>
                  <a:pt x="919" y="2096"/>
                </a:lnTo>
                <a:lnTo>
                  <a:pt x="959" y="2108"/>
                </a:lnTo>
                <a:lnTo>
                  <a:pt x="1000" y="2112"/>
                </a:lnTo>
                <a:lnTo>
                  <a:pt x="1041" y="2108"/>
                </a:lnTo>
                <a:lnTo>
                  <a:pt x="1081" y="2096"/>
                </a:lnTo>
                <a:lnTo>
                  <a:pt x="1118" y="2076"/>
                </a:lnTo>
                <a:lnTo>
                  <a:pt x="1150" y="2050"/>
                </a:lnTo>
                <a:lnTo>
                  <a:pt x="1176" y="2018"/>
                </a:lnTo>
                <a:lnTo>
                  <a:pt x="1196" y="1981"/>
                </a:lnTo>
                <a:lnTo>
                  <a:pt x="1208" y="1941"/>
                </a:lnTo>
                <a:lnTo>
                  <a:pt x="1212" y="1900"/>
                </a:lnTo>
                <a:lnTo>
                  <a:pt x="1208" y="1859"/>
                </a:lnTo>
                <a:lnTo>
                  <a:pt x="1196" y="1819"/>
                </a:lnTo>
                <a:lnTo>
                  <a:pt x="1176" y="1782"/>
                </a:lnTo>
                <a:lnTo>
                  <a:pt x="1150" y="1750"/>
                </a:lnTo>
                <a:moveTo>
                  <a:pt x="300" y="400"/>
                </a:moveTo>
                <a:lnTo>
                  <a:pt x="1100" y="4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30" name="Google Shape;1330;p57"/>
          <p:cNvSpPr txBox="1"/>
          <p:nvPr/>
        </p:nvSpPr>
        <p:spPr>
          <a:xfrm>
            <a:off x="2730143" y="2962656"/>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handshake</a:t>
            </a:r>
            <a:endParaRPr sz="1100"/>
          </a:p>
        </p:txBody>
      </p:sp>
      <p:sp>
        <p:nvSpPr>
          <p:cNvPr id="1331" name="Google Shape;1331;p57"/>
          <p:cNvSpPr/>
          <p:nvPr/>
        </p:nvSpPr>
        <p:spPr>
          <a:xfrm>
            <a:off x="4383405" y="2551176"/>
            <a:ext cx="377202" cy="377190"/>
          </a:xfrm>
          <a:custGeom>
            <a:rect b="b" l="l" r="r" t="t"/>
            <a:pathLst>
              <a:path extrusionOk="0" fill="none" h="2400" w="2400">
                <a:moveTo>
                  <a:pt x="1156" y="327"/>
                </a:moveTo>
                <a:lnTo>
                  <a:pt x="1160" y="321"/>
                </a:lnTo>
                <a:lnTo>
                  <a:pt x="1164" y="316"/>
                </a:lnTo>
                <a:lnTo>
                  <a:pt x="1169" y="311"/>
                </a:lnTo>
                <a:lnTo>
                  <a:pt x="1175" y="308"/>
                </a:lnTo>
                <a:lnTo>
                  <a:pt x="1181" y="305"/>
                </a:lnTo>
                <a:lnTo>
                  <a:pt x="1187" y="302"/>
                </a:lnTo>
                <a:lnTo>
                  <a:pt x="1193" y="301"/>
                </a:lnTo>
                <a:lnTo>
                  <a:pt x="1200" y="301"/>
                </a:lnTo>
                <a:lnTo>
                  <a:pt x="1207" y="301"/>
                </a:lnTo>
                <a:lnTo>
                  <a:pt x="1213" y="302"/>
                </a:lnTo>
                <a:lnTo>
                  <a:pt x="1219" y="305"/>
                </a:lnTo>
                <a:lnTo>
                  <a:pt x="1225" y="308"/>
                </a:lnTo>
                <a:lnTo>
                  <a:pt x="1231" y="311"/>
                </a:lnTo>
                <a:lnTo>
                  <a:pt x="1236" y="316"/>
                </a:lnTo>
                <a:lnTo>
                  <a:pt x="1240" y="321"/>
                </a:lnTo>
                <a:lnTo>
                  <a:pt x="1244" y="327"/>
                </a:lnTo>
                <a:lnTo>
                  <a:pt x="1539" y="887"/>
                </a:lnTo>
                <a:lnTo>
                  <a:pt x="1545" y="896"/>
                </a:lnTo>
                <a:lnTo>
                  <a:pt x="1552" y="905"/>
                </a:lnTo>
                <a:lnTo>
                  <a:pt x="1559" y="913"/>
                </a:lnTo>
                <a:lnTo>
                  <a:pt x="1568" y="920"/>
                </a:lnTo>
                <a:lnTo>
                  <a:pt x="1577" y="926"/>
                </a:lnTo>
                <a:lnTo>
                  <a:pt x="1587" y="931"/>
                </a:lnTo>
                <a:lnTo>
                  <a:pt x="1597" y="935"/>
                </a:lnTo>
                <a:lnTo>
                  <a:pt x="1608" y="937"/>
                </a:lnTo>
                <a:lnTo>
                  <a:pt x="1619" y="939"/>
                </a:lnTo>
                <a:lnTo>
                  <a:pt x="1630" y="939"/>
                </a:lnTo>
                <a:lnTo>
                  <a:pt x="1641" y="938"/>
                </a:lnTo>
                <a:lnTo>
                  <a:pt x="1652" y="936"/>
                </a:lnTo>
                <a:lnTo>
                  <a:pt x="1662" y="933"/>
                </a:lnTo>
                <a:lnTo>
                  <a:pt x="1672" y="928"/>
                </a:lnTo>
                <a:lnTo>
                  <a:pt x="1682" y="923"/>
                </a:lnTo>
                <a:lnTo>
                  <a:pt x="1691" y="916"/>
                </a:lnTo>
                <a:lnTo>
                  <a:pt x="2118" y="550"/>
                </a:lnTo>
                <a:lnTo>
                  <a:pt x="2125" y="546"/>
                </a:lnTo>
                <a:lnTo>
                  <a:pt x="2132" y="542"/>
                </a:lnTo>
                <a:lnTo>
                  <a:pt x="2139" y="540"/>
                </a:lnTo>
                <a:lnTo>
                  <a:pt x="2147" y="539"/>
                </a:lnTo>
                <a:lnTo>
                  <a:pt x="2155" y="539"/>
                </a:lnTo>
                <a:lnTo>
                  <a:pt x="2163" y="540"/>
                </a:lnTo>
                <a:lnTo>
                  <a:pt x="2170" y="543"/>
                </a:lnTo>
                <a:lnTo>
                  <a:pt x="2177" y="547"/>
                </a:lnTo>
                <a:lnTo>
                  <a:pt x="2183" y="552"/>
                </a:lnTo>
                <a:lnTo>
                  <a:pt x="2189" y="557"/>
                </a:lnTo>
                <a:lnTo>
                  <a:pt x="2193" y="564"/>
                </a:lnTo>
                <a:lnTo>
                  <a:pt x="2197" y="571"/>
                </a:lnTo>
                <a:lnTo>
                  <a:pt x="2199" y="579"/>
                </a:lnTo>
                <a:lnTo>
                  <a:pt x="2200" y="586"/>
                </a:lnTo>
                <a:lnTo>
                  <a:pt x="2200" y="594"/>
                </a:lnTo>
                <a:lnTo>
                  <a:pt x="2198" y="602"/>
                </a:lnTo>
                <a:lnTo>
                  <a:pt x="1915" y="1626"/>
                </a:lnTo>
                <a:lnTo>
                  <a:pt x="1912" y="1634"/>
                </a:lnTo>
                <a:lnTo>
                  <a:pt x="1909" y="1642"/>
                </a:lnTo>
                <a:lnTo>
                  <a:pt x="1905" y="1649"/>
                </a:lnTo>
                <a:lnTo>
                  <a:pt x="1901" y="1656"/>
                </a:lnTo>
                <a:lnTo>
                  <a:pt x="1896" y="1662"/>
                </a:lnTo>
                <a:lnTo>
                  <a:pt x="1891" y="1668"/>
                </a:lnTo>
                <a:lnTo>
                  <a:pt x="1885" y="1674"/>
                </a:lnTo>
                <a:lnTo>
                  <a:pt x="1879" y="1679"/>
                </a:lnTo>
                <a:lnTo>
                  <a:pt x="1873" y="1684"/>
                </a:lnTo>
                <a:lnTo>
                  <a:pt x="1866" y="1688"/>
                </a:lnTo>
                <a:lnTo>
                  <a:pt x="1858" y="1692"/>
                </a:lnTo>
                <a:lnTo>
                  <a:pt x="1851" y="1694"/>
                </a:lnTo>
                <a:lnTo>
                  <a:pt x="1843" y="1697"/>
                </a:lnTo>
                <a:lnTo>
                  <a:pt x="1835" y="1698"/>
                </a:lnTo>
                <a:lnTo>
                  <a:pt x="1827" y="1700"/>
                </a:lnTo>
                <a:lnTo>
                  <a:pt x="1819" y="1700"/>
                </a:lnTo>
                <a:lnTo>
                  <a:pt x="581" y="1700"/>
                </a:lnTo>
                <a:lnTo>
                  <a:pt x="573" y="1700"/>
                </a:lnTo>
                <a:lnTo>
                  <a:pt x="565" y="1698"/>
                </a:lnTo>
                <a:lnTo>
                  <a:pt x="557" y="1697"/>
                </a:lnTo>
                <a:lnTo>
                  <a:pt x="549" y="1694"/>
                </a:lnTo>
                <a:lnTo>
                  <a:pt x="542" y="1692"/>
                </a:lnTo>
                <a:lnTo>
                  <a:pt x="534" y="1688"/>
                </a:lnTo>
                <a:lnTo>
                  <a:pt x="527" y="1684"/>
                </a:lnTo>
                <a:lnTo>
                  <a:pt x="521" y="1679"/>
                </a:lnTo>
                <a:lnTo>
                  <a:pt x="515" y="1674"/>
                </a:lnTo>
                <a:lnTo>
                  <a:pt x="509" y="1668"/>
                </a:lnTo>
                <a:lnTo>
                  <a:pt x="504" y="1662"/>
                </a:lnTo>
                <a:lnTo>
                  <a:pt x="499" y="1656"/>
                </a:lnTo>
                <a:lnTo>
                  <a:pt x="495" y="1649"/>
                </a:lnTo>
                <a:lnTo>
                  <a:pt x="491" y="1642"/>
                </a:lnTo>
                <a:lnTo>
                  <a:pt x="488" y="1634"/>
                </a:lnTo>
                <a:lnTo>
                  <a:pt x="485" y="1626"/>
                </a:lnTo>
                <a:lnTo>
                  <a:pt x="202" y="602"/>
                </a:lnTo>
                <a:lnTo>
                  <a:pt x="201" y="594"/>
                </a:lnTo>
                <a:lnTo>
                  <a:pt x="200" y="586"/>
                </a:lnTo>
                <a:lnTo>
                  <a:pt x="201" y="579"/>
                </a:lnTo>
                <a:lnTo>
                  <a:pt x="204" y="571"/>
                </a:lnTo>
                <a:lnTo>
                  <a:pt x="207" y="564"/>
                </a:lnTo>
                <a:lnTo>
                  <a:pt x="211" y="557"/>
                </a:lnTo>
                <a:lnTo>
                  <a:pt x="217" y="552"/>
                </a:lnTo>
                <a:lnTo>
                  <a:pt x="223" y="547"/>
                </a:lnTo>
                <a:lnTo>
                  <a:pt x="230" y="543"/>
                </a:lnTo>
                <a:lnTo>
                  <a:pt x="237" y="541"/>
                </a:lnTo>
                <a:lnTo>
                  <a:pt x="245" y="539"/>
                </a:lnTo>
                <a:lnTo>
                  <a:pt x="253" y="539"/>
                </a:lnTo>
                <a:lnTo>
                  <a:pt x="261" y="540"/>
                </a:lnTo>
                <a:lnTo>
                  <a:pt x="268" y="542"/>
                </a:lnTo>
                <a:lnTo>
                  <a:pt x="275" y="546"/>
                </a:lnTo>
                <a:lnTo>
                  <a:pt x="282" y="550"/>
                </a:lnTo>
                <a:lnTo>
                  <a:pt x="709" y="916"/>
                </a:lnTo>
                <a:lnTo>
                  <a:pt x="718" y="923"/>
                </a:lnTo>
                <a:lnTo>
                  <a:pt x="728" y="929"/>
                </a:lnTo>
                <a:lnTo>
                  <a:pt x="738" y="933"/>
                </a:lnTo>
                <a:lnTo>
                  <a:pt x="748" y="936"/>
                </a:lnTo>
                <a:lnTo>
                  <a:pt x="759" y="938"/>
                </a:lnTo>
                <a:lnTo>
                  <a:pt x="770" y="939"/>
                </a:lnTo>
                <a:lnTo>
                  <a:pt x="781" y="939"/>
                </a:lnTo>
                <a:lnTo>
                  <a:pt x="792" y="938"/>
                </a:lnTo>
                <a:lnTo>
                  <a:pt x="803" y="935"/>
                </a:lnTo>
                <a:lnTo>
                  <a:pt x="813" y="931"/>
                </a:lnTo>
                <a:lnTo>
                  <a:pt x="823" y="926"/>
                </a:lnTo>
                <a:lnTo>
                  <a:pt x="832" y="920"/>
                </a:lnTo>
                <a:lnTo>
                  <a:pt x="841" y="913"/>
                </a:lnTo>
                <a:lnTo>
                  <a:pt x="848" y="905"/>
                </a:lnTo>
                <a:lnTo>
                  <a:pt x="855" y="896"/>
                </a:lnTo>
                <a:lnTo>
                  <a:pt x="861" y="887"/>
                </a:lnTo>
                <a:lnTo>
                  <a:pt x="1156" y="327"/>
                </a:lnTo>
                <a:moveTo>
                  <a:pt x="500" y="2100"/>
                </a:moveTo>
                <a:lnTo>
                  <a:pt x="1900" y="21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32" name="Google Shape;1332;p57"/>
          <p:cNvSpPr txBox="1"/>
          <p:nvPr/>
        </p:nvSpPr>
        <p:spPr>
          <a:xfrm>
            <a:off x="3958051" y="2962656"/>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crown</a:t>
            </a:r>
            <a:endParaRPr sz="1100"/>
          </a:p>
        </p:txBody>
      </p:sp>
      <p:sp>
        <p:nvSpPr>
          <p:cNvPr id="1333" name="Google Shape;1333;p57"/>
          <p:cNvSpPr/>
          <p:nvPr/>
        </p:nvSpPr>
        <p:spPr>
          <a:xfrm>
            <a:off x="5611313" y="2551176"/>
            <a:ext cx="377202" cy="377190"/>
          </a:xfrm>
          <a:custGeom>
            <a:rect b="b" l="l" r="r" t="t"/>
            <a:pathLst>
              <a:path extrusionOk="0" fill="none" h="2400" w="2400">
                <a:moveTo>
                  <a:pt x="2000" y="1300"/>
                </a:moveTo>
                <a:cubicBezTo>
                  <a:pt x="2000" y="1800"/>
                  <a:pt x="1650" y="2050"/>
                  <a:pt x="1234" y="2195"/>
                </a:cubicBezTo>
                <a:lnTo>
                  <a:pt x="1230" y="2196"/>
                </a:lnTo>
                <a:lnTo>
                  <a:pt x="1226" y="2197"/>
                </a:lnTo>
                <a:lnTo>
                  <a:pt x="1222" y="2198"/>
                </a:lnTo>
                <a:lnTo>
                  <a:pt x="1217" y="2199"/>
                </a:lnTo>
                <a:lnTo>
                  <a:pt x="1213" y="2200"/>
                </a:lnTo>
                <a:lnTo>
                  <a:pt x="1209" y="2200"/>
                </a:lnTo>
                <a:lnTo>
                  <a:pt x="1205" y="2200"/>
                </a:lnTo>
                <a:lnTo>
                  <a:pt x="1200" y="2200"/>
                </a:lnTo>
                <a:lnTo>
                  <a:pt x="1196" y="2200"/>
                </a:lnTo>
                <a:lnTo>
                  <a:pt x="1192" y="2200"/>
                </a:lnTo>
                <a:lnTo>
                  <a:pt x="1188" y="2199"/>
                </a:lnTo>
                <a:lnTo>
                  <a:pt x="1183" y="2199"/>
                </a:lnTo>
                <a:lnTo>
                  <a:pt x="1179" y="2198"/>
                </a:lnTo>
                <a:lnTo>
                  <a:pt x="1175" y="2197"/>
                </a:lnTo>
                <a:lnTo>
                  <a:pt x="1171" y="2195"/>
                </a:lnTo>
                <a:lnTo>
                  <a:pt x="1167" y="2194"/>
                </a:lnTo>
                <a:cubicBezTo>
                  <a:pt x="750" y="2050"/>
                  <a:pt x="400" y="1800"/>
                  <a:pt x="400" y="1300"/>
                </a:cubicBezTo>
                <a:lnTo>
                  <a:pt x="400" y="600"/>
                </a:lnTo>
                <a:lnTo>
                  <a:pt x="400" y="590"/>
                </a:lnTo>
                <a:lnTo>
                  <a:pt x="402" y="580"/>
                </a:lnTo>
                <a:lnTo>
                  <a:pt x="404" y="571"/>
                </a:lnTo>
                <a:lnTo>
                  <a:pt x="408" y="562"/>
                </a:lnTo>
                <a:lnTo>
                  <a:pt x="412" y="553"/>
                </a:lnTo>
                <a:lnTo>
                  <a:pt x="417" y="544"/>
                </a:lnTo>
                <a:lnTo>
                  <a:pt x="423" y="537"/>
                </a:lnTo>
                <a:lnTo>
                  <a:pt x="429" y="529"/>
                </a:lnTo>
                <a:lnTo>
                  <a:pt x="437" y="523"/>
                </a:lnTo>
                <a:lnTo>
                  <a:pt x="444" y="517"/>
                </a:lnTo>
                <a:lnTo>
                  <a:pt x="453" y="512"/>
                </a:lnTo>
                <a:lnTo>
                  <a:pt x="462" y="508"/>
                </a:lnTo>
                <a:lnTo>
                  <a:pt x="471" y="504"/>
                </a:lnTo>
                <a:lnTo>
                  <a:pt x="480" y="502"/>
                </a:lnTo>
                <a:lnTo>
                  <a:pt x="490" y="500"/>
                </a:lnTo>
                <a:lnTo>
                  <a:pt x="500" y="500"/>
                </a:lnTo>
                <a:cubicBezTo>
                  <a:pt x="700" y="500"/>
                  <a:pt x="950" y="380"/>
                  <a:pt x="1124" y="228"/>
                </a:cubicBezTo>
                <a:lnTo>
                  <a:pt x="1132" y="222"/>
                </a:lnTo>
                <a:lnTo>
                  <a:pt x="1141" y="216"/>
                </a:lnTo>
                <a:lnTo>
                  <a:pt x="1150" y="211"/>
                </a:lnTo>
                <a:lnTo>
                  <a:pt x="1159" y="207"/>
                </a:lnTo>
                <a:lnTo>
                  <a:pt x="1169" y="204"/>
                </a:lnTo>
                <a:lnTo>
                  <a:pt x="1179" y="202"/>
                </a:lnTo>
                <a:lnTo>
                  <a:pt x="1190" y="200"/>
                </a:lnTo>
                <a:lnTo>
                  <a:pt x="1200" y="200"/>
                </a:lnTo>
                <a:lnTo>
                  <a:pt x="1210" y="200"/>
                </a:lnTo>
                <a:lnTo>
                  <a:pt x="1221" y="202"/>
                </a:lnTo>
                <a:lnTo>
                  <a:pt x="1231" y="204"/>
                </a:lnTo>
                <a:lnTo>
                  <a:pt x="1241" y="207"/>
                </a:lnTo>
                <a:lnTo>
                  <a:pt x="1250" y="211"/>
                </a:lnTo>
                <a:lnTo>
                  <a:pt x="1259" y="216"/>
                </a:lnTo>
                <a:lnTo>
                  <a:pt x="1268" y="222"/>
                </a:lnTo>
                <a:lnTo>
                  <a:pt x="1276" y="228"/>
                </a:lnTo>
                <a:cubicBezTo>
                  <a:pt x="1451" y="381"/>
                  <a:pt x="1700" y="500"/>
                  <a:pt x="1900" y="500"/>
                </a:cubicBezTo>
                <a:lnTo>
                  <a:pt x="1910" y="500"/>
                </a:lnTo>
                <a:lnTo>
                  <a:pt x="1920" y="502"/>
                </a:lnTo>
                <a:lnTo>
                  <a:pt x="1929" y="504"/>
                </a:lnTo>
                <a:lnTo>
                  <a:pt x="1938" y="508"/>
                </a:lnTo>
                <a:lnTo>
                  <a:pt x="1947" y="512"/>
                </a:lnTo>
                <a:lnTo>
                  <a:pt x="1956" y="517"/>
                </a:lnTo>
                <a:lnTo>
                  <a:pt x="1963" y="523"/>
                </a:lnTo>
                <a:lnTo>
                  <a:pt x="1971" y="529"/>
                </a:lnTo>
                <a:lnTo>
                  <a:pt x="1977" y="537"/>
                </a:lnTo>
                <a:lnTo>
                  <a:pt x="1983" y="544"/>
                </a:lnTo>
                <a:lnTo>
                  <a:pt x="1988" y="553"/>
                </a:lnTo>
                <a:lnTo>
                  <a:pt x="1992" y="562"/>
                </a:lnTo>
                <a:lnTo>
                  <a:pt x="1996" y="571"/>
                </a:lnTo>
                <a:lnTo>
                  <a:pt x="1998" y="580"/>
                </a:lnTo>
                <a:lnTo>
                  <a:pt x="2000" y="590"/>
                </a:lnTo>
                <a:lnTo>
                  <a:pt x="2000" y="600"/>
                </a:lnTo>
                <a:lnTo>
                  <a:pt x="2000" y="13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34" name="Google Shape;1334;p57"/>
          <p:cNvSpPr txBox="1"/>
          <p:nvPr/>
        </p:nvSpPr>
        <p:spPr>
          <a:xfrm>
            <a:off x="5185959" y="2962656"/>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shield</a:t>
            </a:r>
            <a:endParaRPr sz="1100"/>
          </a:p>
        </p:txBody>
      </p:sp>
      <p:sp>
        <p:nvSpPr>
          <p:cNvPr id="1335" name="Google Shape;1335;p57"/>
          <p:cNvSpPr/>
          <p:nvPr/>
        </p:nvSpPr>
        <p:spPr>
          <a:xfrm>
            <a:off x="6839221" y="2551176"/>
            <a:ext cx="377202" cy="377190"/>
          </a:xfrm>
          <a:custGeom>
            <a:rect b="b" l="l" r="r" t="t"/>
            <a:pathLst>
              <a:path extrusionOk="0" fill="none" h="2400" w="2400">
                <a:moveTo>
                  <a:pt x="2000" y="1300"/>
                </a:moveTo>
                <a:cubicBezTo>
                  <a:pt x="2000" y="1800"/>
                  <a:pt x="1650" y="2050"/>
                  <a:pt x="1234" y="2195"/>
                </a:cubicBezTo>
                <a:lnTo>
                  <a:pt x="1230" y="2196"/>
                </a:lnTo>
                <a:lnTo>
                  <a:pt x="1226" y="2197"/>
                </a:lnTo>
                <a:lnTo>
                  <a:pt x="1222" y="2198"/>
                </a:lnTo>
                <a:lnTo>
                  <a:pt x="1217" y="2199"/>
                </a:lnTo>
                <a:lnTo>
                  <a:pt x="1213" y="2200"/>
                </a:lnTo>
                <a:lnTo>
                  <a:pt x="1209" y="2200"/>
                </a:lnTo>
                <a:lnTo>
                  <a:pt x="1205" y="2200"/>
                </a:lnTo>
                <a:lnTo>
                  <a:pt x="1200" y="2200"/>
                </a:lnTo>
                <a:lnTo>
                  <a:pt x="1196" y="2200"/>
                </a:lnTo>
                <a:lnTo>
                  <a:pt x="1192" y="2200"/>
                </a:lnTo>
                <a:lnTo>
                  <a:pt x="1188" y="2199"/>
                </a:lnTo>
                <a:lnTo>
                  <a:pt x="1183" y="2199"/>
                </a:lnTo>
                <a:lnTo>
                  <a:pt x="1179" y="2198"/>
                </a:lnTo>
                <a:lnTo>
                  <a:pt x="1175" y="2197"/>
                </a:lnTo>
                <a:lnTo>
                  <a:pt x="1171" y="2195"/>
                </a:lnTo>
                <a:lnTo>
                  <a:pt x="1167" y="2194"/>
                </a:lnTo>
                <a:cubicBezTo>
                  <a:pt x="750" y="2050"/>
                  <a:pt x="400" y="1800"/>
                  <a:pt x="400" y="1300"/>
                </a:cubicBezTo>
                <a:lnTo>
                  <a:pt x="400" y="600"/>
                </a:lnTo>
                <a:lnTo>
                  <a:pt x="400" y="590"/>
                </a:lnTo>
                <a:lnTo>
                  <a:pt x="402" y="580"/>
                </a:lnTo>
                <a:lnTo>
                  <a:pt x="404" y="571"/>
                </a:lnTo>
                <a:lnTo>
                  <a:pt x="408" y="562"/>
                </a:lnTo>
                <a:lnTo>
                  <a:pt x="412" y="553"/>
                </a:lnTo>
                <a:lnTo>
                  <a:pt x="417" y="544"/>
                </a:lnTo>
                <a:lnTo>
                  <a:pt x="423" y="537"/>
                </a:lnTo>
                <a:lnTo>
                  <a:pt x="429" y="529"/>
                </a:lnTo>
                <a:lnTo>
                  <a:pt x="437" y="523"/>
                </a:lnTo>
                <a:lnTo>
                  <a:pt x="444" y="517"/>
                </a:lnTo>
                <a:lnTo>
                  <a:pt x="453" y="512"/>
                </a:lnTo>
                <a:lnTo>
                  <a:pt x="462" y="508"/>
                </a:lnTo>
                <a:lnTo>
                  <a:pt x="471" y="504"/>
                </a:lnTo>
                <a:lnTo>
                  <a:pt x="480" y="502"/>
                </a:lnTo>
                <a:lnTo>
                  <a:pt x="490" y="500"/>
                </a:lnTo>
                <a:lnTo>
                  <a:pt x="500" y="500"/>
                </a:lnTo>
                <a:cubicBezTo>
                  <a:pt x="700" y="500"/>
                  <a:pt x="950" y="380"/>
                  <a:pt x="1124" y="228"/>
                </a:cubicBezTo>
                <a:lnTo>
                  <a:pt x="1132" y="222"/>
                </a:lnTo>
                <a:lnTo>
                  <a:pt x="1141" y="216"/>
                </a:lnTo>
                <a:lnTo>
                  <a:pt x="1150" y="211"/>
                </a:lnTo>
                <a:lnTo>
                  <a:pt x="1159" y="207"/>
                </a:lnTo>
                <a:lnTo>
                  <a:pt x="1169" y="204"/>
                </a:lnTo>
                <a:lnTo>
                  <a:pt x="1179" y="202"/>
                </a:lnTo>
                <a:lnTo>
                  <a:pt x="1190" y="200"/>
                </a:lnTo>
                <a:lnTo>
                  <a:pt x="1200" y="200"/>
                </a:lnTo>
                <a:lnTo>
                  <a:pt x="1210" y="200"/>
                </a:lnTo>
                <a:lnTo>
                  <a:pt x="1221" y="202"/>
                </a:lnTo>
                <a:lnTo>
                  <a:pt x="1231" y="204"/>
                </a:lnTo>
                <a:lnTo>
                  <a:pt x="1241" y="207"/>
                </a:lnTo>
                <a:lnTo>
                  <a:pt x="1250" y="211"/>
                </a:lnTo>
                <a:lnTo>
                  <a:pt x="1259" y="216"/>
                </a:lnTo>
                <a:lnTo>
                  <a:pt x="1268" y="222"/>
                </a:lnTo>
                <a:lnTo>
                  <a:pt x="1276" y="228"/>
                </a:lnTo>
                <a:cubicBezTo>
                  <a:pt x="1451" y="381"/>
                  <a:pt x="1700" y="500"/>
                  <a:pt x="1900" y="500"/>
                </a:cubicBezTo>
                <a:lnTo>
                  <a:pt x="1910" y="500"/>
                </a:lnTo>
                <a:lnTo>
                  <a:pt x="1920" y="502"/>
                </a:lnTo>
                <a:lnTo>
                  <a:pt x="1929" y="504"/>
                </a:lnTo>
                <a:lnTo>
                  <a:pt x="1938" y="508"/>
                </a:lnTo>
                <a:lnTo>
                  <a:pt x="1947" y="512"/>
                </a:lnTo>
                <a:lnTo>
                  <a:pt x="1956" y="517"/>
                </a:lnTo>
                <a:lnTo>
                  <a:pt x="1963" y="523"/>
                </a:lnTo>
                <a:lnTo>
                  <a:pt x="1971" y="529"/>
                </a:lnTo>
                <a:lnTo>
                  <a:pt x="1977" y="537"/>
                </a:lnTo>
                <a:lnTo>
                  <a:pt x="1983" y="544"/>
                </a:lnTo>
                <a:lnTo>
                  <a:pt x="1988" y="553"/>
                </a:lnTo>
                <a:lnTo>
                  <a:pt x="1992" y="562"/>
                </a:lnTo>
                <a:lnTo>
                  <a:pt x="1996" y="571"/>
                </a:lnTo>
                <a:lnTo>
                  <a:pt x="1998" y="580"/>
                </a:lnTo>
                <a:lnTo>
                  <a:pt x="2000" y="590"/>
                </a:lnTo>
                <a:lnTo>
                  <a:pt x="2000" y="600"/>
                </a:lnTo>
                <a:lnTo>
                  <a:pt x="2000" y="1300"/>
                </a:lnTo>
                <a:moveTo>
                  <a:pt x="900" y="1200"/>
                </a:moveTo>
                <a:lnTo>
                  <a:pt x="1100" y="1400"/>
                </a:lnTo>
                <a:lnTo>
                  <a:pt x="1500" y="10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36" name="Google Shape;1336;p57"/>
          <p:cNvSpPr txBox="1"/>
          <p:nvPr/>
        </p:nvSpPr>
        <p:spPr>
          <a:xfrm>
            <a:off x="6413867" y="2962656"/>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shield-check</a:t>
            </a:r>
            <a:endParaRPr sz="1100"/>
          </a:p>
        </p:txBody>
      </p:sp>
      <p:sp>
        <p:nvSpPr>
          <p:cNvPr id="1337" name="Google Shape;1337;p57"/>
          <p:cNvSpPr/>
          <p:nvPr/>
        </p:nvSpPr>
        <p:spPr>
          <a:xfrm>
            <a:off x="8067129" y="2551176"/>
            <a:ext cx="377202" cy="377190"/>
          </a:xfrm>
          <a:custGeom>
            <a:rect b="b" l="l" r="r" t="t"/>
            <a:pathLst>
              <a:path extrusionOk="0" fill="none" h="2400" w="2400">
                <a:moveTo>
                  <a:pt x="1600" y="1000"/>
                </a:moveTo>
                <a:lnTo>
                  <a:pt x="1800" y="1000"/>
                </a:lnTo>
                <a:moveTo>
                  <a:pt x="1600" y="1400"/>
                </a:moveTo>
                <a:lnTo>
                  <a:pt x="1800" y="1400"/>
                </a:lnTo>
                <a:moveTo>
                  <a:pt x="617" y="1500"/>
                </a:moveTo>
                <a:lnTo>
                  <a:pt x="636" y="1458"/>
                </a:lnTo>
                <a:lnTo>
                  <a:pt x="661" y="1419"/>
                </a:lnTo>
                <a:lnTo>
                  <a:pt x="691" y="1384"/>
                </a:lnTo>
                <a:lnTo>
                  <a:pt x="727" y="1355"/>
                </a:lnTo>
                <a:lnTo>
                  <a:pt x="766" y="1331"/>
                </a:lnTo>
                <a:lnTo>
                  <a:pt x="809" y="1314"/>
                </a:lnTo>
                <a:lnTo>
                  <a:pt x="854" y="1303"/>
                </a:lnTo>
                <a:lnTo>
                  <a:pt x="900" y="1300"/>
                </a:lnTo>
                <a:lnTo>
                  <a:pt x="946" y="1303"/>
                </a:lnTo>
                <a:lnTo>
                  <a:pt x="991" y="1314"/>
                </a:lnTo>
                <a:lnTo>
                  <a:pt x="1034" y="1331"/>
                </a:lnTo>
                <a:lnTo>
                  <a:pt x="1073" y="1355"/>
                </a:lnTo>
                <a:lnTo>
                  <a:pt x="1109" y="1384"/>
                </a:lnTo>
                <a:lnTo>
                  <a:pt x="1139" y="1419"/>
                </a:lnTo>
                <a:lnTo>
                  <a:pt x="1164" y="1458"/>
                </a:lnTo>
                <a:lnTo>
                  <a:pt x="1183" y="1500"/>
                </a:lnTo>
                <a:moveTo>
                  <a:pt x="1100" y="1100"/>
                </a:moveTo>
                <a:cubicBezTo>
                  <a:pt x="1100" y="1210"/>
                  <a:pt x="1010" y="1300"/>
                  <a:pt x="900" y="1300"/>
                </a:cubicBezTo>
                <a:cubicBezTo>
                  <a:pt x="790" y="1300"/>
                  <a:pt x="700" y="1210"/>
                  <a:pt x="700" y="1100"/>
                </a:cubicBezTo>
                <a:cubicBezTo>
                  <a:pt x="700" y="990"/>
                  <a:pt x="790" y="900"/>
                  <a:pt x="900" y="900"/>
                </a:cubicBezTo>
                <a:cubicBezTo>
                  <a:pt x="1010" y="900"/>
                  <a:pt x="1100" y="990"/>
                  <a:pt x="1100" y="1100"/>
                </a:cubicBezTo>
                <a:close/>
                <a:moveTo>
                  <a:pt x="400" y="500"/>
                </a:moveTo>
                <a:lnTo>
                  <a:pt x="2000" y="500"/>
                </a:lnTo>
                <a:cubicBezTo>
                  <a:pt x="2110" y="500"/>
                  <a:pt x="2200" y="590"/>
                  <a:pt x="2200" y="700"/>
                </a:cubicBezTo>
                <a:lnTo>
                  <a:pt x="2200" y="1700"/>
                </a:lnTo>
                <a:cubicBezTo>
                  <a:pt x="2200" y="1810"/>
                  <a:pt x="2110" y="1900"/>
                  <a:pt x="2000" y="1900"/>
                </a:cubicBezTo>
                <a:lnTo>
                  <a:pt x="400" y="1900"/>
                </a:lnTo>
                <a:cubicBezTo>
                  <a:pt x="290" y="1900"/>
                  <a:pt x="200" y="1810"/>
                  <a:pt x="200" y="1700"/>
                </a:cubicBezTo>
                <a:lnTo>
                  <a:pt x="200" y="700"/>
                </a:lnTo>
                <a:cubicBezTo>
                  <a:pt x="200" y="590"/>
                  <a:pt x="290" y="500"/>
                  <a:pt x="400" y="500"/>
                </a:cubicBezTo>
                <a:close/>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38" name="Google Shape;1338;p57"/>
          <p:cNvSpPr txBox="1"/>
          <p:nvPr/>
        </p:nvSpPr>
        <p:spPr>
          <a:xfrm>
            <a:off x="7641775" y="2962656"/>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id-card</a:t>
            </a:r>
            <a:endParaRPr sz="1100"/>
          </a:p>
        </p:txBody>
      </p:sp>
      <p:sp>
        <p:nvSpPr>
          <p:cNvPr id="1339" name="Google Shape;1339;p57"/>
          <p:cNvSpPr/>
          <p:nvPr/>
        </p:nvSpPr>
        <p:spPr>
          <a:xfrm>
            <a:off x="699681" y="3346704"/>
            <a:ext cx="377202" cy="377190"/>
          </a:xfrm>
          <a:custGeom>
            <a:rect b="b" l="l" r="r" t="t"/>
            <a:pathLst>
              <a:path extrusionOk="0" fill="none" h="2400" w="2400">
                <a:moveTo>
                  <a:pt x="1700" y="1600"/>
                </a:moveTo>
                <a:lnTo>
                  <a:pt x="2100" y="1600"/>
                </a:lnTo>
                <a:cubicBezTo>
                  <a:pt x="2155" y="1600"/>
                  <a:pt x="2200" y="1645"/>
                  <a:pt x="2200" y="1700"/>
                </a:cubicBezTo>
                <a:lnTo>
                  <a:pt x="2200" y="2100"/>
                </a:lnTo>
                <a:cubicBezTo>
                  <a:pt x="2200" y="2155"/>
                  <a:pt x="2155" y="2200"/>
                  <a:pt x="2100" y="2200"/>
                </a:cubicBezTo>
                <a:lnTo>
                  <a:pt x="1700" y="2200"/>
                </a:lnTo>
                <a:cubicBezTo>
                  <a:pt x="1645" y="2200"/>
                  <a:pt x="1600" y="2155"/>
                  <a:pt x="1600" y="2100"/>
                </a:cubicBezTo>
                <a:lnTo>
                  <a:pt x="1600" y="1700"/>
                </a:lnTo>
                <a:cubicBezTo>
                  <a:pt x="1600" y="1645"/>
                  <a:pt x="1645" y="1600"/>
                  <a:pt x="1700" y="1600"/>
                </a:cubicBezTo>
                <a:close/>
                <a:moveTo>
                  <a:pt x="300" y="1600"/>
                </a:moveTo>
                <a:lnTo>
                  <a:pt x="700" y="1600"/>
                </a:lnTo>
                <a:cubicBezTo>
                  <a:pt x="755" y="1600"/>
                  <a:pt x="800" y="1645"/>
                  <a:pt x="800" y="1700"/>
                </a:cubicBezTo>
                <a:lnTo>
                  <a:pt x="800" y="2100"/>
                </a:lnTo>
                <a:cubicBezTo>
                  <a:pt x="800" y="2155"/>
                  <a:pt x="755" y="2200"/>
                  <a:pt x="700" y="2200"/>
                </a:cubicBezTo>
                <a:lnTo>
                  <a:pt x="300" y="2200"/>
                </a:lnTo>
                <a:cubicBezTo>
                  <a:pt x="245" y="2200"/>
                  <a:pt x="200" y="2155"/>
                  <a:pt x="200" y="2100"/>
                </a:cubicBezTo>
                <a:lnTo>
                  <a:pt x="200" y="1700"/>
                </a:lnTo>
                <a:cubicBezTo>
                  <a:pt x="200" y="1645"/>
                  <a:pt x="245" y="1600"/>
                  <a:pt x="300" y="1600"/>
                </a:cubicBezTo>
                <a:close/>
                <a:moveTo>
                  <a:pt x="1000" y="200"/>
                </a:moveTo>
                <a:lnTo>
                  <a:pt x="1400" y="200"/>
                </a:lnTo>
                <a:cubicBezTo>
                  <a:pt x="1455" y="200"/>
                  <a:pt x="1500" y="245"/>
                  <a:pt x="1500" y="300"/>
                </a:cubicBezTo>
                <a:lnTo>
                  <a:pt x="1500" y="700"/>
                </a:lnTo>
                <a:cubicBezTo>
                  <a:pt x="1500" y="755"/>
                  <a:pt x="1455" y="800"/>
                  <a:pt x="1400" y="800"/>
                </a:cubicBezTo>
                <a:lnTo>
                  <a:pt x="1000" y="800"/>
                </a:lnTo>
                <a:cubicBezTo>
                  <a:pt x="945" y="800"/>
                  <a:pt x="900" y="755"/>
                  <a:pt x="900" y="700"/>
                </a:cubicBezTo>
                <a:lnTo>
                  <a:pt x="900" y="300"/>
                </a:lnTo>
                <a:cubicBezTo>
                  <a:pt x="900" y="245"/>
                  <a:pt x="945" y="200"/>
                  <a:pt x="1000" y="200"/>
                </a:cubicBezTo>
                <a:close/>
                <a:moveTo>
                  <a:pt x="500" y="1600"/>
                </a:moveTo>
                <a:lnTo>
                  <a:pt x="500" y="1300"/>
                </a:lnTo>
                <a:lnTo>
                  <a:pt x="500" y="1290"/>
                </a:lnTo>
                <a:lnTo>
                  <a:pt x="502" y="1280"/>
                </a:lnTo>
                <a:lnTo>
                  <a:pt x="504" y="1271"/>
                </a:lnTo>
                <a:lnTo>
                  <a:pt x="508" y="1262"/>
                </a:lnTo>
                <a:lnTo>
                  <a:pt x="512" y="1253"/>
                </a:lnTo>
                <a:lnTo>
                  <a:pt x="517" y="1244"/>
                </a:lnTo>
                <a:lnTo>
                  <a:pt x="523" y="1237"/>
                </a:lnTo>
                <a:lnTo>
                  <a:pt x="529" y="1229"/>
                </a:lnTo>
                <a:lnTo>
                  <a:pt x="537" y="1223"/>
                </a:lnTo>
                <a:lnTo>
                  <a:pt x="544" y="1217"/>
                </a:lnTo>
                <a:lnTo>
                  <a:pt x="553" y="1212"/>
                </a:lnTo>
                <a:lnTo>
                  <a:pt x="562" y="1208"/>
                </a:lnTo>
                <a:lnTo>
                  <a:pt x="571" y="1204"/>
                </a:lnTo>
                <a:lnTo>
                  <a:pt x="580" y="1202"/>
                </a:lnTo>
                <a:lnTo>
                  <a:pt x="590" y="1200"/>
                </a:lnTo>
                <a:lnTo>
                  <a:pt x="600" y="1200"/>
                </a:lnTo>
                <a:lnTo>
                  <a:pt x="1800" y="1200"/>
                </a:lnTo>
                <a:lnTo>
                  <a:pt x="1810" y="1200"/>
                </a:lnTo>
                <a:lnTo>
                  <a:pt x="1820" y="1202"/>
                </a:lnTo>
                <a:lnTo>
                  <a:pt x="1829" y="1204"/>
                </a:lnTo>
                <a:lnTo>
                  <a:pt x="1838" y="1208"/>
                </a:lnTo>
                <a:lnTo>
                  <a:pt x="1847" y="1212"/>
                </a:lnTo>
                <a:lnTo>
                  <a:pt x="1856" y="1217"/>
                </a:lnTo>
                <a:lnTo>
                  <a:pt x="1863" y="1223"/>
                </a:lnTo>
                <a:lnTo>
                  <a:pt x="1871" y="1229"/>
                </a:lnTo>
                <a:lnTo>
                  <a:pt x="1877" y="1237"/>
                </a:lnTo>
                <a:lnTo>
                  <a:pt x="1883" y="1244"/>
                </a:lnTo>
                <a:lnTo>
                  <a:pt x="1888" y="1253"/>
                </a:lnTo>
                <a:lnTo>
                  <a:pt x="1892" y="1262"/>
                </a:lnTo>
                <a:lnTo>
                  <a:pt x="1896" y="1271"/>
                </a:lnTo>
                <a:lnTo>
                  <a:pt x="1898" y="1280"/>
                </a:lnTo>
                <a:lnTo>
                  <a:pt x="1900" y="1290"/>
                </a:lnTo>
                <a:lnTo>
                  <a:pt x="1900" y="1300"/>
                </a:lnTo>
                <a:lnTo>
                  <a:pt x="1900" y="1600"/>
                </a:lnTo>
                <a:moveTo>
                  <a:pt x="1200" y="1200"/>
                </a:moveTo>
                <a:lnTo>
                  <a:pt x="1200" y="8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40" name="Google Shape;1340;p57"/>
          <p:cNvSpPr txBox="1"/>
          <p:nvPr/>
        </p:nvSpPr>
        <p:spPr>
          <a:xfrm>
            <a:off x="274327" y="3758184"/>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network</a:t>
            </a:r>
            <a:endParaRPr sz="1100"/>
          </a:p>
        </p:txBody>
      </p:sp>
      <p:sp>
        <p:nvSpPr>
          <p:cNvPr id="1341" name="Google Shape;1341;p57"/>
          <p:cNvSpPr/>
          <p:nvPr/>
        </p:nvSpPr>
        <p:spPr>
          <a:xfrm>
            <a:off x="1927589" y="3346704"/>
            <a:ext cx="377202" cy="377190"/>
          </a:xfrm>
          <a:custGeom>
            <a:rect b="b" l="l" r="r" t="t"/>
            <a:pathLst>
              <a:path extrusionOk="0" fill="none" h="2400" w="2400">
                <a:moveTo>
                  <a:pt x="500" y="300"/>
                </a:moveTo>
                <a:lnTo>
                  <a:pt x="900" y="300"/>
                </a:lnTo>
                <a:cubicBezTo>
                  <a:pt x="1010" y="300"/>
                  <a:pt x="1100" y="390"/>
                  <a:pt x="1100" y="500"/>
                </a:cubicBezTo>
                <a:lnTo>
                  <a:pt x="1100" y="900"/>
                </a:lnTo>
                <a:cubicBezTo>
                  <a:pt x="1100" y="1010"/>
                  <a:pt x="1010" y="1100"/>
                  <a:pt x="900" y="1100"/>
                </a:cubicBezTo>
                <a:lnTo>
                  <a:pt x="500" y="1100"/>
                </a:lnTo>
                <a:cubicBezTo>
                  <a:pt x="390" y="1100"/>
                  <a:pt x="300" y="1010"/>
                  <a:pt x="300" y="900"/>
                </a:cubicBezTo>
                <a:lnTo>
                  <a:pt x="300" y="500"/>
                </a:lnTo>
                <a:cubicBezTo>
                  <a:pt x="300" y="390"/>
                  <a:pt x="390" y="300"/>
                  <a:pt x="500" y="300"/>
                </a:cubicBezTo>
                <a:close/>
                <a:moveTo>
                  <a:pt x="700" y="1100"/>
                </a:moveTo>
                <a:lnTo>
                  <a:pt x="700" y="1500"/>
                </a:lnTo>
                <a:lnTo>
                  <a:pt x="701" y="1520"/>
                </a:lnTo>
                <a:lnTo>
                  <a:pt x="704" y="1539"/>
                </a:lnTo>
                <a:lnTo>
                  <a:pt x="709" y="1558"/>
                </a:lnTo>
                <a:lnTo>
                  <a:pt x="715" y="1577"/>
                </a:lnTo>
                <a:lnTo>
                  <a:pt x="724" y="1594"/>
                </a:lnTo>
                <a:lnTo>
                  <a:pt x="734" y="1611"/>
                </a:lnTo>
                <a:lnTo>
                  <a:pt x="745" y="1627"/>
                </a:lnTo>
                <a:lnTo>
                  <a:pt x="759" y="1641"/>
                </a:lnTo>
                <a:lnTo>
                  <a:pt x="773" y="1655"/>
                </a:lnTo>
                <a:lnTo>
                  <a:pt x="789" y="1666"/>
                </a:lnTo>
                <a:lnTo>
                  <a:pt x="806" y="1676"/>
                </a:lnTo>
                <a:lnTo>
                  <a:pt x="823" y="1685"/>
                </a:lnTo>
                <a:lnTo>
                  <a:pt x="842" y="1691"/>
                </a:lnTo>
                <a:lnTo>
                  <a:pt x="861" y="1696"/>
                </a:lnTo>
                <a:lnTo>
                  <a:pt x="880" y="1699"/>
                </a:lnTo>
                <a:lnTo>
                  <a:pt x="900" y="1700"/>
                </a:lnTo>
                <a:lnTo>
                  <a:pt x="1300" y="1700"/>
                </a:lnTo>
                <a:moveTo>
                  <a:pt x="1500" y="1300"/>
                </a:moveTo>
                <a:lnTo>
                  <a:pt x="1900" y="1300"/>
                </a:lnTo>
                <a:cubicBezTo>
                  <a:pt x="2010" y="1300"/>
                  <a:pt x="2100" y="1390"/>
                  <a:pt x="2100" y="1500"/>
                </a:cubicBezTo>
                <a:lnTo>
                  <a:pt x="2100" y="1900"/>
                </a:lnTo>
                <a:cubicBezTo>
                  <a:pt x="2100" y="2010"/>
                  <a:pt x="2010" y="2100"/>
                  <a:pt x="1900" y="2100"/>
                </a:cubicBezTo>
                <a:lnTo>
                  <a:pt x="1500" y="2100"/>
                </a:lnTo>
                <a:cubicBezTo>
                  <a:pt x="1390" y="2100"/>
                  <a:pt x="1300" y="2010"/>
                  <a:pt x="1300" y="1900"/>
                </a:cubicBezTo>
                <a:lnTo>
                  <a:pt x="1300" y="1500"/>
                </a:lnTo>
                <a:cubicBezTo>
                  <a:pt x="1300" y="1390"/>
                  <a:pt x="1390" y="1300"/>
                  <a:pt x="1500" y="1300"/>
                </a:cubicBezTo>
                <a:close/>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42" name="Google Shape;1342;p57"/>
          <p:cNvSpPr txBox="1"/>
          <p:nvPr/>
        </p:nvSpPr>
        <p:spPr>
          <a:xfrm>
            <a:off x="1502235" y="3758184"/>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workflow</a:t>
            </a:r>
            <a:endParaRPr sz="1100"/>
          </a:p>
        </p:txBody>
      </p:sp>
      <p:sp>
        <p:nvSpPr>
          <p:cNvPr id="1343" name="Google Shape;1343;p57"/>
          <p:cNvSpPr/>
          <p:nvPr/>
        </p:nvSpPr>
        <p:spPr>
          <a:xfrm>
            <a:off x="3155497" y="3346704"/>
            <a:ext cx="377202" cy="377190"/>
          </a:xfrm>
          <a:custGeom>
            <a:rect b="b" l="l" r="r" t="t"/>
            <a:pathLst>
              <a:path extrusionOk="0" fill="none" h="2400" w="2400">
                <a:moveTo>
                  <a:pt x="200" y="300"/>
                </a:moveTo>
                <a:lnTo>
                  <a:pt x="2200" y="300"/>
                </a:lnTo>
                <a:moveTo>
                  <a:pt x="2100" y="300"/>
                </a:moveTo>
                <a:lnTo>
                  <a:pt x="2100" y="1400"/>
                </a:lnTo>
                <a:lnTo>
                  <a:pt x="2099" y="1420"/>
                </a:lnTo>
                <a:lnTo>
                  <a:pt x="2096" y="1439"/>
                </a:lnTo>
                <a:lnTo>
                  <a:pt x="2091" y="1458"/>
                </a:lnTo>
                <a:lnTo>
                  <a:pt x="2085" y="1477"/>
                </a:lnTo>
                <a:lnTo>
                  <a:pt x="2076" y="1494"/>
                </a:lnTo>
                <a:lnTo>
                  <a:pt x="2066" y="1511"/>
                </a:lnTo>
                <a:lnTo>
                  <a:pt x="2055" y="1527"/>
                </a:lnTo>
                <a:lnTo>
                  <a:pt x="2041" y="1541"/>
                </a:lnTo>
                <a:lnTo>
                  <a:pt x="2027" y="1555"/>
                </a:lnTo>
                <a:lnTo>
                  <a:pt x="2011" y="1566"/>
                </a:lnTo>
                <a:lnTo>
                  <a:pt x="1994" y="1576"/>
                </a:lnTo>
                <a:lnTo>
                  <a:pt x="1977" y="1585"/>
                </a:lnTo>
                <a:lnTo>
                  <a:pt x="1958" y="1591"/>
                </a:lnTo>
                <a:lnTo>
                  <a:pt x="1939" y="1596"/>
                </a:lnTo>
                <a:lnTo>
                  <a:pt x="1920" y="1599"/>
                </a:lnTo>
                <a:lnTo>
                  <a:pt x="1900" y="1600"/>
                </a:lnTo>
                <a:lnTo>
                  <a:pt x="500" y="1600"/>
                </a:lnTo>
                <a:lnTo>
                  <a:pt x="480" y="1599"/>
                </a:lnTo>
                <a:lnTo>
                  <a:pt x="461" y="1596"/>
                </a:lnTo>
                <a:lnTo>
                  <a:pt x="442" y="1591"/>
                </a:lnTo>
                <a:lnTo>
                  <a:pt x="423" y="1585"/>
                </a:lnTo>
                <a:lnTo>
                  <a:pt x="406" y="1576"/>
                </a:lnTo>
                <a:lnTo>
                  <a:pt x="389" y="1566"/>
                </a:lnTo>
                <a:lnTo>
                  <a:pt x="373" y="1555"/>
                </a:lnTo>
                <a:lnTo>
                  <a:pt x="359" y="1541"/>
                </a:lnTo>
                <a:lnTo>
                  <a:pt x="345" y="1527"/>
                </a:lnTo>
                <a:lnTo>
                  <a:pt x="334" y="1511"/>
                </a:lnTo>
                <a:lnTo>
                  <a:pt x="324" y="1494"/>
                </a:lnTo>
                <a:lnTo>
                  <a:pt x="315" y="1477"/>
                </a:lnTo>
                <a:lnTo>
                  <a:pt x="309" y="1458"/>
                </a:lnTo>
                <a:lnTo>
                  <a:pt x="304" y="1439"/>
                </a:lnTo>
                <a:lnTo>
                  <a:pt x="301" y="1420"/>
                </a:lnTo>
                <a:lnTo>
                  <a:pt x="300" y="1400"/>
                </a:lnTo>
                <a:lnTo>
                  <a:pt x="300" y="300"/>
                </a:lnTo>
                <a:moveTo>
                  <a:pt x="700" y="2100"/>
                </a:moveTo>
                <a:lnTo>
                  <a:pt x="1200" y="1600"/>
                </a:lnTo>
                <a:lnTo>
                  <a:pt x="1700" y="21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44" name="Google Shape;1344;p57"/>
          <p:cNvSpPr txBox="1"/>
          <p:nvPr/>
        </p:nvSpPr>
        <p:spPr>
          <a:xfrm>
            <a:off x="2730143" y="3758184"/>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presentation</a:t>
            </a:r>
            <a:endParaRPr sz="1100"/>
          </a:p>
        </p:txBody>
      </p:sp>
      <p:sp>
        <p:nvSpPr>
          <p:cNvPr id="1345" name="Google Shape;1345;p57"/>
          <p:cNvSpPr/>
          <p:nvPr/>
        </p:nvSpPr>
        <p:spPr>
          <a:xfrm>
            <a:off x="4383405" y="3346704"/>
            <a:ext cx="377202" cy="377190"/>
          </a:xfrm>
          <a:custGeom>
            <a:rect b="b" l="l" r="r" t="t"/>
            <a:pathLst>
              <a:path extrusionOk="0" fill="none" h="2400" w="2400">
                <a:moveTo>
                  <a:pt x="600" y="2200"/>
                </a:moveTo>
                <a:lnTo>
                  <a:pt x="600" y="280"/>
                </a:lnTo>
                <a:lnTo>
                  <a:pt x="601" y="270"/>
                </a:lnTo>
                <a:lnTo>
                  <a:pt x="603" y="260"/>
                </a:lnTo>
                <a:lnTo>
                  <a:pt x="606" y="250"/>
                </a:lnTo>
                <a:lnTo>
                  <a:pt x="610" y="241"/>
                </a:lnTo>
                <a:lnTo>
                  <a:pt x="616" y="232"/>
                </a:lnTo>
                <a:lnTo>
                  <a:pt x="623" y="224"/>
                </a:lnTo>
                <a:lnTo>
                  <a:pt x="630" y="217"/>
                </a:lnTo>
                <a:lnTo>
                  <a:pt x="638" y="212"/>
                </a:lnTo>
                <a:lnTo>
                  <a:pt x="648" y="207"/>
                </a:lnTo>
                <a:lnTo>
                  <a:pt x="657" y="203"/>
                </a:lnTo>
                <a:lnTo>
                  <a:pt x="667" y="201"/>
                </a:lnTo>
                <a:lnTo>
                  <a:pt x="677" y="200"/>
                </a:lnTo>
                <a:lnTo>
                  <a:pt x="688" y="200"/>
                </a:lnTo>
                <a:lnTo>
                  <a:pt x="698" y="202"/>
                </a:lnTo>
                <a:lnTo>
                  <a:pt x="708" y="205"/>
                </a:lnTo>
                <a:lnTo>
                  <a:pt x="717" y="209"/>
                </a:lnTo>
                <a:lnTo>
                  <a:pt x="1855" y="778"/>
                </a:lnTo>
                <a:lnTo>
                  <a:pt x="1865" y="784"/>
                </a:lnTo>
                <a:lnTo>
                  <a:pt x="1874" y="790"/>
                </a:lnTo>
                <a:lnTo>
                  <a:pt x="1881" y="798"/>
                </a:lnTo>
                <a:lnTo>
                  <a:pt x="1888" y="808"/>
                </a:lnTo>
                <a:lnTo>
                  <a:pt x="1893" y="817"/>
                </a:lnTo>
                <a:lnTo>
                  <a:pt x="1897" y="828"/>
                </a:lnTo>
                <a:lnTo>
                  <a:pt x="1899" y="839"/>
                </a:lnTo>
                <a:lnTo>
                  <a:pt x="1900" y="850"/>
                </a:lnTo>
                <a:lnTo>
                  <a:pt x="1899" y="861"/>
                </a:lnTo>
                <a:lnTo>
                  <a:pt x="1897" y="872"/>
                </a:lnTo>
                <a:lnTo>
                  <a:pt x="1893" y="883"/>
                </a:lnTo>
                <a:lnTo>
                  <a:pt x="1888" y="892"/>
                </a:lnTo>
                <a:lnTo>
                  <a:pt x="1881" y="902"/>
                </a:lnTo>
                <a:lnTo>
                  <a:pt x="1874" y="910"/>
                </a:lnTo>
                <a:lnTo>
                  <a:pt x="1865" y="916"/>
                </a:lnTo>
                <a:lnTo>
                  <a:pt x="1855" y="922"/>
                </a:lnTo>
                <a:lnTo>
                  <a:pt x="600" y="155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46" name="Google Shape;1346;p57"/>
          <p:cNvSpPr txBox="1"/>
          <p:nvPr/>
        </p:nvSpPr>
        <p:spPr>
          <a:xfrm>
            <a:off x="3958051" y="3758184"/>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flag-triangle-right</a:t>
            </a:r>
            <a:endParaRPr sz="1100"/>
          </a:p>
        </p:txBody>
      </p:sp>
      <p:sp>
        <p:nvSpPr>
          <p:cNvPr id="1347" name="Google Shape;1347;p57"/>
          <p:cNvSpPr/>
          <p:nvPr/>
        </p:nvSpPr>
        <p:spPr>
          <a:xfrm>
            <a:off x="5611313" y="3346704"/>
            <a:ext cx="377202" cy="377190"/>
          </a:xfrm>
          <a:custGeom>
            <a:rect b="b" l="l" r="r" t="t"/>
            <a:pathLst>
              <a:path extrusionOk="0" fill="none" h="2400" w="2400">
                <a:moveTo>
                  <a:pt x="1300" y="500"/>
                </a:moveTo>
                <a:cubicBezTo>
                  <a:pt x="1300" y="555"/>
                  <a:pt x="1255" y="600"/>
                  <a:pt x="1200" y="600"/>
                </a:cubicBezTo>
                <a:cubicBezTo>
                  <a:pt x="1145" y="600"/>
                  <a:pt x="1100" y="555"/>
                  <a:pt x="1100" y="500"/>
                </a:cubicBezTo>
                <a:cubicBezTo>
                  <a:pt x="1100" y="445"/>
                  <a:pt x="1145" y="400"/>
                  <a:pt x="1200" y="400"/>
                </a:cubicBezTo>
                <a:cubicBezTo>
                  <a:pt x="1255" y="400"/>
                  <a:pt x="1300" y="445"/>
                  <a:pt x="1300" y="500"/>
                </a:cubicBezTo>
                <a:close/>
                <a:moveTo>
                  <a:pt x="900" y="2000"/>
                </a:moveTo>
                <a:lnTo>
                  <a:pt x="1200" y="1400"/>
                </a:lnTo>
                <a:lnTo>
                  <a:pt x="1500" y="2000"/>
                </a:lnTo>
                <a:moveTo>
                  <a:pt x="600" y="800"/>
                </a:moveTo>
                <a:lnTo>
                  <a:pt x="1200" y="1000"/>
                </a:lnTo>
                <a:lnTo>
                  <a:pt x="1800" y="800"/>
                </a:lnTo>
                <a:moveTo>
                  <a:pt x="1200" y="1000"/>
                </a:moveTo>
                <a:lnTo>
                  <a:pt x="1200" y="14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48" name="Google Shape;1348;p57"/>
          <p:cNvSpPr txBox="1"/>
          <p:nvPr/>
        </p:nvSpPr>
        <p:spPr>
          <a:xfrm>
            <a:off x="5185959" y="3758184"/>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person-standing</a:t>
            </a:r>
            <a:endParaRPr sz="1100"/>
          </a:p>
        </p:txBody>
      </p:sp>
      <p:sp>
        <p:nvSpPr>
          <p:cNvPr id="1349" name="Google Shape;1349;p57"/>
          <p:cNvSpPr/>
          <p:nvPr/>
        </p:nvSpPr>
        <p:spPr>
          <a:xfrm>
            <a:off x="6839221" y="3346704"/>
            <a:ext cx="377202" cy="377190"/>
          </a:xfrm>
          <a:custGeom>
            <a:rect b="b" l="l" r="r" t="t"/>
            <a:pathLst>
              <a:path extrusionOk="0" fill="none" h="2400" w="2400">
                <a:moveTo>
                  <a:pt x="2200" y="1200"/>
                </a:moveTo>
                <a:cubicBezTo>
                  <a:pt x="2200" y="1752"/>
                  <a:pt x="1752" y="2200"/>
                  <a:pt x="1200" y="2200"/>
                </a:cubicBezTo>
                <a:cubicBezTo>
                  <a:pt x="648" y="2200"/>
                  <a:pt x="200" y="1752"/>
                  <a:pt x="200" y="1200"/>
                </a:cubicBezTo>
                <a:cubicBezTo>
                  <a:pt x="200" y="648"/>
                  <a:pt x="648" y="200"/>
                  <a:pt x="1200" y="200"/>
                </a:cubicBezTo>
                <a:cubicBezTo>
                  <a:pt x="1752" y="200"/>
                  <a:pt x="2200" y="648"/>
                  <a:pt x="2200" y="1200"/>
                </a:cubicBezTo>
                <a:close/>
                <a:moveTo>
                  <a:pt x="800" y="1400"/>
                </a:moveTo>
                <a:cubicBezTo>
                  <a:pt x="800" y="1400"/>
                  <a:pt x="950" y="1600"/>
                  <a:pt x="1200" y="1600"/>
                </a:cubicBezTo>
                <a:cubicBezTo>
                  <a:pt x="1450" y="1600"/>
                  <a:pt x="1600" y="1400"/>
                  <a:pt x="1600" y="1400"/>
                </a:cubicBezTo>
                <a:moveTo>
                  <a:pt x="900" y="900"/>
                </a:moveTo>
                <a:lnTo>
                  <a:pt x="901" y="900"/>
                </a:lnTo>
                <a:moveTo>
                  <a:pt x="1500" y="900"/>
                </a:moveTo>
                <a:lnTo>
                  <a:pt x="1501" y="9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50" name="Google Shape;1350;p57"/>
          <p:cNvSpPr txBox="1"/>
          <p:nvPr/>
        </p:nvSpPr>
        <p:spPr>
          <a:xfrm>
            <a:off x="6413867" y="3758184"/>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smile</a:t>
            </a:r>
            <a:endParaRPr sz="1100"/>
          </a:p>
        </p:txBody>
      </p:sp>
      <p:sp>
        <p:nvSpPr>
          <p:cNvPr id="1351" name="Google Shape;1351;p57"/>
          <p:cNvSpPr/>
          <p:nvPr/>
        </p:nvSpPr>
        <p:spPr>
          <a:xfrm>
            <a:off x="8067129" y="3346704"/>
            <a:ext cx="377202" cy="377190"/>
          </a:xfrm>
          <a:custGeom>
            <a:rect b="b" l="l" r="r" t="t"/>
            <a:pathLst>
              <a:path extrusionOk="0" fill="none" h="2400" w="2400">
                <a:moveTo>
                  <a:pt x="2200" y="1200"/>
                </a:moveTo>
                <a:cubicBezTo>
                  <a:pt x="2200" y="1752"/>
                  <a:pt x="1752" y="2200"/>
                  <a:pt x="1200" y="2200"/>
                </a:cubicBezTo>
                <a:cubicBezTo>
                  <a:pt x="648" y="2200"/>
                  <a:pt x="200" y="1752"/>
                  <a:pt x="200" y="1200"/>
                </a:cubicBezTo>
                <a:cubicBezTo>
                  <a:pt x="200" y="648"/>
                  <a:pt x="648" y="200"/>
                  <a:pt x="1200" y="200"/>
                </a:cubicBezTo>
                <a:cubicBezTo>
                  <a:pt x="1752" y="200"/>
                  <a:pt x="2200" y="648"/>
                  <a:pt x="2200" y="1200"/>
                </a:cubicBezTo>
                <a:close/>
                <a:moveTo>
                  <a:pt x="1600" y="1600"/>
                </a:moveTo>
                <a:cubicBezTo>
                  <a:pt x="1600" y="1600"/>
                  <a:pt x="1450" y="1400"/>
                  <a:pt x="1200" y="1400"/>
                </a:cubicBezTo>
                <a:cubicBezTo>
                  <a:pt x="950" y="1400"/>
                  <a:pt x="800" y="1600"/>
                  <a:pt x="800" y="1600"/>
                </a:cubicBezTo>
                <a:moveTo>
                  <a:pt x="900" y="900"/>
                </a:moveTo>
                <a:lnTo>
                  <a:pt x="901" y="900"/>
                </a:lnTo>
                <a:moveTo>
                  <a:pt x="1500" y="900"/>
                </a:moveTo>
                <a:lnTo>
                  <a:pt x="1501" y="9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52" name="Google Shape;1352;p57"/>
          <p:cNvSpPr txBox="1"/>
          <p:nvPr/>
        </p:nvSpPr>
        <p:spPr>
          <a:xfrm>
            <a:off x="7641775" y="3758184"/>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frown</a:t>
            </a:r>
            <a:endParaRPr sz="1100"/>
          </a:p>
        </p:txBody>
      </p:sp>
      <p:sp>
        <p:nvSpPr>
          <p:cNvPr id="1353" name="Google Shape;1353;p57"/>
          <p:cNvSpPr/>
          <p:nvPr/>
        </p:nvSpPr>
        <p:spPr>
          <a:xfrm>
            <a:off x="699681" y="4142232"/>
            <a:ext cx="377202" cy="377190"/>
          </a:xfrm>
          <a:custGeom>
            <a:rect b="b" l="l" r="r" t="t"/>
            <a:pathLst>
              <a:path extrusionOk="0" fill="none" h="2400" w="2400">
                <a:moveTo>
                  <a:pt x="1941" y="1441"/>
                </a:moveTo>
                <a:cubicBezTo>
                  <a:pt x="2100" y="1283"/>
                  <a:pt x="2200" y="1150"/>
                  <a:pt x="2200" y="950"/>
                </a:cubicBezTo>
                <a:lnTo>
                  <a:pt x="2194" y="867"/>
                </a:lnTo>
                <a:lnTo>
                  <a:pt x="2175" y="787"/>
                </a:lnTo>
                <a:lnTo>
                  <a:pt x="2145" y="710"/>
                </a:lnTo>
                <a:lnTo>
                  <a:pt x="2103" y="638"/>
                </a:lnTo>
                <a:lnTo>
                  <a:pt x="2051" y="574"/>
                </a:lnTo>
                <a:lnTo>
                  <a:pt x="1990" y="518"/>
                </a:lnTo>
                <a:lnTo>
                  <a:pt x="1922" y="472"/>
                </a:lnTo>
                <a:lnTo>
                  <a:pt x="1847" y="436"/>
                </a:lnTo>
                <a:lnTo>
                  <a:pt x="1768" y="413"/>
                </a:lnTo>
                <a:lnTo>
                  <a:pt x="1686" y="401"/>
                </a:lnTo>
                <a:lnTo>
                  <a:pt x="1603" y="402"/>
                </a:lnTo>
                <a:lnTo>
                  <a:pt x="1521" y="415"/>
                </a:lnTo>
                <a:lnTo>
                  <a:pt x="1442" y="441"/>
                </a:lnTo>
                <a:lnTo>
                  <a:pt x="1368" y="478"/>
                </a:lnTo>
                <a:lnTo>
                  <a:pt x="1301" y="525"/>
                </a:lnTo>
                <a:lnTo>
                  <a:pt x="1241" y="582"/>
                </a:lnTo>
                <a:lnTo>
                  <a:pt x="1237" y="586"/>
                </a:lnTo>
                <a:lnTo>
                  <a:pt x="1232" y="589"/>
                </a:lnTo>
                <a:lnTo>
                  <a:pt x="1227" y="592"/>
                </a:lnTo>
                <a:lnTo>
                  <a:pt x="1222" y="594"/>
                </a:lnTo>
                <a:lnTo>
                  <a:pt x="1217" y="596"/>
                </a:lnTo>
                <a:lnTo>
                  <a:pt x="1211" y="597"/>
                </a:lnTo>
                <a:lnTo>
                  <a:pt x="1206" y="598"/>
                </a:lnTo>
                <a:lnTo>
                  <a:pt x="1200" y="599"/>
                </a:lnTo>
                <a:lnTo>
                  <a:pt x="1194" y="598"/>
                </a:lnTo>
                <a:lnTo>
                  <a:pt x="1189" y="598"/>
                </a:lnTo>
                <a:lnTo>
                  <a:pt x="1183" y="596"/>
                </a:lnTo>
                <a:lnTo>
                  <a:pt x="1178" y="594"/>
                </a:lnTo>
                <a:lnTo>
                  <a:pt x="1173" y="592"/>
                </a:lnTo>
                <a:lnTo>
                  <a:pt x="1168" y="589"/>
                </a:lnTo>
                <a:lnTo>
                  <a:pt x="1163" y="586"/>
                </a:lnTo>
                <a:lnTo>
                  <a:pt x="1159" y="583"/>
                </a:lnTo>
                <a:lnTo>
                  <a:pt x="1099" y="525"/>
                </a:lnTo>
                <a:lnTo>
                  <a:pt x="1032" y="478"/>
                </a:lnTo>
                <a:lnTo>
                  <a:pt x="958" y="441"/>
                </a:lnTo>
                <a:lnTo>
                  <a:pt x="879" y="415"/>
                </a:lnTo>
                <a:lnTo>
                  <a:pt x="797" y="402"/>
                </a:lnTo>
                <a:lnTo>
                  <a:pt x="714" y="401"/>
                </a:lnTo>
                <a:lnTo>
                  <a:pt x="632" y="413"/>
                </a:lnTo>
                <a:lnTo>
                  <a:pt x="553" y="437"/>
                </a:lnTo>
                <a:lnTo>
                  <a:pt x="478" y="472"/>
                </a:lnTo>
                <a:lnTo>
                  <a:pt x="410" y="518"/>
                </a:lnTo>
                <a:lnTo>
                  <a:pt x="349" y="574"/>
                </a:lnTo>
                <a:lnTo>
                  <a:pt x="297" y="638"/>
                </a:lnTo>
                <a:lnTo>
                  <a:pt x="255" y="710"/>
                </a:lnTo>
                <a:lnTo>
                  <a:pt x="225" y="787"/>
                </a:lnTo>
                <a:lnTo>
                  <a:pt x="206" y="867"/>
                </a:lnTo>
                <a:lnTo>
                  <a:pt x="200" y="950"/>
                </a:lnTo>
                <a:cubicBezTo>
                  <a:pt x="200" y="1180"/>
                  <a:pt x="350" y="1350"/>
                  <a:pt x="500" y="1500"/>
                </a:cubicBezTo>
                <a:lnTo>
                  <a:pt x="1054" y="2036"/>
                </a:lnTo>
                <a:lnTo>
                  <a:pt x="1068" y="2050"/>
                </a:lnTo>
                <a:lnTo>
                  <a:pt x="1084" y="2063"/>
                </a:lnTo>
                <a:lnTo>
                  <a:pt x="1101" y="2074"/>
                </a:lnTo>
                <a:lnTo>
                  <a:pt x="1118" y="2083"/>
                </a:lnTo>
                <a:lnTo>
                  <a:pt x="1137" y="2090"/>
                </a:lnTo>
                <a:lnTo>
                  <a:pt x="1157" y="2095"/>
                </a:lnTo>
                <a:lnTo>
                  <a:pt x="1176" y="2099"/>
                </a:lnTo>
                <a:lnTo>
                  <a:pt x="1196" y="2100"/>
                </a:lnTo>
                <a:lnTo>
                  <a:pt x="1216" y="2099"/>
                </a:lnTo>
                <a:lnTo>
                  <a:pt x="1236" y="2097"/>
                </a:lnTo>
                <a:lnTo>
                  <a:pt x="1256" y="2092"/>
                </a:lnTo>
                <a:lnTo>
                  <a:pt x="1275" y="2085"/>
                </a:lnTo>
                <a:lnTo>
                  <a:pt x="1293" y="2077"/>
                </a:lnTo>
                <a:lnTo>
                  <a:pt x="1310" y="2067"/>
                </a:lnTo>
                <a:lnTo>
                  <a:pt x="1327" y="2055"/>
                </a:lnTo>
                <a:lnTo>
                  <a:pt x="1341" y="2041"/>
                </a:lnTo>
                <a:lnTo>
                  <a:pt x="1355" y="2026"/>
                </a:lnTo>
                <a:lnTo>
                  <a:pt x="1368" y="2009"/>
                </a:lnTo>
                <a:lnTo>
                  <a:pt x="1378" y="1991"/>
                </a:lnTo>
                <a:lnTo>
                  <a:pt x="1387" y="1973"/>
                </a:lnTo>
                <a:lnTo>
                  <a:pt x="1394" y="1953"/>
                </a:lnTo>
                <a:lnTo>
                  <a:pt x="1399" y="1933"/>
                </a:lnTo>
                <a:lnTo>
                  <a:pt x="1402" y="1912"/>
                </a:lnTo>
                <a:lnTo>
                  <a:pt x="1403" y="1891"/>
                </a:lnTo>
                <a:lnTo>
                  <a:pt x="1402" y="1871"/>
                </a:lnTo>
                <a:lnTo>
                  <a:pt x="1399" y="1850"/>
                </a:lnTo>
                <a:lnTo>
                  <a:pt x="1394" y="1830"/>
                </a:lnTo>
                <a:lnTo>
                  <a:pt x="1387" y="1810"/>
                </a:lnTo>
                <a:lnTo>
                  <a:pt x="1378" y="1791"/>
                </a:lnTo>
                <a:lnTo>
                  <a:pt x="1367" y="1774"/>
                </a:lnTo>
                <a:lnTo>
                  <a:pt x="1355" y="1757"/>
                </a:lnTo>
                <a:lnTo>
                  <a:pt x="1341" y="1741"/>
                </a:lnTo>
                <a:lnTo>
                  <a:pt x="1373" y="1770"/>
                </a:lnTo>
                <a:lnTo>
                  <a:pt x="1410" y="1792"/>
                </a:lnTo>
                <a:lnTo>
                  <a:pt x="1451" y="1806"/>
                </a:lnTo>
                <a:lnTo>
                  <a:pt x="1493" y="1811"/>
                </a:lnTo>
                <a:lnTo>
                  <a:pt x="1536" y="1808"/>
                </a:lnTo>
                <a:lnTo>
                  <a:pt x="1577" y="1796"/>
                </a:lnTo>
                <a:lnTo>
                  <a:pt x="1615" y="1776"/>
                </a:lnTo>
                <a:lnTo>
                  <a:pt x="1649" y="1749"/>
                </a:lnTo>
                <a:lnTo>
                  <a:pt x="1676" y="1716"/>
                </a:lnTo>
                <a:lnTo>
                  <a:pt x="1696" y="1678"/>
                </a:lnTo>
                <a:lnTo>
                  <a:pt x="1708" y="1636"/>
                </a:lnTo>
                <a:lnTo>
                  <a:pt x="1711" y="1594"/>
                </a:lnTo>
                <a:lnTo>
                  <a:pt x="1705" y="1551"/>
                </a:lnTo>
                <a:lnTo>
                  <a:pt x="1692" y="1510"/>
                </a:lnTo>
                <a:lnTo>
                  <a:pt x="1670" y="1473"/>
                </a:lnTo>
                <a:lnTo>
                  <a:pt x="1641" y="1441"/>
                </a:lnTo>
                <a:lnTo>
                  <a:pt x="1656" y="1455"/>
                </a:lnTo>
                <a:lnTo>
                  <a:pt x="1673" y="1468"/>
                </a:lnTo>
                <a:lnTo>
                  <a:pt x="1691" y="1479"/>
                </a:lnTo>
                <a:lnTo>
                  <a:pt x="1710" y="1487"/>
                </a:lnTo>
                <a:lnTo>
                  <a:pt x="1730" y="1494"/>
                </a:lnTo>
                <a:lnTo>
                  <a:pt x="1750" y="1500"/>
                </a:lnTo>
                <a:lnTo>
                  <a:pt x="1770" y="1503"/>
                </a:lnTo>
                <a:lnTo>
                  <a:pt x="1791" y="1504"/>
                </a:lnTo>
                <a:lnTo>
                  <a:pt x="1812" y="1503"/>
                </a:lnTo>
                <a:lnTo>
                  <a:pt x="1833" y="1500"/>
                </a:lnTo>
                <a:lnTo>
                  <a:pt x="1853" y="1494"/>
                </a:lnTo>
                <a:lnTo>
                  <a:pt x="1872" y="1487"/>
                </a:lnTo>
                <a:lnTo>
                  <a:pt x="1891" y="1479"/>
                </a:lnTo>
                <a:lnTo>
                  <a:pt x="1909" y="1468"/>
                </a:lnTo>
                <a:lnTo>
                  <a:pt x="1926" y="1455"/>
                </a:lnTo>
                <a:lnTo>
                  <a:pt x="1941" y="1441"/>
                </a:lnTo>
                <a:lnTo>
                  <a:pt x="1955" y="1427"/>
                </a:lnTo>
                <a:lnTo>
                  <a:pt x="1966" y="1411"/>
                </a:lnTo>
                <a:lnTo>
                  <a:pt x="1976" y="1394"/>
                </a:lnTo>
                <a:lnTo>
                  <a:pt x="1985" y="1377"/>
                </a:lnTo>
                <a:lnTo>
                  <a:pt x="1991" y="1358"/>
                </a:lnTo>
                <a:lnTo>
                  <a:pt x="1996" y="1339"/>
                </a:lnTo>
                <a:lnTo>
                  <a:pt x="1999" y="1320"/>
                </a:lnTo>
                <a:lnTo>
                  <a:pt x="2000" y="1300"/>
                </a:lnTo>
                <a:lnTo>
                  <a:pt x="1999" y="1280"/>
                </a:lnTo>
                <a:lnTo>
                  <a:pt x="1996" y="1261"/>
                </a:lnTo>
                <a:lnTo>
                  <a:pt x="1991" y="1242"/>
                </a:lnTo>
                <a:lnTo>
                  <a:pt x="1985" y="1223"/>
                </a:lnTo>
                <a:lnTo>
                  <a:pt x="1976" y="1206"/>
                </a:lnTo>
                <a:lnTo>
                  <a:pt x="1966" y="1189"/>
                </a:lnTo>
                <a:lnTo>
                  <a:pt x="1955" y="1173"/>
                </a:lnTo>
                <a:lnTo>
                  <a:pt x="1941" y="1159"/>
                </a:lnTo>
                <a:lnTo>
                  <a:pt x="1753" y="970"/>
                </a:lnTo>
                <a:lnTo>
                  <a:pt x="1736" y="955"/>
                </a:lnTo>
                <a:lnTo>
                  <a:pt x="1717" y="940"/>
                </a:lnTo>
                <a:lnTo>
                  <a:pt x="1696" y="928"/>
                </a:lnTo>
                <a:lnTo>
                  <a:pt x="1675" y="918"/>
                </a:lnTo>
                <a:lnTo>
                  <a:pt x="1653" y="910"/>
                </a:lnTo>
                <a:lnTo>
                  <a:pt x="1630" y="904"/>
                </a:lnTo>
                <a:lnTo>
                  <a:pt x="1606" y="901"/>
                </a:lnTo>
                <a:lnTo>
                  <a:pt x="1583" y="900"/>
                </a:lnTo>
                <a:lnTo>
                  <a:pt x="1559" y="901"/>
                </a:lnTo>
                <a:lnTo>
                  <a:pt x="1536" y="904"/>
                </a:lnTo>
                <a:lnTo>
                  <a:pt x="1513" y="910"/>
                </a:lnTo>
                <a:lnTo>
                  <a:pt x="1491" y="918"/>
                </a:lnTo>
                <a:lnTo>
                  <a:pt x="1469" y="928"/>
                </a:lnTo>
                <a:lnTo>
                  <a:pt x="1449" y="940"/>
                </a:lnTo>
                <a:lnTo>
                  <a:pt x="1430" y="955"/>
                </a:lnTo>
                <a:lnTo>
                  <a:pt x="1412" y="970"/>
                </a:lnTo>
                <a:lnTo>
                  <a:pt x="1241" y="1141"/>
                </a:lnTo>
                <a:lnTo>
                  <a:pt x="1227" y="1155"/>
                </a:lnTo>
                <a:lnTo>
                  <a:pt x="1211" y="1166"/>
                </a:lnTo>
                <a:lnTo>
                  <a:pt x="1194" y="1176"/>
                </a:lnTo>
                <a:lnTo>
                  <a:pt x="1177" y="1185"/>
                </a:lnTo>
                <a:lnTo>
                  <a:pt x="1158" y="1191"/>
                </a:lnTo>
                <a:lnTo>
                  <a:pt x="1139" y="1196"/>
                </a:lnTo>
                <a:lnTo>
                  <a:pt x="1120" y="1199"/>
                </a:lnTo>
                <a:lnTo>
                  <a:pt x="1100" y="1200"/>
                </a:lnTo>
                <a:lnTo>
                  <a:pt x="1080" y="1199"/>
                </a:lnTo>
                <a:lnTo>
                  <a:pt x="1061" y="1196"/>
                </a:lnTo>
                <a:lnTo>
                  <a:pt x="1042" y="1191"/>
                </a:lnTo>
                <a:lnTo>
                  <a:pt x="1023" y="1185"/>
                </a:lnTo>
                <a:lnTo>
                  <a:pt x="1006" y="1176"/>
                </a:lnTo>
                <a:lnTo>
                  <a:pt x="989" y="1166"/>
                </a:lnTo>
                <a:lnTo>
                  <a:pt x="973" y="1155"/>
                </a:lnTo>
                <a:lnTo>
                  <a:pt x="959" y="1141"/>
                </a:lnTo>
                <a:lnTo>
                  <a:pt x="945" y="1127"/>
                </a:lnTo>
                <a:lnTo>
                  <a:pt x="934" y="1111"/>
                </a:lnTo>
                <a:lnTo>
                  <a:pt x="924" y="1094"/>
                </a:lnTo>
                <a:lnTo>
                  <a:pt x="915" y="1077"/>
                </a:lnTo>
                <a:lnTo>
                  <a:pt x="909" y="1058"/>
                </a:lnTo>
                <a:lnTo>
                  <a:pt x="904" y="1039"/>
                </a:lnTo>
                <a:lnTo>
                  <a:pt x="901" y="1020"/>
                </a:lnTo>
                <a:lnTo>
                  <a:pt x="900" y="1000"/>
                </a:lnTo>
                <a:lnTo>
                  <a:pt x="901" y="980"/>
                </a:lnTo>
                <a:lnTo>
                  <a:pt x="904" y="961"/>
                </a:lnTo>
                <a:lnTo>
                  <a:pt x="909" y="942"/>
                </a:lnTo>
                <a:lnTo>
                  <a:pt x="915" y="923"/>
                </a:lnTo>
                <a:lnTo>
                  <a:pt x="924" y="906"/>
                </a:lnTo>
                <a:lnTo>
                  <a:pt x="934" y="889"/>
                </a:lnTo>
                <a:lnTo>
                  <a:pt x="945" y="873"/>
                </a:lnTo>
                <a:lnTo>
                  <a:pt x="959" y="859"/>
                </a:lnTo>
                <a:lnTo>
                  <a:pt x="1241" y="582"/>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54" name="Google Shape;1354;p57"/>
          <p:cNvSpPr txBox="1"/>
          <p:nvPr/>
        </p:nvSpPr>
        <p:spPr>
          <a:xfrm>
            <a:off x="274327" y="4553712"/>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heart-handshake</a:t>
            </a:r>
            <a:endParaRPr sz="1100"/>
          </a:p>
        </p:txBody>
      </p:sp>
      <p:sp>
        <p:nvSpPr>
          <p:cNvPr id="1355" name="Google Shape;1355;p57"/>
          <p:cNvSpPr/>
          <p:nvPr/>
        </p:nvSpPr>
        <p:spPr>
          <a:xfrm>
            <a:off x="1927589" y="4142232"/>
            <a:ext cx="377202" cy="377190"/>
          </a:xfrm>
          <a:custGeom>
            <a:rect b="b" l="l" r="r" t="t"/>
            <a:pathLst>
              <a:path extrusionOk="0" fill="none" h="2400" w="2400">
                <a:moveTo>
                  <a:pt x="2200" y="1200"/>
                </a:moveTo>
                <a:cubicBezTo>
                  <a:pt x="2200" y="1752"/>
                  <a:pt x="1752" y="2200"/>
                  <a:pt x="1200" y="2200"/>
                </a:cubicBezTo>
                <a:cubicBezTo>
                  <a:pt x="648" y="2200"/>
                  <a:pt x="200" y="1752"/>
                  <a:pt x="200" y="1200"/>
                </a:cubicBezTo>
                <a:cubicBezTo>
                  <a:pt x="200" y="648"/>
                  <a:pt x="648" y="200"/>
                  <a:pt x="1200" y="200"/>
                </a:cubicBezTo>
                <a:cubicBezTo>
                  <a:pt x="1752" y="200"/>
                  <a:pt x="2200" y="648"/>
                  <a:pt x="2200" y="1200"/>
                </a:cubicBezTo>
                <a:close/>
                <a:moveTo>
                  <a:pt x="1200" y="200"/>
                </a:moveTo>
                <a:lnTo>
                  <a:pt x="1110" y="304"/>
                </a:lnTo>
                <a:lnTo>
                  <a:pt x="1030" y="417"/>
                </a:lnTo>
                <a:lnTo>
                  <a:pt x="961" y="536"/>
                </a:lnTo>
                <a:lnTo>
                  <a:pt x="904" y="661"/>
                </a:lnTo>
                <a:lnTo>
                  <a:pt x="859" y="792"/>
                </a:lnTo>
                <a:lnTo>
                  <a:pt x="826" y="926"/>
                </a:lnTo>
                <a:lnTo>
                  <a:pt x="807" y="1062"/>
                </a:lnTo>
                <a:lnTo>
                  <a:pt x="800" y="1200"/>
                </a:lnTo>
                <a:lnTo>
                  <a:pt x="807" y="1338"/>
                </a:lnTo>
                <a:lnTo>
                  <a:pt x="826" y="1474"/>
                </a:lnTo>
                <a:lnTo>
                  <a:pt x="859" y="1608"/>
                </a:lnTo>
                <a:lnTo>
                  <a:pt x="904" y="1739"/>
                </a:lnTo>
                <a:lnTo>
                  <a:pt x="961" y="1864"/>
                </a:lnTo>
                <a:lnTo>
                  <a:pt x="1030" y="1983"/>
                </a:lnTo>
                <a:lnTo>
                  <a:pt x="1110" y="2096"/>
                </a:lnTo>
                <a:lnTo>
                  <a:pt x="1200" y="2200"/>
                </a:lnTo>
                <a:lnTo>
                  <a:pt x="1290" y="2096"/>
                </a:lnTo>
                <a:lnTo>
                  <a:pt x="1370" y="1983"/>
                </a:lnTo>
                <a:lnTo>
                  <a:pt x="1439" y="1864"/>
                </a:lnTo>
                <a:lnTo>
                  <a:pt x="1496" y="1739"/>
                </a:lnTo>
                <a:lnTo>
                  <a:pt x="1541" y="1608"/>
                </a:lnTo>
                <a:lnTo>
                  <a:pt x="1574" y="1474"/>
                </a:lnTo>
                <a:lnTo>
                  <a:pt x="1593" y="1338"/>
                </a:lnTo>
                <a:lnTo>
                  <a:pt x="1600" y="1200"/>
                </a:lnTo>
                <a:lnTo>
                  <a:pt x="1593" y="1062"/>
                </a:lnTo>
                <a:lnTo>
                  <a:pt x="1574" y="926"/>
                </a:lnTo>
                <a:lnTo>
                  <a:pt x="1541" y="792"/>
                </a:lnTo>
                <a:lnTo>
                  <a:pt x="1496" y="661"/>
                </a:lnTo>
                <a:lnTo>
                  <a:pt x="1439" y="536"/>
                </a:lnTo>
                <a:lnTo>
                  <a:pt x="1370" y="417"/>
                </a:lnTo>
                <a:lnTo>
                  <a:pt x="1290" y="304"/>
                </a:lnTo>
                <a:lnTo>
                  <a:pt x="1200" y="200"/>
                </a:lnTo>
                <a:moveTo>
                  <a:pt x="200" y="1200"/>
                </a:moveTo>
                <a:lnTo>
                  <a:pt x="2200" y="12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56" name="Google Shape;1356;p57"/>
          <p:cNvSpPr txBox="1"/>
          <p:nvPr/>
        </p:nvSpPr>
        <p:spPr>
          <a:xfrm>
            <a:off x="1502235" y="4553712"/>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globe</a:t>
            </a:r>
            <a:endParaRPr sz="1100"/>
          </a:p>
        </p:txBody>
      </p:sp>
      <p:sp>
        <p:nvSpPr>
          <p:cNvPr id="1357" name="Google Shape;1357;p57"/>
          <p:cNvSpPr/>
          <p:nvPr/>
        </p:nvSpPr>
        <p:spPr>
          <a:xfrm>
            <a:off x="3155497" y="4142232"/>
            <a:ext cx="377202" cy="377190"/>
          </a:xfrm>
          <a:custGeom>
            <a:rect b="b" l="l" r="r" t="t"/>
            <a:pathLst>
              <a:path extrusionOk="0" fill="none" h="2400" w="2400">
                <a:moveTo>
                  <a:pt x="1411" y="555"/>
                </a:moveTo>
                <a:lnTo>
                  <a:pt x="1421" y="560"/>
                </a:lnTo>
                <a:lnTo>
                  <a:pt x="1432" y="564"/>
                </a:lnTo>
                <a:lnTo>
                  <a:pt x="1443" y="568"/>
                </a:lnTo>
                <a:lnTo>
                  <a:pt x="1454" y="571"/>
                </a:lnTo>
                <a:lnTo>
                  <a:pt x="1465" y="573"/>
                </a:lnTo>
                <a:lnTo>
                  <a:pt x="1477" y="575"/>
                </a:lnTo>
                <a:lnTo>
                  <a:pt x="1488" y="576"/>
                </a:lnTo>
                <a:lnTo>
                  <a:pt x="1500" y="576"/>
                </a:lnTo>
                <a:lnTo>
                  <a:pt x="1512" y="576"/>
                </a:lnTo>
                <a:lnTo>
                  <a:pt x="1523" y="575"/>
                </a:lnTo>
                <a:lnTo>
                  <a:pt x="1535" y="573"/>
                </a:lnTo>
                <a:lnTo>
                  <a:pt x="1546" y="571"/>
                </a:lnTo>
                <a:lnTo>
                  <a:pt x="1557" y="568"/>
                </a:lnTo>
                <a:lnTo>
                  <a:pt x="1568" y="564"/>
                </a:lnTo>
                <a:lnTo>
                  <a:pt x="1579" y="560"/>
                </a:lnTo>
                <a:lnTo>
                  <a:pt x="1589" y="555"/>
                </a:lnTo>
                <a:lnTo>
                  <a:pt x="1955" y="372"/>
                </a:lnTo>
                <a:lnTo>
                  <a:pt x="1967" y="367"/>
                </a:lnTo>
                <a:lnTo>
                  <a:pt x="1979" y="364"/>
                </a:lnTo>
                <a:lnTo>
                  <a:pt x="1992" y="362"/>
                </a:lnTo>
                <a:lnTo>
                  <a:pt x="2005" y="362"/>
                </a:lnTo>
                <a:lnTo>
                  <a:pt x="2017" y="363"/>
                </a:lnTo>
                <a:lnTo>
                  <a:pt x="2030" y="366"/>
                </a:lnTo>
                <a:lnTo>
                  <a:pt x="2041" y="371"/>
                </a:lnTo>
                <a:lnTo>
                  <a:pt x="2053" y="377"/>
                </a:lnTo>
                <a:lnTo>
                  <a:pt x="2063" y="384"/>
                </a:lnTo>
                <a:lnTo>
                  <a:pt x="2072" y="393"/>
                </a:lnTo>
                <a:lnTo>
                  <a:pt x="2081" y="402"/>
                </a:lnTo>
                <a:lnTo>
                  <a:pt x="2087" y="413"/>
                </a:lnTo>
                <a:lnTo>
                  <a:pt x="2093" y="425"/>
                </a:lnTo>
                <a:lnTo>
                  <a:pt x="2097" y="437"/>
                </a:lnTo>
                <a:lnTo>
                  <a:pt x="2099" y="449"/>
                </a:lnTo>
                <a:lnTo>
                  <a:pt x="2100" y="462"/>
                </a:lnTo>
                <a:lnTo>
                  <a:pt x="2100" y="1738"/>
                </a:lnTo>
                <a:lnTo>
                  <a:pt x="2100" y="1745"/>
                </a:lnTo>
                <a:lnTo>
                  <a:pt x="2099" y="1752"/>
                </a:lnTo>
                <a:lnTo>
                  <a:pt x="2098" y="1759"/>
                </a:lnTo>
                <a:lnTo>
                  <a:pt x="2096" y="1766"/>
                </a:lnTo>
                <a:lnTo>
                  <a:pt x="2094" y="1772"/>
                </a:lnTo>
                <a:lnTo>
                  <a:pt x="2091" y="1779"/>
                </a:lnTo>
                <a:lnTo>
                  <a:pt x="2088" y="1785"/>
                </a:lnTo>
                <a:lnTo>
                  <a:pt x="2085" y="1791"/>
                </a:lnTo>
                <a:lnTo>
                  <a:pt x="2081" y="1797"/>
                </a:lnTo>
                <a:lnTo>
                  <a:pt x="2077" y="1802"/>
                </a:lnTo>
                <a:lnTo>
                  <a:pt x="2072" y="1807"/>
                </a:lnTo>
                <a:lnTo>
                  <a:pt x="2067" y="1812"/>
                </a:lnTo>
                <a:lnTo>
                  <a:pt x="2062" y="1817"/>
                </a:lnTo>
                <a:lnTo>
                  <a:pt x="2057" y="1821"/>
                </a:lnTo>
                <a:lnTo>
                  <a:pt x="2051" y="1824"/>
                </a:lnTo>
                <a:lnTo>
                  <a:pt x="2045" y="1828"/>
                </a:lnTo>
                <a:lnTo>
                  <a:pt x="1589" y="2055"/>
                </a:lnTo>
                <a:lnTo>
                  <a:pt x="1579" y="2060"/>
                </a:lnTo>
                <a:lnTo>
                  <a:pt x="1568" y="2065"/>
                </a:lnTo>
                <a:lnTo>
                  <a:pt x="1557" y="2068"/>
                </a:lnTo>
                <a:lnTo>
                  <a:pt x="1546" y="2071"/>
                </a:lnTo>
                <a:lnTo>
                  <a:pt x="1535" y="2073"/>
                </a:lnTo>
                <a:lnTo>
                  <a:pt x="1523" y="2075"/>
                </a:lnTo>
                <a:lnTo>
                  <a:pt x="1512" y="2076"/>
                </a:lnTo>
                <a:lnTo>
                  <a:pt x="1500" y="2076"/>
                </a:lnTo>
                <a:lnTo>
                  <a:pt x="1488" y="2076"/>
                </a:lnTo>
                <a:lnTo>
                  <a:pt x="1477" y="2075"/>
                </a:lnTo>
                <a:lnTo>
                  <a:pt x="1465" y="2073"/>
                </a:lnTo>
                <a:lnTo>
                  <a:pt x="1454" y="2071"/>
                </a:lnTo>
                <a:lnTo>
                  <a:pt x="1443" y="2068"/>
                </a:lnTo>
                <a:lnTo>
                  <a:pt x="1432" y="2065"/>
                </a:lnTo>
                <a:lnTo>
                  <a:pt x="1421" y="2060"/>
                </a:lnTo>
                <a:lnTo>
                  <a:pt x="1411" y="2055"/>
                </a:lnTo>
                <a:lnTo>
                  <a:pt x="989" y="1845"/>
                </a:lnTo>
                <a:lnTo>
                  <a:pt x="979" y="1840"/>
                </a:lnTo>
                <a:lnTo>
                  <a:pt x="968" y="1836"/>
                </a:lnTo>
                <a:lnTo>
                  <a:pt x="957" y="1832"/>
                </a:lnTo>
                <a:lnTo>
                  <a:pt x="946" y="1829"/>
                </a:lnTo>
                <a:lnTo>
                  <a:pt x="935" y="1827"/>
                </a:lnTo>
                <a:lnTo>
                  <a:pt x="923" y="1825"/>
                </a:lnTo>
                <a:lnTo>
                  <a:pt x="912" y="1824"/>
                </a:lnTo>
                <a:lnTo>
                  <a:pt x="900" y="1824"/>
                </a:lnTo>
                <a:lnTo>
                  <a:pt x="888" y="1824"/>
                </a:lnTo>
                <a:lnTo>
                  <a:pt x="877" y="1825"/>
                </a:lnTo>
                <a:lnTo>
                  <a:pt x="865" y="1827"/>
                </a:lnTo>
                <a:lnTo>
                  <a:pt x="854" y="1829"/>
                </a:lnTo>
                <a:lnTo>
                  <a:pt x="843" y="1832"/>
                </a:lnTo>
                <a:lnTo>
                  <a:pt x="832" y="1836"/>
                </a:lnTo>
                <a:lnTo>
                  <a:pt x="821" y="1840"/>
                </a:lnTo>
                <a:lnTo>
                  <a:pt x="811" y="1845"/>
                </a:lnTo>
                <a:lnTo>
                  <a:pt x="445" y="2028"/>
                </a:lnTo>
                <a:lnTo>
                  <a:pt x="433" y="2033"/>
                </a:lnTo>
                <a:lnTo>
                  <a:pt x="421" y="2036"/>
                </a:lnTo>
                <a:lnTo>
                  <a:pt x="408" y="2038"/>
                </a:lnTo>
                <a:lnTo>
                  <a:pt x="395" y="2038"/>
                </a:lnTo>
                <a:lnTo>
                  <a:pt x="383" y="2037"/>
                </a:lnTo>
                <a:lnTo>
                  <a:pt x="370" y="2034"/>
                </a:lnTo>
                <a:lnTo>
                  <a:pt x="359" y="2029"/>
                </a:lnTo>
                <a:lnTo>
                  <a:pt x="347" y="2023"/>
                </a:lnTo>
                <a:lnTo>
                  <a:pt x="337" y="2016"/>
                </a:lnTo>
                <a:lnTo>
                  <a:pt x="328" y="2007"/>
                </a:lnTo>
                <a:lnTo>
                  <a:pt x="319" y="1998"/>
                </a:lnTo>
                <a:lnTo>
                  <a:pt x="313" y="1987"/>
                </a:lnTo>
                <a:lnTo>
                  <a:pt x="307" y="1975"/>
                </a:lnTo>
                <a:lnTo>
                  <a:pt x="303" y="1963"/>
                </a:lnTo>
                <a:lnTo>
                  <a:pt x="301" y="1951"/>
                </a:lnTo>
                <a:lnTo>
                  <a:pt x="300" y="1938"/>
                </a:lnTo>
                <a:lnTo>
                  <a:pt x="300" y="662"/>
                </a:lnTo>
                <a:lnTo>
                  <a:pt x="300" y="655"/>
                </a:lnTo>
                <a:lnTo>
                  <a:pt x="301" y="648"/>
                </a:lnTo>
                <a:lnTo>
                  <a:pt x="302" y="641"/>
                </a:lnTo>
                <a:lnTo>
                  <a:pt x="304" y="634"/>
                </a:lnTo>
                <a:lnTo>
                  <a:pt x="306" y="628"/>
                </a:lnTo>
                <a:lnTo>
                  <a:pt x="309" y="621"/>
                </a:lnTo>
                <a:lnTo>
                  <a:pt x="312" y="615"/>
                </a:lnTo>
                <a:lnTo>
                  <a:pt x="315" y="609"/>
                </a:lnTo>
                <a:lnTo>
                  <a:pt x="319" y="603"/>
                </a:lnTo>
                <a:lnTo>
                  <a:pt x="323" y="598"/>
                </a:lnTo>
                <a:lnTo>
                  <a:pt x="328" y="593"/>
                </a:lnTo>
                <a:lnTo>
                  <a:pt x="333" y="588"/>
                </a:lnTo>
                <a:lnTo>
                  <a:pt x="338" y="584"/>
                </a:lnTo>
                <a:lnTo>
                  <a:pt x="343" y="579"/>
                </a:lnTo>
                <a:lnTo>
                  <a:pt x="349" y="576"/>
                </a:lnTo>
                <a:lnTo>
                  <a:pt x="355" y="572"/>
                </a:lnTo>
                <a:lnTo>
                  <a:pt x="811" y="345"/>
                </a:lnTo>
                <a:lnTo>
                  <a:pt x="821" y="340"/>
                </a:lnTo>
                <a:lnTo>
                  <a:pt x="832" y="336"/>
                </a:lnTo>
                <a:lnTo>
                  <a:pt x="843" y="332"/>
                </a:lnTo>
                <a:lnTo>
                  <a:pt x="854" y="329"/>
                </a:lnTo>
                <a:lnTo>
                  <a:pt x="865" y="327"/>
                </a:lnTo>
                <a:lnTo>
                  <a:pt x="877" y="325"/>
                </a:lnTo>
                <a:lnTo>
                  <a:pt x="888" y="324"/>
                </a:lnTo>
                <a:lnTo>
                  <a:pt x="900" y="324"/>
                </a:lnTo>
                <a:lnTo>
                  <a:pt x="912" y="324"/>
                </a:lnTo>
                <a:lnTo>
                  <a:pt x="923" y="325"/>
                </a:lnTo>
                <a:lnTo>
                  <a:pt x="935" y="327"/>
                </a:lnTo>
                <a:lnTo>
                  <a:pt x="946" y="329"/>
                </a:lnTo>
                <a:lnTo>
                  <a:pt x="957" y="332"/>
                </a:lnTo>
                <a:lnTo>
                  <a:pt x="968" y="336"/>
                </a:lnTo>
                <a:lnTo>
                  <a:pt x="979" y="340"/>
                </a:lnTo>
                <a:lnTo>
                  <a:pt x="989" y="345"/>
                </a:lnTo>
                <a:lnTo>
                  <a:pt x="1411" y="555"/>
                </a:lnTo>
                <a:moveTo>
                  <a:pt x="1500" y="576"/>
                </a:moveTo>
                <a:lnTo>
                  <a:pt x="1500" y="2076"/>
                </a:lnTo>
                <a:moveTo>
                  <a:pt x="900" y="324"/>
                </a:moveTo>
                <a:lnTo>
                  <a:pt x="900" y="1824"/>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58" name="Google Shape;1358;p57"/>
          <p:cNvSpPr txBox="1"/>
          <p:nvPr/>
        </p:nvSpPr>
        <p:spPr>
          <a:xfrm>
            <a:off x="2730143" y="4553712"/>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map</a:t>
            </a:r>
            <a:endParaRPr sz="1100"/>
          </a:p>
        </p:txBody>
      </p:sp>
      <p:sp>
        <p:nvSpPr>
          <p:cNvPr id="1359" name="Google Shape;1359;p57"/>
          <p:cNvSpPr/>
          <p:nvPr/>
        </p:nvSpPr>
        <p:spPr>
          <a:xfrm>
            <a:off x="4383405" y="4142232"/>
            <a:ext cx="377202" cy="377190"/>
          </a:xfrm>
          <a:custGeom>
            <a:rect b="b" l="l" r="r" t="t"/>
            <a:pathLst>
              <a:path extrusionOk="0" fill="none" h="2400" w="2400">
                <a:moveTo>
                  <a:pt x="2000" y="1000"/>
                </a:moveTo>
                <a:cubicBezTo>
                  <a:pt x="2000" y="1499"/>
                  <a:pt x="1446" y="2019"/>
                  <a:pt x="1260" y="2180"/>
                </a:cubicBezTo>
                <a:lnTo>
                  <a:pt x="1253" y="2184"/>
                </a:lnTo>
                <a:lnTo>
                  <a:pt x="1246" y="2189"/>
                </a:lnTo>
                <a:lnTo>
                  <a:pt x="1239" y="2192"/>
                </a:lnTo>
                <a:lnTo>
                  <a:pt x="1232" y="2195"/>
                </a:lnTo>
                <a:lnTo>
                  <a:pt x="1224" y="2197"/>
                </a:lnTo>
                <a:lnTo>
                  <a:pt x="1216" y="2199"/>
                </a:lnTo>
                <a:lnTo>
                  <a:pt x="1208" y="2200"/>
                </a:lnTo>
                <a:lnTo>
                  <a:pt x="1200" y="2200"/>
                </a:lnTo>
                <a:lnTo>
                  <a:pt x="1192" y="2200"/>
                </a:lnTo>
                <a:lnTo>
                  <a:pt x="1184" y="2199"/>
                </a:lnTo>
                <a:lnTo>
                  <a:pt x="1176" y="2197"/>
                </a:lnTo>
                <a:lnTo>
                  <a:pt x="1168" y="2195"/>
                </a:lnTo>
                <a:lnTo>
                  <a:pt x="1161" y="2192"/>
                </a:lnTo>
                <a:lnTo>
                  <a:pt x="1154" y="2189"/>
                </a:lnTo>
                <a:lnTo>
                  <a:pt x="1147" y="2184"/>
                </a:lnTo>
                <a:lnTo>
                  <a:pt x="1140" y="2180"/>
                </a:lnTo>
                <a:cubicBezTo>
                  <a:pt x="954" y="2019"/>
                  <a:pt x="400" y="1499"/>
                  <a:pt x="400" y="1000"/>
                </a:cubicBezTo>
                <a:lnTo>
                  <a:pt x="415" y="844"/>
                </a:lnTo>
                <a:lnTo>
                  <a:pt x="461" y="694"/>
                </a:lnTo>
                <a:lnTo>
                  <a:pt x="535" y="556"/>
                </a:lnTo>
                <a:lnTo>
                  <a:pt x="634" y="434"/>
                </a:lnTo>
                <a:lnTo>
                  <a:pt x="756" y="335"/>
                </a:lnTo>
                <a:lnTo>
                  <a:pt x="894" y="261"/>
                </a:lnTo>
                <a:lnTo>
                  <a:pt x="1044" y="215"/>
                </a:lnTo>
                <a:lnTo>
                  <a:pt x="1200" y="200"/>
                </a:lnTo>
                <a:lnTo>
                  <a:pt x="1356" y="215"/>
                </a:lnTo>
                <a:lnTo>
                  <a:pt x="1506" y="261"/>
                </a:lnTo>
                <a:lnTo>
                  <a:pt x="1644" y="335"/>
                </a:lnTo>
                <a:lnTo>
                  <a:pt x="1766" y="434"/>
                </a:lnTo>
                <a:lnTo>
                  <a:pt x="1865" y="556"/>
                </a:lnTo>
                <a:lnTo>
                  <a:pt x="1939" y="694"/>
                </a:lnTo>
                <a:lnTo>
                  <a:pt x="1985" y="844"/>
                </a:lnTo>
                <a:lnTo>
                  <a:pt x="2000" y="1000"/>
                </a:lnTo>
                <a:moveTo>
                  <a:pt x="1500" y="1000"/>
                </a:moveTo>
                <a:cubicBezTo>
                  <a:pt x="1500" y="1166"/>
                  <a:pt x="1366" y="1300"/>
                  <a:pt x="1200" y="1300"/>
                </a:cubicBezTo>
                <a:cubicBezTo>
                  <a:pt x="1034" y="1300"/>
                  <a:pt x="900" y="1166"/>
                  <a:pt x="900" y="1000"/>
                </a:cubicBezTo>
                <a:cubicBezTo>
                  <a:pt x="900" y="834"/>
                  <a:pt x="1034" y="700"/>
                  <a:pt x="1200" y="700"/>
                </a:cubicBezTo>
                <a:cubicBezTo>
                  <a:pt x="1366" y="700"/>
                  <a:pt x="1500" y="834"/>
                  <a:pt x="1500" y="1000"/>
                </a:cubicBezTo>
                <a:close/>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60" name="Google Shape;1360;p57"/>
          <p:cNvSpPr txBox="1"/>
          <p:nvPr/>
        </p:nvSpPr>
        <p:spPr>
          <a:xfrm>
            <a:off x="3958051" y="4553712"/>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map-pin</a:t>
            </a:r>
            <a:endParaRPr sz="1100"/>
          </a:p>
        </p:txBody>
      </p:sp>
      <p:sp>
        <p:nvSpPr>
          <p:cNvPr id="1361" name="Google Shape;1361;p57"/>
          <p:cNvSpPr/>
          <p:nvPr/>
        </p:nvSpPr>
        <p:spPr>
          <a:xfrm>
            <a:off x="5611313" y="4142232"/>
            <a:ext cx="377202" cy="377190"/>
          </a:xfrm>
          <a:custGeom>
            <a:rect b="b" l="l" r="r" t="t"/>
            <a:pathLst>
              <a:path extrusionOk="0" fill="none" h="2400" w="2400">
                <a:moveTo>
                  <a:pt x="1800" y="800"/>
                </a:moveTo>
                <a:cubicBezTo>
                  <a:pt x="1800" y="1161"/>
                  <a:pt x="1413" y="1543"/>
                  <a:pt x="1261" y="1680"/>
                </a:cubicBezTo>
                <a:lnTo>
                  <a:pt x="1254" y="1684"/>
                </a:lnTo>
                <a:lnTo>
                  <a:pt x="1247" y="1688"/>
                </a:lnTo>
                <a:lnTo>
                  <a:pt x="1240" y="1692"/>
                </a:lnTo>
                <a:lnTo>
                  <a:pt x="1232" y="1695"/>
                </a:lnTo>
                <a:lnTo>
                  <a:pt x="1224" y="1697"/>
                </a:lnTo>
                <a:lnTo>
                  <a:pt x="1216" y="1699"/>
                </a:lnTo>
                <a:lnTo>
                  <a:pt x="1208" y="1700"/>
                </a:lnTo>
                <a:lnTo>
                  <a:pt x="1200" y="1700"/>
                </a:lnTo>
                <a:lnTo>
                  <a:pt x="1192" y="1700"/>
                </a:lnTo>
                <a:lnTo>
                  <a:pt x="1184" y="1699"/>
                </a:lnTo>
                <a:lnTo>
                  <a:pt x="1176" y="1697"/>
                </a:lnTo>
                <a:lnTo>
                  <a:pt x="1168" y="1695"/>
                </a:lnTo>
                <a:lnTo>
                  <a:pt x="1160" y="1692"/>
                </a:lnTo>
                <a:lnTo>
                  <a:pt x="1153" y="1688"/>
                </a:lnTo>
                <a:lnTo>
                  <a:pt x="1146" y="1684"/>
                </a:lnTo>
                <a:lnTo>
                  <a:pt x="1139" y="1680"/>
                </a:lnTo>
                <a:cubicBezTo>
                  <a:pt x="987" y="1543"/>
                  <a:pt x="600" y="1161"/>
                  <a:pt x="600" y="800"/>
                </a:cubicBezTo>
                <a:lnTo>
                  <a:pt x="612" y="683"/>
                </a:lnTo>
                <a:lnTo>
                  <a:pt x="646" y="570"/>
                </a:lnTo>
                <a:lnTo>
                  <a:pt x="701" y="467"/>
                </a:lnTo>
                <a:lnTo>
                  <a:pt x="776" y="376"/>
                </a:lnTo>
                <a:lnTo>
                  <a:pt x="867" y="301"/>
                </a:lnTo>
                <a:lnTo>
                  <a:pt x="970" y="246"/>
                </a:lnTo>
                <a:lnTo>
                  <a:pt x="1083" y="212"/>
                </a:lnTo>
                <a:lnTo>
                  <a:pt x="1200" y="200"/>
                </a:lnTo>
                <a:lnTo>
                  <a:pt x="1317" y="212"/>
                </a:lnTo>
                <a:lnTo>
                  <a:pt x="1430" y="246"/>
                </a:lnTo>
                <a:lnTo>
                  <a:pt x="1533" y="301"/>
                </a:lnTo>
                <a:lnTo>
                  <a:pt x="1624" y="376"/>
                </a:lnTo>
                <a:lnTo>
                  <a:pt x="1699" y="467"/>
                </a:lnTo>
                <a:lnTo>
                  <a:pt x="1754" y="570"/>
                </a:lnTo>
                <a:lnTo>
                  <a:pt x="1788" y="683"/>
                </a:lnTo>
                <a:lnTo>
                  <a:pt x="1800" y="800"/>
                </a:lnTo>
                <a:moveTo>
                  <a:pt x="1400" y="800"/>
                </a:moveTo>
                <a:cubicBezTo>
                  <a:pt x="1400" y="910"/>
                  <a:pt x="1310" y="1000"/>
                  <a:pt x="1200" y="1000"/>
                </a:cubicBezTo>
                <a:cubicBezTo>
                  <a:pt x="1090" y="1000"/>
                  <a:pt x="1000" y="910"/>
                  <a:pt x="1000" y="800"/>
                </a:cubicBezTo>
                <a:cubicBezTo>
                  <a:pt x="1000" y="690"/>
                  <a:pt x="1090" y="600"/>
                  <a:pt x="1200" y="600"/>
                </a:cubicBezTo>
                <a:cubicBezTo>
                  <a:pt x="1310" y="600"/>
                  <a:pt x="1400" y="690"/>
                  <a:pt x="1400" y="800"/>
                </a:cubicBezTo>
                <a:close/>
                <a:moveTo>
                  <a:pt x="871" y="1400"/>
                </a:moveTo>
                <a:lnTo>
                  <a:pt x="500" y="1400"/>
                </a:lnTo>
                <a:lnTo>
                  <a:pt x="493" y="1400"/>
                </a:lnTo>
                <a:lnTo>
                  <a:pt x="485" y="1401"/>
                </a:lnTo>
                <a:lnTo>
                  <a:pt x="477" y="1403"/>
                </a:lnTo>
                <a:lnTo>
                  <a:pt x="470" y="1405"/>
                </a:lnTo>
                <a:lnTo>
                  <a:pt x="462" y="1408"/>
                </a:lnTo>
                <a:lnTo>
                  <a:pt x="455" y="1411"/>
                </a:lnTo>
                <a:lnTo>
                  <a:pt x="448" y="1415"/>
                </a:lnTo>
                <a:lnTo>
                  <a:pt x="442" y="1419"/>
                </a:lnTo>
                <a:lnTo>
                  <a:pt x="436" y="1424"/>
                </a:lnTo>
                <a:lnTo>
                  <a:pt x="430" y="1429"/>
                </a:lnTo>
                <a:lnTo>
                  <a:pt x="425" y="1435"/>
                </a:lnTo>
                <a:lnTo>
                  <a:pt x="420" y="1441"/>
                </a:lnTo>
                <a:lnTo>
                  <a:pt x="416" y="1447"/>
                </a:lnTo>
                <a:lnTo>
                  <a:pt x="412" y="1454"/>
                </a:lnTo>
                <a:lnTo>
                  <a:pt x="408" y="1461"/>
                </a:lnTo>
                <a:lnTo>
                  <a:pt x="406" y="1468"/>
                </a:lnTo>
                <a:lnTo>
                  <a:pt x="205" y="2068"/>
                </a:lnTo>
                <a:lnTo>
                  <a:pt x="202" y="2080"/>
                </a:lnTo>
                <a:lnTo>
                  <a:pt x="200" y="2091"/>
                </a:lnTo>
                <a:lnTo>
                  <a:pt x="200" y="2103"/>
                </a:lnTo>
                <a:lnTo>
                  <a:pt x="201" y="2115"/>
                </a:lnTo>
                <a:lnTo>
                  <a:pt x="204" y="2127"/>
                </a:lnTo>
                <a:lnTo>
                  <a:pt x="207" y="2138"/>
                </a:lnTo>
                <a:lnTo>
                  <a:pt x="213" y="2148"/>
                </a:lnTo>
                <a:lnTo>
                  <a:pt x="219" y="2158"/>
                </a:lnTo>
                <a:lnTo>
                  <a:pt x="226" y="2168"/>
                </a:lnTo>
                <a:lnTo>
                  <a:pt x="235" y="2176"/>
                </a:lnTo>
                <a:lnTo>
                  <a:pt x="244" y="2183"/>
                </a:lnTo>
                <a:lnTo>
                  <a:pt x="254" y="2189"/>
                </a:lnTo>
                <a:lnTo>
                  <a:pt x="265" y="2194"/>
                </a:lnTo>
                <a:lnTo>
                  <a:pt x="277" y="2197"/>
                </a:lnTo>
                <a:lnTo>
                  <a:pt x="288" y="2199"/>
                </a:lnTo>
                <a:lnTo>
                  <a:pt x="300" y="2200"/>
                </a:lnTo>
                <a:lnTo>
                  <a:pt x="2100" y="2200"/>
                </a:lnTo>
                <a:lnTo>
                  <a:pt x="2112" y="2199"/>
                </a:lnTo>
                <a:lnTo>
                  <a:pt x="2123" y="2197"/>
                </a:lnTo>
                <a:lnTo>
                  <a:pt x="2135" y="2194"/>
                </a:lnTo>
                <a:lnTo>
                  <a:pt x="2146" y="2189"/>
                </a:lnTo>
                <a:lnTo>
                  <a:pt x="2156" y="2183"/>
                </a:lnTo>
                <a:lnTo>
                  <a:pt x="2165" y="2176"/>
                </a:lnTo>
                <a:lnTo>
                  <a:pt x="2174" y="2168"/>
                </a:lnTo>
                <a:lnTo>
                  <a:pt x="2181" y="2158"/>
                </a:lnTo>
                <a:lnTo>
                  <a:pt x="2187" y="2148"/>
                </a:lnTo>
                <a:lnTo>
                  <a:pt x="2192" y="2138"/>
                </a:lnTo>
                <a:lnTo>
                  <a:pt x="2196" y="2127"/>
                </a:lnTo>
                <a:lnTo>
                  <a:pt x="2199" y="2115"/>
                </a:lnTo>
                <a:lnTo>
                  <a:pt x="2200" y="2103"/>
                </a:lnTo>
                <a:lnTo>
                  <a:pt x="2200" y="2092"/>
                </a:lnTo>
                <a:lnTo>
                  <a:pt x="2198" y="2080"/>
                </a:lnTo>
                <a:lnTo>
                  <a:pt x="2195" y="2068"/>
                </a:lnTo>
                <a:lnTo>
                  <a:pt x="1995" y="1468"/>
                </a:lnTo>
                <a:lnTo>
                  <a:pt x="1992" y="1461"/>
                </a:lnTo>
                <a:lnTo>
                  <a:pt x="1989" y="1454"/>
                </a:lnTo>
                <a:lnTo>
                  <a:pt x="1985" y="1447"/>
                </a:lnTo>
                <a:lnTo>
                  <a:pt x="1980" y="1441"/>
                </a:lnTo>
                <a:lnTo>
                  <a:pt x="1976" y="1435"/>
                </a:lnTo>
                <a:lnTo>
                  <a:pt x="1970" y="1429"/>
                </a:lnTo>
                <a:lnTo>
                  <a:pt x="1965" y="1424"/>
                </a:lnTo>
                <a:lnTo>
                  <a:pt x="1958" y="1419"/>
                </a:lnTo>
                <a:lnTo>
                  <a:pt x="1952" y="1415"/>
                </a:lnTo>
                <a:lnTo>
                  <a:pt x="1945" y="1411"/>
                </a:lnTo>
                <a:lnTo>
                  <a:pt x="1938" y="1408"/>
                </a:lnTo>
                <a:lnTo>
                  <a:pt x="1931" y="1405"/>
                </a:lnTo>
                <a:lnTo>
                  <a:pt x="1923" y="1403"/>
                </a:lnTo>
                <a:lnTo>
                  <a:pt x="1915" y="1401"/>
                </a:lnTo>
                <a:lnTo>
                  <a:pt x="1908" y="1400"/>
                </a:lnTo>
                <a:lnTo>
                  <a:pt x="1900" y="1400"/>
                </a:lnTo>
                <a:lnTo>
                  <a:pt x="1529" y="14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62" name="Google Shape;1362;p57"/>
          <p:cNvSpPr txBox="1"/>
          <p:nvPr/>
        </p:nvSpPr>
        <p:spPr>
          <a:xfrm>
            <a:off x="5185959" y="4553712"/>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map-pinned</a:t>
            </a:r>
            <a:endParaRPr sz="1100"/>
          </a:p>
        </p:txBody>
      </p:sp>
      <p:sp>
        <p:nvSpPr>
          <p:cNvPr id="1363" name="Google Shape;1363;p57"/>
          <p:cNvSpPr/>
          <p:nvPr/>
        </p:nvSpPr>
        <p:spPr>
          <a:xfrm>
            <a:off x="6839221" y="4142232"/>
            <a:ext cx="377202" cy="377190"/>
          </a:xfrm>
          <a:custGeom>
            <a:rect b="b" l="l" r="r" t="t"/>
            <a:pathLst>
              <a:path extrusionOk="0" fill="none" h="2400" w="2400">
                <a:moveTo>
                  <a:pt x="2200" y="1200"/>
                </a:moveTo>
                <a:cubicBezTo>
                  <a:pt x="2200" y="1752"/>
                  <a:pt x="1752" y="2200"/>
                  <a:pt x="1200" y="2200"/>
                </a:cubicBezTo>
                <a:cubicBezTo>
                  <a:pt x="648" y="2200"/>
                  <a:pt x="200" y="1752"/>
                  <a:pt x="200" y="1200"/>
                </a:cubicBezTo>
                <a:cubicBezTo>
                  <a:pt x="200" y="648"/>
                  <a:pt x="648" y="200"/>
                  <a:pt x="1200" y="200"/>
                </a:cubicBezTo>
                <a:cubicBezTo>
                  <a:pt x="1752" y="200"/>
                  <a:pt x="2200" y="648"/>
                  <a:pt x="2200" y="1200"/>
                </a:cubicBezTo>
                <a:close/>
                <a:moveTo>
                  <a:pt x="1624" y="776"/>
                </a:moveTo>
                <a:lnTo>
                  <a:pt x="1444" y="1317"/>
                </a:lnTo>
                <a:lnTo>
                  <a:pt x="1440" y="1328"/>
                </a:lnTo>
                <a:lnTo>
                  <a:pt x="1435" y="1339"/>
                </a:lnTo>
                <a:lnTo>
                  <a:pt x="1430" y="1349"/>
                </a:lnTo>
                <a:lnTo>
                  <a:pt x="1424" y="1359"/>
                </a:lnTo>
                <a:lnTo>
                  <a:pt x="1418" y="1369"/>
                </a:lnTo>
                <a:lnTo>
                  <a:pt x="1411" y="1378"/>
                </a:lnTo>
                <a:lnTo>
                  <a:pt x="1403" y="1387"/>
                </a:lnTo>
                <a:lnTo>
                  <a:pt x="1395" y="1395"/>
                </a:lnTo>
                <a:lnTo>
                  <a:pt x="1387" y="1403"/>
                </a:lnTo>
                <a:lnTo>
                  <a:pt x="1378" y="1411"/>
                </a:lnTo>
                <a:lnTo>
                  <a:pt x="1369" y="1418"/>
                </a:lnTo>
                <a:lnTo>
                  <a:pt x="1359" y="1424"/>
                </a:lnTo>
                <a:lnTo>
                  <a:pt x="1349" y="1430"/>
                </a:lnTo>
                <a:lnTo>
                  <a:pt x="1339" y="1435"/>
                </a:lnTo>
                <a:lnTo>
                  <a:pt x="1328" y="1440"/>
                </a:lnTo>
                <a:lnTo>
                  <a:pt x="1317" y="1444"/>
                </a:lnTo>
                <a:lnTo>
                  <a:pt x="776" y="1624"/>
                </a:lnTo>
                <a:lnTo>
                  <a:pt x="956" y="1083"/>
                </a:lnTo>
                <a:lnTo>
                  <a:pt x="960" y="1072"/>
                </a:lnTo>
                <a:lnTo>
                  <a:pt x="965" y="1061"/>
                </a:lnTo>
                <a:lnTo>
                  <a:pt x="970" y="1051"/>
                </a:lnTo>
                <a:lnTo>
                  <a:pt x="976" y="1041"/>
                </a:lnTo>
                <a:lnTo>
                  <a:pt x="982" y="1031"/>
                </a:lnTo>
                <a:lnTo>
                  <a:pt x="989" y="1022"/>
                </a:lnTo>
                <a:lnTo>
                  <a:pt x="997" y="1013"/>
                </a:lnTo>
                <a:lnTo>
                  <a:pt x="1005" y="1005"/>
                </a:lnTo>
                <a:lnTo>
                  <a:pt x="1013" y="997"/>
                </a:lnTo>
                <a:lnTo>
                  <a:pt x="1022" y="989"/>
                </a:lnTo>
                <a:lnTo>
                  <a:pt x="1031" y="982"/>
                </a:lnTo>
                <a:lnTo>
                  <a:pt x="1041" y="976"/>
                </a:lnTo>
                <a:lnTo>
                  <a:pt x="1051" y="970"/>
                </a:lnTo>
                <a:lnTo>
                  <a:pt x="1061" y="965"/>
                </a:lnTo>
                <a:lnTo>
                  <a:pt x="1072" y="960"/>
                </a:lnTo>
                <a:lnTo>
                  <a:pt x="1083" y="956"/>
                </a:lnTo>
                <a:lnTo>
                  <a:pt x="1624" y="776"/>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64" name="Google Shape;1364;p57"/>
          <p:cNvSpPr txBox="1"/>
          <p:nvPr/>
        </p:nvSpPr>
        <p:spPr>
          <a:xfrm>
            <a:off x="6413867" y="4553712"/>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compass</a:t>
            </a:r>
            <a:endParaRPr sz="1100"/>
          </a:p>
        </p:txBody>
      </p:sp>
      <p:sp>
        <p:nvSpPr>
          <p:cNvPr id="1365" name="Google Shape;1365;p57"/>
          <p:cNvSpPr/>
          <p:nvPr/>
        </p:nvSpPr>
        <p:spPr>
          <a:xfrm>
            <a:off x="8067129" y="4142232"/>
            <a:ext cx="377202" cy="377190"/>
          </a:xfrm>
          <a:custGeom>
            <a:rect b="b" l="l" r="r" t="t"/>
            <a:pathLst>
              <a:path extrusionOk="0" fill="none" h="2400" w="2400">
                <a:moveTo>
                  <a:pt x="2142" y="1092"/>
                </a:moveTo>
                <a:lnTo>
                  <a:pt x="2155" y="1085"/>
                </a:lnTo>
                <a:lnTo>
                  <a:pt x="2167" y="1077"/>
                </a:lnTo>
                <a:lnTo>
                  <a:pt x="2177" y="1067"/>
                </a:lnTo>
                <a:lnTo>
                  <a:pt x="2186" y="1055"/>
                </a:lnTo>
                <a:lnTo>
                  <a:pt x="2193" y="1042"/>
                </a:lnTo>
                <a:lnTo>
                  <a:pt x="2198" y="1028"/>
                </a:lnTo>
                <a:lnTo>
                  <a:pt x="2201" y="1014"/>
                </a:lnTo>
                <a:lnTo>
                  <a:pt x="2202" y="1000"/>
                </a:lnTo>
                <a:lnTo>
                  <a:pt x="2200" y="985"/>
                </a:lnTo>
                <a:lnTo>
                  <a:pt x="2197" y="971"/>
                </a:lnTo>
                <a:lnTo>
                  <a:pt x="2192" y="957"/>
                </a:lnTo>
                <a:lnTo>
                  <a:pt x="2185" y="945"/>
                </a:lnTo>
                <a:lnTo>
                  <a:pt x="2176" y="933"/>
                </a:lnTo>
                <a:lnTo>
                  <a:pt x="2165" y="923"/>
                </a:lnTo>
                <a:lnTo>
                  <a:pt x="2153" y="915"/>
                </a:lnTo>
                <a:lnTo>
                  <a:pt x="2140" y="908"/>
                </a:lnTo>
                <a:lnTo>
                  <a:pt x="1283" y="518"/>
                </a:lnTo>
                <a:lnTo>
                  <a:pt x="1273" y="514"/>
                </a:lnTo>
                <a:lnTo>
                  <a:pt x="1263" y="510"/>
                </a:lnTo>
                <a:lnTo>
                  <a:pt x="1253" y="507"/>
                </a:lnTo>
                <a:lnTo>
                  <a:pt x="1242" y="505"/>
                </a:lnTo>
                <a:lnTo>
                  <a:pt x="1232" y="503"/>
                </a:lnTo>
                <a:lnTo>
                  <a:pt x="1221" y="501"/>
                </a:lnTo>
                <a:lnTo>
                  <a:pt x="1211" y="500"/>
                </a:lnTo>
                <a:lnTo>
                  <a:pt x="1200" y="500"/>
                </a:lnTo>
                <a:lnTo>
                  <a:pt x="1189" y="500"/>
                </a:lnTo>
                <a:lnTo>
                  <a:pt x="1179" y="501"/>
                </a:lnTo>
                <a:lnTo>
                  <a:pt x="1168" y="503"/>
                </a:lnTo>
                <a:lnTo>
                  <a:pt x="1158" y="505"/>
                </a:lnTo>
                <a:lnTo>
                  <a:pt x="1147" y="507"/>
                </a:lnTo>
                <a:lnTo>
                  <a:pt x="1137" y="510"/>
                </a:lnTo>
                <a:lnTo>
                  <a:pt x="1127" y="514"/>
                </a:lnTo>
                <a:lnTo>
                  <a:pt x="1117" y="518"/>
                </a:lnTo>
                <a:lnTo>
                  <a:pt x="260" y="908"/>
                </a:lnTo>
                <a:lnTo>
                  <a:pt x="247" y="915"/>
                </a:lnTo>
                <a:lnTo>
                  <a:pt x="236" y="923"/>
                </a:lnTo>
                <a:lnTo>
                  <a:pt x="225" y="933"/>
                </a:lnTo>
                <a:lnTo>
                  <a:pt x="216" y="945"/>
                </a:lnTo>
                <a:lnTo>
                  <a:pt x="209" y="958"/>
                </a:lnTo>
                <a:lnTo>
                  <a:pt x="204" y="971"/>
                </a:lnTo>
                <a:lnTo>
                  <a:pt x="201" y="985"/>
                </a:lnTo>
                <a:lnTo>
                  <a:pt x="200" y="1000"/>
                </a:lnTo>
                <a:lnTo>
                  <a:pt x="201" y="1014"/>
                </a:lnTo>
                <a:lnTo>
                  <a:pt x="204" y="1028"/>
                </a:lnTo>
                <a:lnTo>
                  <a:pt x="209" y="1042"/>
                </a:lnTo>
                <a:lnTo>
                  <a:pt x="216" y="1054"/>
                </a:lnTo>
                <a:lnTo>
                  <a:pt x="225" y="1066"/>
                </a:lnTo>
                <a:lnTo>
                  <a:pt x="236" y="1076"/>
                </a:lnTo>
                <a:lnTo>
                  <a:pt x="247" y="1084"/>
                </a:lnTo>
                <a:lnTo>
                  <a:pt x="260" y="1091"/>
                </a:lnTo>
                <a:lnTo>
                  <a:pt x="1117" y="1482"/>
                </a:lnTo>
                <a:lnTo>
                  <a:pt x="1127" y="1486"/>
                </a:lnTo>
                <a:lnTo>
                  <a:pt x="1137" y="1490"/>
                </a:lnTo>
                <a:lnTo>
                  <a:pt x="1147" y="1493"/>
                </a:lnTo>
                <a:lnTo>
                  <a:pt x="1158" y="1495"/>
                </a:lnTo>
                <a:lnTo>
                  <a:pt x="1168" y="1497"/>
                </a:lnTo>
                <a:lnTo>
                  <a:pt x="1179" y="1499"/>
                </a:lnTo>
                <a:lnTo>
                  <a:pt x="1189" y="1500"/>
                </a:lnTo>
                <a:lnTo>
                  <a:pt x="1200" y="1500"/>
                </a:lnTo>
                <a:lnTo>
                  <a:pt x="1211" y="1500"/>
                </a:lnTo>
                <a:lnTo>
                  <a:pt x="1221" y="1499"/>
                </a:lnTo>
                <a:lnTo>
                  <a:pt x="1232" y="1497"/>
                </a:lnTo>
                <a:lnTo>
                  <a:pt x="1242" y="1495"/>
                </a:lnTo>
                <a:lnTo>
                  <a:pt x="1253" y="1493"/>
                </a:lnTo>
                <a:lnTo>
                  <a:pt x="1263" y="1490"/>
                </a:lnTo>
                <a:lnTo>
                  <a:pt x="1273" y="1486"/>
                </a:lnTo>
                <a:lnTo>
                  <a:pt x="1283" y="1482"/>
                </a:lnTo>
                <a:lnTo>
                  <a:pt x="2142" y="1092"/>
                </a:lnTo>
                <a:moveTo>
                  <a:pt x="2200" y="1000"/>
                </a:moveTo>
                <a:lnTo>
                  <a:pt x="2200" y="1600"/>
                </a:lnTo>
                <a:moveTo>
                  <a:pt x="600" y="1250"/>
                </a:moveTo>
                <a:lnTo>
                  <a:pt x="600" y="1600"/>
                </a:lnTo>
                <a:lnTo>
                  <a:pt x="612" y="1659"/>
                </a:lnTo>
                <a:lnTo>
                  <a:pt x="646" y="1715"/>
                </a:lnTo>
                <a:lnTo>
                  <a:pt x="701" y="1767"/>
                </a:lnTo>
                <a:lnTo>
                  <a:pt x="776" y="1812"/>
                </a:lnTo>
                <a:lnTo>
                  <a:pt x="867" y="1849"/>
                </a:lnTo>
                <a:lnTo>
                  <a:pt x="970" y="1877"/>
                </a:lnTo>
                <a:lnTo>
                  <a:pt x="1083" y="1894"/>
                </a:lnTo>
                <a:lnTo>
                  <a:pt x="1200" y="1900"/>
                </a:lnTo>
                <a:lnTo>
                  <a:pt x="1317" y="1894"/>
                </a:lnTo>
                <a:lnTo>
                  <a:pt x="1430" y="1877"/>
                </a:lnTo>
                <a:lnTo>
                  <a:pt x="1533" y="1849"/>
                </a:lnTo>
                <a:lnTo>
                  <a:pt x="1624" y="1812"/>
                </a:lnTo>
                <a:lnTo>
                  <a:pt x="1699" y="1767"/>
                </a:lnTo>
                <a:lnTo>
                  <a:pt x="1754" y="1715"/>
                </a:lnTo>
                <a:lnTo>
                  <a:pt x="1788" y="1659"/>
                </a:lnTo>
                <a:lnTo>
                  <a:pt x="1800" y="1600"/>
                </a:lnTo>
                <a:lnTo>
                  <a:pt x="1800" y="125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66" name="Google Shape;1366;p57"/>
          <p:cNvSpPr txBox="1"/>
          <p:nvPr/>
        </p:nvSpPr>
        <p:spPr>
          <a:xfrm>
            <a:off x="7641775" y="4553712"/>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graduation-cap</a:t>
            </a:r>
            <a:endParaRPr sz="11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0" name="Shape 1370"/>
        <p:cNvGrpSpPr/>
        <p:nvPr/>
      </p:nvGrpSpPr>
      <p:grpSpPr>
        <a:xfrm>
          <a:off x="0" y="0"/>
          <a:ext cx="0" cy="0"/>
          <a:chOff x="0" y="0"/>
          <a:chExt cx="0" cy="0"/>
        </a:xfrm>
      </p:grpSpPr>
      <p:sp>
        <p:nvSpPr>
          <p:cNvPr id="1371" name="Google Shape;1371;p58"/>
          <p:cNvSpPr txBox="1"/>
          <p:nvPr/>
        </p:nvSpPr>
        <p:spPr>
          <a:xfrm>
            <a:off x="342909" y="205740"/>
            <a:ext cx="84354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1500">
                <a:solidFill>
                  <a:srgbClr val="1E3A5F"/>
                </a:solidFill>
                <a:latin typeface="Arial"/>
                <a:ea typeface="Arial"/>
                <a:cs typeface="Arial"/>
                <a:sym typeface="Arial"/>
              </a:rPr>
              <a:t>Productividad: tiempo, tareas, archivos</a:t>
            </a:r>
            <a:endParaRPr sz="1100"/>
          </a:p>
        </p:txBody>
      </p:sp>
      <p:sp>
        <p:nvSpPr>
          <p:cNvPr id="1372" name="Google Shape;1372;p58"/>
          <p:cNvSpPr txBox="1"/>
          <p:nvPr/>
        </p:nvSpPr>
        <p:spPr>
          <a:xfrm>
            <a:off x="342909" y="514350"/>
            <a:ext cx="8435400" cy="123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 sz="800">
                <a:solidFill>
                  <a:srgbClr val="6B7280"/>
                </a:solidFill>
                <a:latin typeface="Arial"/>
                <a:ea typeface="Arial"/>
                <a:cs typeface="Arial"/>
                <a:sym typeface="Arial"/>
              </a:rPr>
              <a:t>Calendario, recordatorios, listas, documentos.</a:t>
            </a:r>
            <a:endParaRPr sz="1100"/>
          </a:p>
        </p:txBody>
      </p:sp>
      <p:sp>
        <p:nvSpPr>
          <p:cNvPr id="1373" name="Google Shape;1373;p58"/>
          <p:cNvSpPr/>
          <p:nvPr/>
        </p:nvSpPr>
        <p:spPr>
          <a:xfrm>
            <a:off x="699681" y="960120"/>
            <a:ext cx="377202" cy="377190"/>
          </a:xfrm>
          <a:custGeom>
            <a:rect b="b" l="l" r="r" t="t"/>
            <a:pathLst>
              <a:path extrusionOk="0" fill="none" h="2400" w="2400">
                <a:moveTo>
                  <a:pt x="800" y="200"/>
                </a:moveTo>
                <a:lnTo>
                  <a:pt x="800" y="600"/>
                </a:lnTo>
                <a:moveTo>
                  <a:pt x="1600" y="200"/>
                </a:moveTo>
                <a:lnTo>
                  <a:pt x="1600" y="600"/>
                </a:lnTo>
                <a:moveTo>
                  <a:pt x="500" y="400"/>
                </a:moveTo>
                <a:lnTo>
                  <a:pt x="1900" y="400"/>
                </a:lnTo>
                <a:cubicBezTo>
                  <a:pt x="2010" y="400"/>
                  <a:pt x="2100" y="490"/>
                  <a:pt x="2100" y="600"/>
                </a:cubicBezTo>
                <a:lnTo>
                  <a:pt x="2100" y="2000"/>
                </a:lnTo>
                <a:cubicBezTo>
                  <a:pt x="2100" y="2110"/>
                  <a:pt x="2010" y="2200"/>
                  <a:pt x="1900" y="2200"/>
                </a:cubicBezTo>
                <a:lnTo>
                  <a:pt x="500" y="2200"/>
                </a:lnTo>
                <a:cubicBezTo>
                  <a:pt x="390" y="2200"/>
                  <a:pt x="300" y="2110"/>
                  <a:pt x="300" y="2000"/>
                </a:cubicBezTo>
                <a:lnTo>
                  <a:pt x="300" y="600"/>
                </a:lnTo>
                <a:cubicBezTo>
                  <a:pt x="300" y="490"/>
                  <a:pt x="390" y="400"/>
                  <a:pt x="500" y="400"/>
                </a:cubicBezTo>
                <a:close/>
                <a:moveTo>
                  <a:pt x="300" y="1000"/>
                </a:moveTo>
                <a:lnTo>
                  <a:pt x="2100" y="10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74" name="Google Shape;1374;p58"/>
          <p:cNvSpPr txBox="1"/>
          <p:nvPr/>
        </p:nvSpPr>
        <p:spPr>
          <a:xfrm>
            <a:off x="274327" y="1371600"/>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calendar</a:t>
            </a:r>
            <a:endParaRPr sz="1100"/>
          </a:p>
        </p:txBody>
      </p:sp>
      <p:sp>
        <p:nvSpPr>
          <p:cNvPr id="1375" name="Google Shape;1375;p58"/>
          <p:cNvSpPr/>
          <p:nvPr/>
        </p:nvSpPr>
        <p:spPr>
          <a:xfrm>
            <a:off x="1927589" y="960120"/>
            <a:ext cx="377202" cy="377190"/>
          </a:xfrm>
          <a:custGeom>
            <a:rect b="b" l="l" r="r" t="t"/>
            <a:pathLst>
              <a:path extrusionOk="0" fill="none" h="2400" w="2400">
                <a:moveTo>
                  <a:pt x="800" y="200"/>
                </a:moveTo>
                <a:lnTo>
                  <a:pt x="800" y="600"/>
                </a:lnTo>
                <a:moveTo>
                  <a:pt x="1600" y="200"/>
                </a:moveTo>
                <a:lnTo>
                  <a:pt x="1600" y="600"/>
                </a:lnTo>
                <a:moveTo>
                  <a:pt x="500" y="400"/>
                </a:moveTo>
                <a:lnTo>
                  <a:pt x="1900" y="400"/>
                </a:lnTo>
                <a:cubicBezTo>
                  <a:pt x="2010" y="400"/>
                  <a:pt x="2100" y="490"/>
                  <a:pt x="2100" y="600"/>
                </a:cubicBezTo>
                <a:lnTo>
                  <a:pt x="2100" y="2000"/>
                </a:lnTo>
                <a:cubicBezTo>
                  <a:pt x="2100" y="2110"/>
                  <a:pt x="2010" y="2200"/>
                  <a:pt x="1900" y="2200"/>
                </a:cubicBezTo>
                <a:lnTo>
                  <a:pt x="500" y="2200"/>
                </a:lnTo>
                <a:cubicBezTo>
                  <a:pt x="390" y="2200"/>
                  <a:pt x="300" y="2110"/>
                  <a:pt x="300" y="2000"/>
                </a:cubicBezTo>
                <a:lnTo>
                  <a:pt x="300" y="600"/>
                </a:lnTo>
                <a:cubicBezTo>
                  <a:pt x="300" y="490"/>
                  <a:pt x="390" y="400"/>
                  <a:pt x="500" y="400"/>
                </a:cubicBezTo>
                <a:close/>
                <a:moveTo>
                  <a:pt x="300" y="1000"/>
                </a:moveTo>
                <a:lnTo>
                  <a:pt x="2100" y="1000"/>
                </a:lnTo>
                <a:moveTo>
                  <a:pt x="900" y="1600"/>
                </a:moveTo>
                <a:lnTo>
                  <a:pt x="1100" y="1800"/>
                </a:lnTo>
                <a:lnTo>
                  <a:pt x="1500" y="14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76" name="Google Shape;1376;p58"/>
          <p:cNvSpPr txBox="1"/>
          <p:nvPr/>
        </p:nvSpPr>
        <p:spPr>
          <a:xfrm>
            <a:off x="1502235" y="1371600"/>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calendar-check</a:t>
            </a:r>
            <a:endParaRPr sz="1100"/>
          </a:p>
        </p:txBody>
      </p:sp>
      <p:sp>
        <p:nvSpPr>
          <p:cNvPr id="1377" name="Google Shape;1377;p58"/>
          <p:cNvSpPr/>
          <p:nvPr/>
        </p:nvSpPr>
        <p:spPr>
          <a:xfrm>
            <a:off x="3155497" y="960120"/>
            <a:ext cx="377202" cy="377190"/>
          </a:xfrm>
          <a:custGeom>
            <a:rect b="b" l="l" r="r" t="t"/>
            <a:pathLst>
              <a:path extrusionOk="0" fill="none" h="2400" w="2400">
                <a:moveTo>
                  <a:pt x="1600" y="1400"/>
                </a:moveTo>
                <a:lnTo>
                  <a:pt x="1600" y="1620"/>
                </a:lnTo>
                <a:lnTo>
                  <a:pt x="1760" y="1720"/>
                </a:lnTo>
                <a:moveTo>
                  <a:pt x="1600" y="200"/>
                </a:moveTo>
                <a:lnTo>
                  <a:pt x="1600" y="600"/>
                </a:lnTo>
                <a:moveTo>
                  <a:pt x="2100" y="750"/>
                </a:moveTo>
                <a:lnTo>
                  <a:pt x="2100" y="600"/>
                </a:lnTo>
                <a:lnTo>
                  <a:pt x="2099" y="580"/>
                </a:lnTo>
                <a:lnTo>
                  <a:pt x="2096" y="561"/>
                </a:lnTo>
                <a:lnTo>
                  <a:pt x="2091" y="542"/>
                </a:lnTo>
                <a:lnTo>
                  <a:pt x="2085" y="523"/>
                </a:lnTo>
                <a:lnTo>
                  <a:pt x="2076" y="506"/>
                </a:lnTo>
                <a:lnTo>
                  <a:pt x="2066" y="489"/>
                </a:lnTo>
                <a:lnTo>
                  <a:pt x="2055" y="473"/>
                </a:lnTo>
                <a:lnTo>
                  <a:pt x="2041" y="459"/>
                </a:lnTo>
                <a:lnTo>
                  <a:pt x="2027" y="445"/>
                </a:lnTo>
                <a:lnTo>
                  <a:pt x="2011" y="434"/>
                </a:lnTo>
                <a:lnTo>
                  <a:pt x="1994" y="424"/>
                </a:lnTo>
                <a:lnTo>
                  <a:pt x="1977" y="415"/>
                </a:lnTo>
                <a:lnTo>
                  <a:pt x="1958" y="409"/>
                </a:lnTo>
                <a:lnTo>
                  <a:pt x="1939" y="404"/>
                </a:lnTo>
                <a:lnTo>
                  <a:pt x="1920" y="401"/>
                </a:lnTo>
                <a:lnTo>
                  <a:pt x="1900" y="400"/>
                </a:lnTo>
                <a:lnTo>
                  <a:pt x="500" y="400"/>
                </a:lnTo>
                <a:lnTo>
                  <a:pt x="480" y="401"/>
                </a:lnTo>
                <a:lnTo>
                  <a:pt x="461" y="404"/>
                </a:lnTo>
                <a:lnTo>
                  <a:pt x="442" y="409"/>
                </a:lnTo>
                <a:lnTo>
                  <a:pt x="423" y="415"/>
                </a:lnTo>
                <a:lnTo>
                  <a:pt x="406" y="424"/>
                </a:lnTo>
                <a:lnTo>
                  <a:pt x="389" y="434"/>
                </a:lnTo>
                <a:lnTo>
                  <a:pt x="373" y="445"/>
                </a:lnTo>
                <a:lnTo>
                  <a:pt x="359" y="459"/>
                </a:lnTo>
                <a:lnTo>
                  <a:pt x="345" y="473"/>
                </a:lnTo>
                <a:lnTo>
                  <a:pt x="334" y="489"/>
                </a:lnTo>
                <a:lnTo>
                  <a:pt x="324" y="506"/>
                </a:lnTo>
                <a:lnTo>
                  <a:pt x="315" y="523"/>
                </a:lnTo>
                <a:lnTo>
                  <a:pt x="309" y="542"/>
                </a:lnTo>
                <a:lnTo>
                  <a:pt x="304" y="561"/>
                </a:lnTo>
                <a:lnTo>
                  <a:pt x="301" y="580"/>
                </a:lnTo>
                <a:lnTo>
                  <a:pt x="300" y="600"/>
                </a:lnTo>
                <a:lnTo>
                  <a:pt x="300" y="2000"/>
                </a:lnTo>
                <a:lnTo>
                  <a:pt x="301" y="2020"/>
                </a:lnTo>
                <a:lnTo>
                  <a:pt x="304" y="2039"/>
                </a:lnTo>
                <a:lnTo>
                  <a:pt x="309" y="2058"/>
                </a:lnTo>
                <a:lnTo>
                  <a:pt x="315" y="2077"/>
                </a:lnTo>
                <a:lnTo>
                  <a:pt x="324" y="2094"/>
                </a:lnTo>
                <a:lnTo>
                  <a:pt x="334" y="2111"/>
                </a:lnTo>
                <a:lnTo>
                  <a:pt x="345" y="2127"/>
                </a:lnTo>
                <a:lnTo>
                  <a:pt x="359" y="2141"/>
                </a:lnTo>
                <a:lnTo>
                  <a:pt x="373" y="2155"/>
                </a:lnTo>
                <a:lnTo>
                  <a:pt x="389" y="2166"/>
                </a:lnTo>
                <a:lnTo>
                  <a:pt x="406" y="2176"/>
                </a:lnTo>
                <a:lnTo>
                  <a:pt x="423" y="2185"/>
                </a:lnTo>
                <a:lnTo>
                  <a:pt x="442" y="2191"/>
                </a:lnTo>
                <a:lnTo>
                  <a:pt x="461" y="2196"/>
                </a:lnTo>
                <a:lnTo>
                  <a:pt x="480" y="2199"/>
                </a:lnTo>
                <a:lnTo>
                  <a:pt x="500" y="2200"/>
                </a:lnTo>
                <a:lnTo>
                  <a:pt x="850" y="2200"/>
                </a:lnTo>
                <a:moveTo>
                  <a:pt x="300" y="1000"/>
                </a:moveTo>
                <a:lnTo>
                  <a:pt x="800" y="1000"/>
                </a:lnTo>
                <a:moveTo>
                  <a:pt x="800" y="200"/>
                </a:moveTo>
                <a:lnTo>
                  <a:pt x="800" y="600"/>
                </a:lnTo>
                <a:moveTo>
                  <a:pt x="2200" y="1600"/>
                </a:moveTo>
                <a:cubicBezTo>
                  <a:pt x="2200" y="1931"/>
                  <a:pt x="1931" y="2200"/>
                  <a:pt x="1600" y="2200"/>
                </a:cubicBezTo>
                <a:cubicBezTo>
                  <a:pt x="1269" y="2200"/>
                  <a:pt x="1000" y="1931"/>
                  <a:pt x="1000" y="1600"/>
                </a:cubicBezTo>
                <a:cubicBezTo>
                  <a:pt x="1000" y="1269"/>
                  <a:pt x="1269" y="1000"/>
                  <a:pt x="1600" y="1000"/>
                </a:cubicBezTo>
                <a:cubicBezTo>
                  <a:pt x="1931" y="1000"/>
                  <a:pt x="2200" y="1269"/>
                  <a:pt x="2200" y="1600"/>
                </a:cubicBezTo>
                <a:close/>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78" name="Google Shape;1378;p58"/>
          <p:cNvSpPr txBox="1"/>
          <p:nvPr/>
        </p:nvSpPr>
        <p:spPr>
          <a:xfrm>
            <a:off x="2730143" y="1371600"/>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calendar-clock</a:t>
            </a:r>
            <a:endParaRPr sz="1100"/>
          </a:p>
        </p:txBody>
      </p:sp>
      <p:sp>
        <p:nvSpPr>
          <p:cNvPr id="1379" name="Google Shape;1379;p58"/>
          <p:cNvSpPr/>
          <p:nvPr/>
        </p:nvSpPr>
        <p:spPr>
          <a:xfrm>
            <a:off x="4383405" y="960120"/>
            <a:ext cx="377202" cy="377190"/>
          </a:xfrm>
          <a:custGeom>
            <a:rect b="b" l="l" r="r" t="t"/>
            <a:pathLst>
              <a:path extrusionOk="0" fill="none" h="2400" w="2400">
                <a:moveTo>
                  <a:pt x="800" y="200"/>
                </a:moveTo>
                <a:lnTo>
                  <a:pt x="800" y="600"/>
                </a:lnTo>
                <a:moveTo>
                  <a:pt x="1600" y="200"/>
                </a:moveTo>
                <a:lnTo>
                  <a:pt x="1600" y="600"/>
                </a:lnTo>
                <a:moveTo>
                  <a:pt x="500" y="400"/>
                </a:moveTo>
                <a:lnTo>
                  <a:pt x="1900" y="400"/>
                </a:lnTo>
                <a:cubicBezTo>
                  <a:pt x="2010" y="400"/>
                  <a:pt x="2100" y="490"/>
                  <a:pt x="2100" y="600"/>
                </a:cubicBezTo>
                <a:lnTo>
                  <a:pt x="2100" y="2000"/>
                </a:lnTo>
                <a:cubicBezTo>
                  <a:pt x="2100" y="2110"/>
                  <a:pt x="2010" y="2200"/>
                  <a:pt x="1900" y="2200"/>
                </a:cubicBezTo>
                <a:lnTo>
                  <a:pt x="500" y="2200"/>
                </a:lnTo>
                <a:cubicBezTo>
                  <a:pt x="390" y="2200"/>
                  <a:pt x="300" y="2110"/>
                  <a:pt x="300" y="2000"/>
                </a:cubicBezTo>
                <a:lnTo>
                  <a:pt x="300" y="600"/>
                </a:lnTo>
                <a:cubicBezTo>
                  <a:pt x="300" y="490"/>
                  <a:pt x="390" y="400"/>
                  <a:pt x="500" y="400"/>
                </a:cubicBezTo>
                <a:close/>
                <a:moveTo>
                  <a:pt x="300" y="1000"/>
                </a:moveTo>
                <a:lnTo>
                  <a:pt x="2100" y="1000"/>
                </a:lnTo>
                <a:moveTo>
                  <a:pt x="800" y="1400"/>
                </a:moveTo>
                <a:lnTo>
                  <a:pt x="801" y="1400"/>
                </a:lnTo>
                <a:moveTo>
                  <a:pt x="1200" y="1400"/>
                </a:moveTo>
                <a:lnTo>
                  <a:pt x="1201" y="1400"/>
                </a:lnTo>
                <a:moveTo>
                  <a:pt x="1600" y="1400"/>
                </a:moveTo>
                <a:lnTo>
                  <a:pt x="1601" y="1400"/>
                </a:lnTo>
                <a:moveTo>
                  <a:pt x="800" y="1800"/>
                </a:moveTo>
                <a:lnTo>
                  <a:pt x="801" y="1800"/>
                </a:lnTo>
                <a:moveTo>
                  <a:pt x="1200" y="1800"/>
                </a:moveTo>
                <a:lnTo>
                  <a:pt x="1201" y="1800"/>
                </a:lnTo>
                <a:moveTo>
                  <a:pt x="1600" y="1800"/>
                </a:moveTo>
                <a:lnTo>
                  <a:pt x="1601" y="18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80" name="Google Shape;1380;p58"/>
          <p:cNvSpPr txBox="1"/>
          <p:nvPr/>
        </p:nvSpPr>
        <p:spPr>
          <a:xfrm>
            <a:off x="3958051" y="1371600"/>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calendar-days</a:t>
            </a:r>
            <a:endParaRPr sz="1100"/>
          </a:p>
        </p:txBody>
      </p:sp>
      <p:sp>
        <p:nvSpPr>
          <p:cNvPr id="1381" name="Google Shape;1381;p58"/>
          <p:cNvSpPr/>
          <p:nvPr/>
        </p:nvSpPr>
        <p:spPr>
          <a:xfrm>
            <a:off x="5611313" y="960120"/>
            <a:ext cx="377202" cy="377190"/>
          </a:xfrm>
          <a:custGeom>
            <a:rect b="b" l="l" r="r" t="t"/>
            <a:pathLst>
              <a:path extrusionOk="0" fill="none" h="2400" w="2400">
                <a:moveTo>
                  <a:pt x="500" y="400"/>
                </a:moveTo>
                <a:lnTo>
                  <a:pt x="1900" y="400"/>
                </a:lnTo>
                <a:cubicBezTo>
                  <a:pt x="2010" y="400"/>
                  <a:pt x="2100" y="490"/>
                  <a:pt x="2100" y="600"/>
                </a:cubicBezTo>
                <a:lnTo>
                  <a:pt x="2100" y="2000"/>
                </a:lnTo>
                <a:cubicBezTo>
                  <a:pt x="2100" y="2110"/>
                  <a:pt x="2010" y="2200"/>
                  <a:pt x="1900" y="2200"/>
                </a:cubicBezTo>
                <a:lnTo>
                  <a:pt x="500" y="2200"/>
                </a:lnTo>
                <a:cubicBezTo>
                  <a:pt x="390" y="2200"/>
                  <a:pt x="300" y="2110"/>
                  <a:pt x="300" y="2000"/>
                </a:cubicBezTo>
                <a:lnTo>
                  <a:pt x="300" y="600"/>
                </a:lnTo>
                <a:cubicBezTo>
                  <a:pt x="300" y="490"/>
                  <a:pt x="390" y="400"/>
                  <a:pt x="500" y="400"/>
                </a:cubicBezTo>
                <a:close/>
                <a:moveTo>
                  <a:pt x="1600" y="200"/>
                </a:moveTo>
                <a:lnTo>
                  <a:pt x="1600" y="600"/>
                </a:lnTo>
                <a:moveTo>
                  <a:pt x="300" y="1000"/>
                </a:moveTo>
                <a:lnTo>
                  <a:pt x="2100" y="1000"/>
                </a:lnTo>
                <a:moveTo>
                  <a:pt x="800" y="200"/>
                </a:moveTo>
                <a:lnTo>
                  <a:pt x="800" y="600"/>
                </a:lnTo>
                <a:moveTo>
                  <a:pt x="1700" y="1400"/>
                </a:moveTo>
                <a:lnTo>
                  <a:pt x="1100" y="1400"/>
                </a:lnTo>
                <a:moveTo>
                  <a:pt x="1300" y="1800"/>
                </a:moveTo>
                <a:lnTo>
                  <a:pt x="700" y="1800"/>
                </a:lnTo>
                <a:moveTo>
                  <a:pt x="700" y="1400"/>
                </a:moveTo>
                <a:lnTo>
                  <a:pt x="701" y="1400"/>
                </a:lnTo>
                <a:moveTo>
                  <a:pt x="1700" y="1800"/>
                </a:moveTo>
                <a:lnTo>
                  <a:pt x="1701" y="18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82" name="Google Shape;1382;p58"/>
          <p:cNvSpPr txBox="1"/>
          <p:nvPr/>
        </p:nvSpPr>
        <p:spPr>
          <a:xfrm>
            <a:off x="5185959" y="1371600"/>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calendar-range</a:t>
            </a:r>
            <a:endParaRPr sz="1100"/>
          </a:p>
        </p:txBody>
      </p:sp>
      <p:sp>
        <p:nvSpPr>
          <p:cNvPr id="1383" name="Google Shape;1383;p58"/>
          <p:cNvSpPr/>
          <p:nvPr/>
        </p:nvSpPr>
        <p:spPr>
          <a:xfrm>
            <a:off x="6839221" y="960120"/>
            <a:ext cx="377202" cy="377190"/>
          </a:xfrm>
          <a:custGeom>
            <a:rect b="b" l="l" r="r" t="t"/>
            <a:pathLst>
              <a:path extrusionOk="0" fill="none" h="2400" w="2400">
                <a:moveTo>
                  <a:pt x="1600" y="1900"/>
                </a:moveTo>
                <a:lnTo>
                  <a:pt x="2200" y="1900"/>
                </a:lnTo>
                <a:moveTo>
                  <a:pt x="1600" y="200"/>
                </a:moveTo>
                <a:lnTo>
                  <a:pt x="1600" y="600"/>
                </a:lnTo>
                <a:moveTo>
                  <a:pt x="1900" y="1600"/>
                </a:moveTo>
                <a:lnTo>
                  <a:pt x="1900" y="2200"/>
                </a:lnTo>
                <a:moveTo>
                  <a:pt x="2100" y="1260"/>
                </a:moveTo>
                <a:lnTo>
                  <a:pt x="2100" y="600"/>
                </a:lnTo>
                <a:lnTo>
                  <a:pt x="2099" y="580"/>
                </a:lnTo>
                <a:lnTo>
                  <a:pt x="2096" y="561"/>
                </a:lnTo>
                <a:lnTo>
                  <a:pt x="2091" y="542"/>
                </a:lnTo>
                <a:lnTo>
                  <a:pt x="2085" y="523"/>
                </a:lnTo>
                <a:lnTo>
                  <a:pt x="2076" y="506"/>
                </a:lnTo>
                <a:lnTo>
                  <a:pt x="2066" y="489"/>
                </a:lnTo>
                <a:lnTo>
                  <a:pt x="2055" y="473"/>
                </a:lnTo>
                <a:lnTo>
                  <a:pt x="2041" y="459"/>
                </a:lnTo>
                <a:lnTo>
                  <a:pt x="2027" y="445"/>
                </a:lnTo>
                <a:lnTo>
                  <a:pt x="2011" y="434"/>
                </a:lnTo>
                <a:lnTo>
                  <a:pt x="1994" y="424"/>
                </a:lnTo>
                <a:lnTo>
                  <a:pt x="1977" y="415"/>
                </a:lnTo>
                <a:lnTo>
                  <a:pt x="1958" y="409"/>
                </a:lnTo>
                <a:lnTo>
                  <a:pt x="1939" y="404"/>
                </a:lnTo>
                <a:lnTo>
                  <a:pt x="1920" y="401"/>
                </a:lnTo>
                <a:lnTo>
                  <a:pt x="1900" y="400"/>
                </a:lnTo>
                <a:lnTo>
                  <a:pt x="500" y="400"/>
                </a:lnTo>
                <a:lnTo>
                  <a:pt x="480" y="401"/>
                </a:lnTo>
                <a:lnTo>
                  <a:pt x="461" y="404"/>
                </a:lnTo>
                <a:lnTo>
                  <a:pt x="442" y="409"/>
                </a:lnTo>
                <a:lnTo>
                  <a:pt x="423" y="415"/>
                </a:lnTo>
                <a:lnTo>
                  <a:pt x="406" y="424"/>
                </a:lnTo>
                <a:lnTo>
                  <a:pt x="389" y="434"/>
                </a:lnTo>
                <a:lnTo>
                  <a:pt x="373" y="445"/>
                </a:lnTo>
                <a:lnTo>
                  <a:pt x="359" y="459"/>
                </a:lnTo>
                <a:lnTo>
                  <a:pt x="345" y="473"/>
                </a:lnTo>
                <a:lnTo>
                  <a:pt x="334" y="489"/>
                </a:lnTo>
                <a:lnTo>
                  <a:pt x="324" y="506"/>
                </a:lnTo>
                <a:lnTo>
                  <a:pt x="315" y="523"/>
                </a:lnTo>
                <a:lnTo>
                  <a:pt x="309" y="542"/>
                </a:lnTo>
                <a:lnTo>
                  <a:pt x="304" y="561"/>
                </a:lnTo>
                <a:lnTo>
                  <a:pt x="301" y="580"/>
                </a:lnTo>
                <a:lnTo>
                  <a:pt x="300" y="600"/>
                </a:lnTo>
                <a:lnTo>
                  <a:pt x="300" y="2000"/>
                </a:lnTo>
                <a:lnTo>
                  <a:pt x="301" y="2020"/>
                </a:lnTo>
                <a:lnTo>
                  <a:pt x="304" y="2039"/>
                </a:lnTo>
                <a:lnTo>
                  <a:pt x="309" y="2058"/>
                </a:lnTo>
                <a:lnTo>
                  <a:pt x="315" y="2077"/>
                </a:lnTo>
                <a:lnTo>
                  <a:pt x="324" y="2094"/>
                </a:lnTo>
                <a:lnTo>
                  <a:pt x="334" y="2111"/>
                </a:lnTo>
                <a:lnTo>
                  <a:pt x="345" y="2127"/>
                </a:lnTo>
                <a:lnTo>
                  <a:pt x="359" y="2141"/>
                </a:lnTo>
                <a:lnTo>
                  <a:pt x="373" y="2155"/>
                </a:lnTo>
                <a:lnTo>
                  <a:pt x="389" y="2166"/>
                </a:lnTo>
                <a:lnTo>
                  <a:pt x="406" y="2176"/>
                </a:lnTo>
                <a:lnTo>
                  <a:pt x="423" y="2185"/>
                </a:lnTo>
                <a:lnTo>
                  <a:pt x="442" y="2191"/>
                </a:lnTo>
                <a:lnTo>
                  <a:pt x="461" y="2196"/>
                </a:lnTo>
                <a:lnTo>
                  <a:pt x="480" y="2199"/>
                </a:lnTo>
                <a:lnTo>
                  <a:pt x="500" y="2200"/>
                </a:lnTo>
                <a:lnTo>
                  <a:pt x="1350" y="2200"/>
                </a:lnTo>
                <a:moveTo>
                  <a:pt x="300" y="1000"/>
                </a:moveTo>
                <a:lnTo>
                  <a:pt x="2100" y="1000"/>
                </a:lnTo>
                <a:moveTo>
                  <a:pt x="800" y="200"/>
                </a:moveTo>
                <a:lnTo>
                  <a:pt x="800" y="6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84" name="Google Shape;1384;p58"/>
          <p:cNvSpPr txBox="1"/>
          <p:nvPr/>
        </p:nvSpPr>
        <p:spPr>
          <a:xfrm>
            <a:off x="6413867" y="1371600"/>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calendar-plus</a:t>
            </a:r>
            <a:endParaRPr sz="1100"/>
          </a:p>
        </p:txBody>
      </p:sp>
      <p:sp>
        <p:nvSpPr>
          <p:cNvPr id="1385" name="Google Shape;1385;p58"/>
          <p:cNvSpPr/>
          <p:nvPr/>
        </p:nvSpPr>
        <p:spPr>
          <a:xfrm>
            <a:off x="8067129" y="960120"/>
            <a:ext cx="377202" cy="377190"/>
          </a:xfrm>
          <a:custGeom>
            <a:rect b="b" l="l" r="r" t="t"/>
            <a:pathLst>
              <a:path extrusionOk="0" fill="none" h="2400" w="2400">
                <a:moveTo>
                  <a:pt x="2200" y="1200"/>
                </a:moveTo>
                <a:cubicBezTo>
                  <a:pt x="2200" y="1752"/>
                  <a:pt x="1752" y="2200"/>
                  <a:pt x="1200" y="2200"/>
                </a:cubicBezTo>
                <a:cubicBezTo>
                  <a:pt x="648" y="2200"/>
                  <a:pt x="200" y="1752"/>
                  <a:pt x="200" y="1200"/>
                </a:cubicBezTo>
                <a:cubicBezTo>
                  <a:pt x="200" y="648"/>
                  <a:pt x="648" y="200"/>
                  <a:pt x="1200" y="200"/>
                </a:cubicBezTo>
                <a:cubicBezTo>
                  <a:pt x="1752" y="200"/>
                  <a:pt x="2200" y="648"/>
                  <a:pt x="2200" y="1200"/>
                </a:cubicBezTo>
                <a:close/>
                <a:moveTo>
                  <a:pt x="1200" y="600"/>
                </a:moveTo>
                <a:lnTo>
                  <a:pt x="1200" y="1200"/>
                </a:lnTo>
                <a:lnTo>
                  <a:pt x="1600" y="14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86" name="Google Shape;1386;p58"/>
          <p:cNvSpPr txBox="1"/>
          <p:nvPr/>
        </p:nvSpPr>
        <p:spPr>
          <a:xfrm>
            <a:off x="7641775" y="1371600"/>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clock</a:t>
            </a:r>
            <a:endParaRPr sz="1100"/>
          </a:p>
        </p:txBody>
      </p:sp>
      <p:sp>
        <p:nvSpPr>
          <p:cNvPr id="1387" name="Google Shape;1387;p58"/>
          <p:cNvSpPr/>
          <p:nvPr/>
        </p:nvSpPr>
        <p:spPr>
          <a:xfrm>
            <a:off x="699681" y="1755648"/>
            <a:ext cx="377202" cy="377190"/>
          </a:xfrm>
          <a:custGeom>
            <a:rect b="b" l="l" r="r" t="t"/>
            <a:pathLst>
              <a:path extrusionOk="0" fill="none" h="2400" w="2400">
                <a:moveTo>
                  <a:pt x="1000" y="200"/>
                </a:moveTo>
                <a:lnTo>
                  <a:pt x="1400" y="200"/>
                </a:lnTo>
                <a:moveTo>
                  <a:pt x="1200" y="1400"/>
                </a:moveTo>
                <a:lnTo>
                  <a:pt x="1500" y="1100"/>
                </a:lnTo>
                <a:moveTo>
                  <a:pt x="2000" y="1400"/>
                </a:moveTo>
                <a:cubicBezTo>
                  <a:pt x="2000" y="1842"/>
                  <a:pt x="1642" y="2200"/>
                  <a:pt x="1200" y="2200"/>
                </a:cubicBezTo>
                <a:cubicBezTo>
                  <a:pt x="758" y="2200"/>
                  <a:pt x="400" y="1842"/>
                  <a:pt x="400" y="1400"/>
                </a:cubicBezTo>
                <a:cubicBezTo>
                  <a:pt x="400" y="958"/>
                  <a:pt x="758" y="600"/>
                  <a:pt x="1200" y="600"/>
                </a:cubicBezTo>
                <a:cubicBezTo>
                  <a:pt x="1642" y="600"/>
                  <a:pt x="2000" y="958"/>
                  <a:pt x="2000" y="1400"/>
                </a:cubicBezTo>
                <a:close/>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88" name="Google Shape;1388;p58"/>
          <p:cNvSpPr txBox="1"/>
          <p:nvPr/>
        </p:nvSpPr>
        <p:spPr>
          <a:xfrm>
            <a:off x="274327" y="2167128"/>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timer</a:t>
            </a:r>
            <a:endParaRPr sz="1100"/>
          </a:p>
        </p:txBody>
      </p:sp>
      <p:sp>
        <p:nvSpPr>
          <p:cNvPr id="1389" name="Google Shape;1389;p58"/>
          <p:cNvSpPr/>
          <p:nvPr/>
        </p:nvSpPr>
        <p:spPr>
          <a:xfrm>
            <a:off x="1927589" y="1755648"/>
            <a:ext cx="377202" cy="377190"/>
          </a:xfrm>
          <a:custGeom>
            <a:rect b="b" l="l" r="r" t="t"/>
            <a:pathLst>
              <a:path extrusionOk="0" fill="none" h="2400" w="2400">
                <a:moveTo>
                  <a:pt x="2000" y="1300"/>
                </a:moveTo>
                <a:cubicBezTo>
                  <a:pt x="2000" y="1742"/>
                  <a:pt x="1642" y="2100"/>
                  <a:pt x="1200" y="2100"/>
                </a:cubicBezTo>
                <a:cubicBezTo>
                  <a:pt x="758" y="2100"/>
                  <a:pt x="400" y="1742"/>
                  <a:pt x="400" y="1300"/>
                </a:cubicBezTo>
                <a:cubicBezTo>
                  <a:pt x="400" y="858"/>
                  <a:pt x="758" y="500"/>
                  <a:pt x="1200" y="500"/>
                </a:cubicBezTo>
                <a:cubicBezTo>
                  <a:pt x="1642" y="500"/>
                  <a:pt x="2000" y="858"/>
                  <a:pt x="2000" y="1300"/>
                </a:cubicBezTo>
                <a:close/>
                <a:moveTo>
                  <a:pt x="1200" y="900"/>
                </a:moveTo>
                <a:lnTo>
                  <a:pt x="1200" y="1300"/>
                </a:lnTo>
                <a:lnTo>
                  <a:pt x="1400" y="1500"/>
                </a:lnTo>
                <a:moveTo>
                  <a:pt x="500" y="300"/>
                </a:moveTo>
                <a:lnTo>
                  <a:pt x="200" y="600"/>
                </a:lnTo>
                <a:moveTo>
                  <a:pt x="2200" y="600"/>
                </a:moveTo>
                <a:lnTo>
                  <a:pt x="1900" y="300"/>
                </a:lnTo>
                <a:moveTo>
                  <a:pt x="638" y="1870"/>
                </a:moveTo>
                <a:lnTo>
                  <a:pt x="400" y="2100"/>
                </a:lnTo>
                <a:moveTo>
                  <a:pt x="1764" y="1867"/>
                </a:moveTo>
                <a:lnTo>
                  <a:pt x="2000" y="21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90" name="Google Shape;1390;p58"/>
          <p:cNvSpPr txBox="1"/>
          <p:nvPr/>
        </p:nvSpPr>
        <p:spPr>
          <a:xfrm>
            <a:off x="1502235" y="2167128"/>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alarm-clock</a:t>
            </a:r>
            <a:endParaRPr sz="1100"/>
          </a:p>
        </p:txBody>
      </p:sp>
      <p:sp>
        <p:nvSpPr>
          <p:cNvPr id="1391" name="Google Shape;1391;p58"/>
          <p:cNvSpPr/>
          <p:nvPr/>
        </p:nvSpPr>
        <p:spPr>
          <a:xfrm>
            <a:off x="3155497" y="1755648"/>
            <a:ext cx="377202" cy="377190"/>
          </a:xfrm>
          <a:custGeom>
            <a:rect b="b" l="l" r="r" t="t"/>
            <a:pathLst>
              <a:path extrusionOk="0" fill="none" h="2400" w="2400">
                <a:moveTo>
                  <a:pt x="500" y="2200"/>
                </a:moveTo>
                <a:lnTo>
                  <a:pt x="1900" y="2200"/>
                </a:lnTo>
                <a:moveTo>
                  <a:pt x="500" y="200"/>
                </a:moveTo>
                <a:lnTo>
                  <a:pt x="1900" y="200"/>
                </a:lnTo>
                <a:moveTo>
                  <a:pt x="1700" y="2200"/>
                </a:moveTo>
                <a:lnTo>
                  <a:pt x="1700" y="1783"/>
                </a:lnTo>
                <a:lnTo>
                  <a:pt x="1700" y="1773"/>
                </a:lnTo>
                <a:lnTo>
                  <a:pt x="1699" y="1763"/>
                </a:lnTo>
                <a:lnTo>
                  <a:pt x="1698" y="1753"/>
                </a:lnTo>
                <a:lnTo>
                  <a:pt x="1696" y="1744"/>
                </a:lnTo>
                <a:lnTo>
                  <a:pt x="1694" y="1734"/>
                </a:lnTo>
                <a:lnTo>
                  <a:pt x="1691" y="1725"/>
                </a:lnTo>
                <a:lnTo>
                  <a:pt x="1688" y="1715"/>
                </a:lnTo>
                <a:lnTo>
                  <a:pt x="1685" y="1706"/>
                </a:lnTo>
                <a:lnTo>
                  <a:pt x="1681" y="1697"/>
                </a:lnTo>
                <a:lnTo>
                  <a:pt x="1676" y="1689"/>
                </a:lnTo>
                <a:lnTo>
                  <a:pt x="1672" y="1680"/>
                </a:lnTo>
                <a:lnTo>
                  <a:pt x="1666" y="1672"/>
                </a:lnTo>
                <a:lnTo>
                  <a:pt x="1661" y="1664"/>
                </a:lnTo>
                <a:lnTo>
                  <a:pt x="1655" y="1656"/>
                </a:lnTo>
                <a:lnTo>
                  <a:pt x="1648" y="1649"/>
                </a:lnTo>
                <a:lnTo>
                  <a:pt x="1641" y="1641"/>
                </a:lnTo>
                <a:lnTo>
                  <a:pt x="1200" y="1200"/>
                </a:lnTo>
                <a:lnTo>
                  <a:pt x="759" y="1641"/>
                </a:lnTo>
                <a:lnTo>
                  <a:pt x="752" y="1649"/>
                </a:lnTo>
                <a:lnTo>
                  <a:pt x="745" y="1656"/>
                </a:lnTo>
                <a:lnTo>
                  <a:pt x="739" y="1664"/>
                </a:lnTo>
                <a:lnTo>
                  <a:pt x="734" y="1672"/>
                </a:lnTo>
                <a:lnTo>
                  <a:pt x="728" y="1680"/>
                </a:lnTo>
                <a:lnTo>
                  <a:pt x="724" y="1689"/>
                </a:lnTo>
                <a:lnTo>
                  <a:pt x="719" y="1697"/>
                </a:lnTo>
                <a:lnTo>
                  <a:pt x="715" y="1706"/>
                </a:lnTo>
                <a:lnTo>
                  <a:pt x="712" y="1715"/>
                </a:lnTo>
                <a:lnTo>
                  <a:pt x="709" y="1725"/>
                </a:lnTo>
                <a:lnTo>
                  <a:pt x="706" y="1734"/>
                </a:lnTo>
                <a:lnTo>
                  <a:pt x="704" y="1744"/>
                </a:lnTo>
                <a:lnTo>
                  <a:pt x="702" y="1753"/>
                </a:lnTo>
                <a:lnTo>
                  <a:pt x="701" y="1763"/>
                </a:lnTo>
                <a:lnTo>
                  <a:pt x="700" y="1773"/>
                </a:lnTo>
                <a:lnTo>
                  <a:pt x="700" y="1783"/>
                </a:lnTo>
                <a:lnTo>
                  <a:pt x="700" y="2200"/>
                </a:lnTo>
                <a:moveTo>
                  <a:pt x="700" y="200"/>
                </a:moveTo>
                <a:lnTo>
                  <a:pt x="700" y="617"/>
                </a:lnTo>
                <a:lnTo>
                  <a:pt x="700" y="627"/>
                </a:lnTo>
                <a:lnTo>
                  <a:pt x="701" y="637"/>
                </a:lnTo>
                <a:lnTo>
                  <a:pt x="702" y="647"/>
                </a:lnTo>
                <a:lnTo>
                  <a:pt x="704" y="656"/>
                </a:lnTo>
                <a:lnTo>
                  <a:pt x="706" y="666"/>
                </a:lnTo>
                <a:lnTo>
                  <a:pt x="709" y="675"/>
                </a:lnTo>
                <a:lnTo>
                  <a:pt x="712" y="685"/>
                </a:lnTo>
                <a:lnTo>
                  <a:pt x="715" y="694"/>
                </a:lnTo>
                <a:lnTo>
                  <a:pt x="719" y="703"/>
                </a:lnTo>
                <a:lnTo>
                  <a:pt x="724" y="711"/>
                </a:lnTo>
                <a:lnTo>
                  <a:pt x="728" y="720"/>
                </a:lnTo>
                <a:lnTo>
                  <a:pt x="734" y="728"/>
                </a:lnTo>
                <a:lnTo>
                  <a:pt x="739" y="736"/>
                </a:lnTo>
                <a:lnTo>
                  <a:pt x="745" y="744"/>
                </a:lnTo>
                <a:lnTo>
                  <a:pt x="752" y="751"/>
                </a:lnTo>
                <a:lnTo>
                  <a:pt x="759" y="759"/>
                </a:lnTo>
                <a:lnTo>
                  <a:pt x="1200" y="1200"/>
                </a:lnTo>
                <a:lnTo>
                  <a:pt x="1641" y="759"/>
                </a:lnTo>
                <a:lnTo>
                  <a:pt x="1648" y="751"/>
                </a:lnTo>
                <a:lnTo>
                  <a:pt x="1655" y="744"/>
                </a:lnTo>
                <a:lnTo>
                  <a:pt x="1661" y="736"/>
                </a:lnTo>
                <a:lnTo>
                  <a:pt x="1666" y="728"/>
                </a:lnTo>
                <a:lnTo>
                  <a:pt x="1672" y="720"/>
                </a:lnTo>
                <a:lnTo>
                  <a:pt x="1676" y="711"/>
                </a:lnTo>
                <a:lnTo>
                  <a:pt x="1681" y="703"/>
                </a:lnTo>
                <a:lnTo>
                  <a:pt x="1685" y="694"/>
                </a:lnTo>
                <a:lnTo>
                  <a:pt x="1688" y="685"/>
                </a:lnTo>
                <a:lnTo>
                  <a:pt x="1691" y="675"/>
                </a:lnTo>
                <a:lnTo>
                  <a:pt x="1694" y="666"/>
                </a:lnTo>
                <a:lnTo>
                  <a:pt x="1696" y="656"/>
                </a:lnTo>
                <a:lnTo>
                  <a:pt x="1698" y="647"/>
                </a:lnTo>
                <a:lnTo>
                  <a:pt x="1699" y="637"/>
                </a:lnTo>
                <a:lnTo>
                  <a:pt x="1700" y="627"/>
                </a:lnTo>
                <a:lnTo>
                  <a:pt x="1700" y="617"/>
                </a:lnTo>
                <a:lnTo>
                  <a:pt x="1700" y="2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92" name="Google Shape;1392;p58"/>
          <p:cNvSpPr txBox="1"/>
          <p:nvPr/>
        </p:nvSpPr>
        <p:spPr>
          <a:xfrm>
            <a:off x="2730143" y="2167128"/>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hourglass</a:t>
            </a:r>
            <a:endParaRPr sz="1100"/>
          </a:p>
        </p:txBody>
      </p:sp>
      <p:sp>
        <p:nvSpPr>
          <p:cNvPr id="1393" name="Google Shape;1393;p58"/>
          <p:cNvSpPr/>
          <p:nvPr/>
        </p:nvSpPr>
        <p:spPr>
          <a:xfrm>
            <a:off x="4383405" y="1755648"/>
            <a:ext cx="377202" cy="377190"/>
          </a:xfrm>
          <a:custGeom>
            <a:rect b="b" l="l" r="r" t="t"/>
            <a:pathLst>
              <a:path extrusionOk="0" fill="none" h="2400" w="2400">
                <a:moveTo>
                  <a:pt x="2000" y="600"/>
                </a:moveTo>
                <a:lnTo>
                  <a:pt x="900" y="1700"/>
                </a:lnTo>
                <a:lnTo>
                  <a:pt x="400" y="12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94" name="Google Shape;1394;p58"/>
          <p:cNvSpPr txBox="1"/>
          <p:nvPr/>
        </p:nvSpPr>
        <p:spPr>
          <a:xfrm>
            <a:off x="3958051" y="2167128"/>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check</a:t>
            </a:r>
            <a:endParaRPr sz="1100"/>
          </a:p>
        </p:txBody>
      </p:sp>
      <p:sp>
        <p:nvSpPr>
          <p:cNvPr id="1395" name="Google Shape;1395;p58"/>
          <p:cNvSpPr/>
          <p:nvPr/>
        </p:nvSpPr>
        <p:spPr>
          <a:xfrm>
            <a:off x="5611313" y="1755648"/>
            <a:ext cx="377202" cy="377190"/>
          </a:xfrm>
          <a:custGeom>
            <a:rect b="b" l="l" r="r" t="t"/>
            <a:pathLst>
              <a:path extrusionOk="0" fill="none" h="2400" w="2400">
                <a:moveTo>
                  <a:pt x="1800" y="600"/>
                </a:moveTo>
                <a:lnTo>
                  <a:pt x="700" y="1700"/>
                </a:lnTo>
                <a:lnTo>
                  <a:pt x="200" y="1200"/>
                </a:lnTo>
                <a:moveTo>
                  <a:pt x="2200" y="1000"/>
                </a:moveTo>
                <a:lnTo>
                  <a:pt x="1450" y="1750"/>
                </a:lnTo>
                <a:lnTo>
                  <a:pt x="1300" y="16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96" name="Google Shape;1396;p58"/>
          <p:cNvSpPr txBox="1"/>
          <p:nvPr/>
        </p:nvSpPr>
        <p:spPr>
          <a:xfrm>
            <a:off x="5185959" y="2167128"/>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check-check</a:t>
            </a:r>
            <a:endParaRPr sz="1100"/>
          </a:p>
        </p:txBody>
      </p:sp>
      <p:sp>
        <p:nvSpPr>
          <p:cNvPr id="1397" name="Google Shape;1397;p58"/>
          <p:cNvSpPr/>
          <p:nvPr/>
        </p:nvSpPr>
        <p:spPr>
          <a:xfrm>
            <a:off x="6839221" y="1755648"/>
            <a:ext cx="377202" cy="377190"/>
          </a:xfrm>
          <a:custGeom>
            <a:rect b="b" l="l" r="r" t="t"/>
            <a:pathLst>
              <a:path extrusionOk="0" fill="none" h="2400" w="2400">
                <a:moveTo>
                  <a:pt x="2200" y="1200"/>
                </a:moveTo>
                <a:cubicBezTo>
                  <a:pt x="2200" y="1752"/>
                  <a:pt x="1752" y="2200"/>
                  <a:pt x="1200" y="2200"/>
                </a:cubicBezTo>
                <a:cubicBezTo>
                  <a:pt x="648" y="2200"/>
                  <a:pt x="200" y="1752"/>
                  <a:pt x="200" y="1200"/>
                </a:cubicBezTo>
                <a:cubicBezTo>
                  <a:pt x="200" y="648"/>
                  <a:pt x="648" y="200"/>
                  <a:pt x="1200" y="200"/>
                </a:cubicBezTo>
                <a:cubicBezTo>
                  <a:pt x="1752" y="200"/>
                  <a:pt x="2200" y="648"/>
                  <a:pt x="2200" y="1200"/>
                </a:cubicBezTo>
                <a:close/>
                <a:moveTo>
                  <a:pt x="900" y="1200"/>
                </a:moveTo>
                <a:lnTo>
                  <a:pt x="1100" y="1400"/>
                </a:lnTo>
                <a:lnTo>
                  <a:pt x="1500" y="10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98" name="Google Shape;1398;p58"/>
          <p:cNvSpPr txBox="1"/>
          <p:nvPr/>
        </p:nvSpPr>
        <p:spPr>
          <a:xfrm>
            <a:off x="6413867" y="2167128"/>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circle-check</a:t>
            </a:r>
            <a:endParaRPr sz="1100"/>
          </a:p>
        </p:txBody>
      </p:sp>
      <p:sp>
        <p:nvSpPr>
          <p:cNvPr id="1399" name="Google Shape;1399;p58"/>
          <p:cNvSpPr/>
          <p:nvPr/>
        </p:nvSpPr>
        <p:spPr>
          <a:xfrm>
            <a:off x="8067129" y="1755648"/>
            <a:ext cx="377202" cy="377190"/>
          </a:xfrm>
          <a:custGeom>
            <a:rect b="b" l="l" r="r" t="t"/>
            <a:pathLst>
              <a:path extrusionOk="0" fill="none" h="2400" w="2400">
                <a:moveTo>
                  <a:pt x="500" y="300"/>
                </a:moveTo>
                <a:lnTo>
                  <a:pt x="1900" y="300"/>
                </a:lnTo>
                <a:cubicBezTo>
                  <a:pt x="2010" y="300"/>
                  <a:pt x="2100" y="390"/>
                  <a:pt x="2100" y="500"/>
                </a:cubicBezTo>
                <a:lnTo>
                  <a:pt x="2100" y="1900"/>
                </a:lnTo>
                <a:cubicBezTo>
                  <a:pt x="2100" y="2010"/>
                  <a:pt x="2010" y="2100"/>
                  <a:pt x="1900" y="2100"/>
                </a:cubicBezTo>
                <a:lnTo>
                  <a:pt x="500" y="2100"/>
                </a:lnTo>
                <a:cubicBezTo>
                  <a:pt x="390" y="2100"/>
                  <a:pt x="300" y="2010"/>
                  <a:pt x="300" y="1900"/>
                </a:cubicBezTo>
                <a:lnTo>
                  <a:pt x="300" y="500"/>
                </a:lnTo>
                <a:cubicBezTo>
                  <a:pt x="300" y="390"/>
                  <a:pt x="390" y="300"/>
                  <a:pt x="500" y="300"/>
                </a:cubicBezTo>
                <a:close/>
                <a:moveTo>
                  <a:pt x="900" y="1200"/>
                </a:moveTo>
                <a:lnTo>
                  <a:pt x="1100" y="1400"/>
                </a:lnTo>
                <a:lnTo>
                  <a:pt x="1500" y="10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00" name="Google Shape;1400;p58"/>
          <p:cNvSpPr txBox="1"/>
          <p:nvPr/>
        </p:nvSpPr>
        <p:spPr>
          <a:xfrm>
            <a:off x="7641775" y="2167128"/>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square-check</a:t>
            </a:r>
            <a:endParaRPr sz="1100"/>
          </a:p>
        </p:txBody>
      </p:sp>
      <p:sp>
        <p:nvSpPr>
          <p:cNvPr id="1401" name="Google Shape;1401;p58"/>
          <p:cNvSpPr/>
          <p:nvPr/>
        </p:nvSpPr>
        <p:spPr>
          <a:xfrm>
            <a:off x="699681" y="2551176"/>
            <a:ext cx="377202" cy="377190"/>
          </a:xfrm>
          <a:custGeom>
            <a:rect b="b" l="l" r="r" t="t"/>
            <a:pathLst>
              <a:path extrusionOk="0" fill="none" h="2400" w="2400">
                <a:moveTo>
                  <a:pt x="300" y="500"/>
                </a:moveTo>
                <a:lnTo>
                  <a:pt x="301" y="500"/>
                </a:lnTo>
                <a:moveTo>
                  <a:pt x="300" y="1200"/>
                </a:moveTo>
                <a:lnTo>
                  <a:pt x="301" y="1200"/>
                </a:lnTo>
                <a:moveTo>
                  <a:pt x="300" y="1900"/>
                </a:moveTo>
                <a:lnTo>
                  <a:pt x="301" y="1900"/>
                </a:lnTo>
                <a:moveTo>
                  <a:pt x="800" y="500"/>
                </a:moveTo>
                <a:lnTo>
                  <a:pt x="2100" y="500"/>
                </a:lnTo>
                <a:moveTo>
                  <a:pt x="800" y="1200"/>
                </a:moveTo>
                <a:lnTo>
                  <a:pt x="2100" y="1200"/>
                </a:lnTo>
                <a:moveTo>
                  <a:pt x="800" y="1900"/>
                </a:moveTo>
                <a:lnTo>
                  <a:pt x="2100" y="19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02" name="Google Shape;1402;p58"/>
          <p:cNvSpPr txBox="1"/>
          <p:nvPr/>
        </p:nvSpPr>
        <p:spPr>
          <a:xfrm>
            <a:off x="274327" y="2962656"/>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list</a:t>
            </a:r>
            <a:endParaRPr sz="1100"/>
          </a:p>
        </p:txBody>
      </p:sp>
      <p:sp>
        <p:nvSpPr>
          <p:cNvPr id="1403" name="Google Shape;1403;p58"/>
          <p:cNvSpPr/>
          <p:nvPr/>
        </p:nvSpPr>
        <p:spPr>
          <a:xfrm>
            <a:off x="1927589" y="2551176"/>
            <a:ext cx="377202" cy="377190"/>
          </a:xfrm>
          <a:custGeom>
            <a:rect b="b" l="l" r="r" t="t"/>
            <a:pathLst>
              <a:path extrusionOk="0" fill="none" h="2400" w="2400">
                <a:moveTo>
                  <a:pt x="1300" y="500"/>
                </a:moveTo>
                <a:lnTo>
                  <a:pt x="2100" y="500"/>
                </a:lnTo>
                <a:moveTo>
                  <a:pt x="1300" y="1200"/>
                </a:moveTo>
                <a:lnTo>
                  <a:pt x="2100" y="1200"/>
                </a:lnTo>
                <a:moveTo>
                  <a:pt x="1300" y="1900"/>
                </a:moveTo>
                <a:lnTo>
                  <a:pt x="2100" y="1900"/>
                </a:lnTo>
                <a:moveTo>
                  <a:pt x="300" y="1700"/>
                </a:moveTo>
                <a:lnTo>
                  <a:pt x="500" y="1900"/>
                </a:lnTo>
                <a:lnTo>
                  <a:pt x="900" y="1500"/>
                </a:lnTo>
                <a:moveTo>
                  <a:pt x="300" y="700"/>
                </a:moveTo>
                <a:lnTo>
                  <a:pt x="500" y="900"/>
                </a:lnTo>
                <a:lnTo>
                  <a:pt x="900" y="5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04" name="Google Shape;1404;p58"/>
          <p:cNvSpPr txBox="1"/>
          <p:nvPr/>
        </p:nvSpPr>
        <p:spPr>
          <a:xfrm>
            <a:off x="1502235" y="2962656"/>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list-checks</a:t>
            </a:r>
            <a:endParaRPr sz="1100"/>
          </a:p>
        </p:txBody>
      </p:sp>
      <p:sp>
        <p:nvSpPr>
          <p:cNvPr id="1405" name="Google Shape;1405;p58"/>
          <p:cNvSpPr/>
          <p:nvPr/>
        </p:nvSpPr>
        <p:spPr>
          <a:xfrm>
            <a:off x="3155497" y="2551176"/>
            <a:ext cx="377202" cy="377190"/>
          </a:xfrm>
          <a:custGeom>
            <a:rect b="b" l="l" r="r" t="t"/>
            <a:pathLst>
              <a:path extrusionOk="0" fill="none" h="2400" w="2400">
                <a:moveTo>
                  <a:pt x="1300" y="500"/>
                </a:moveTo>
                <a:lnTo>
                  <a:pt x="2100" y="500"/>
                </a:lnTo>
                <a:moveTo>
                  <a:pt x="1300" y="1200"/>
                </a:moveTo>
                <a:lnTo>
                  <a:pt x="2100" y="1200"/>
                </a:lnTo>
                <a:moveTo>
                  <a:pt x="1300" y="1900"/>
                </a:moveTo>
                <a:lnTo>
                  <a:pt x="2100" y="1900"/>
                </a:lnTo>
                <a:moveTo>
                  <a:pt x="300" y="1700"/>
                </a:moveTo>
                <a:lnTo>
                  <a:pt x="500" y="1900"/>
                </a:lnTo>
                <a:lnTo>
                  <a:pt x="900" y="1500"/>
                </a:lnTo>
                <a:moveTo>
                  <a:pt x="400" y="400"/>
                </a:moveTo>
                <a:lnTo>
                  <a:pt x="800" y="400"/>
                </a:lnTo>
                <a:cubicBezTo>
                  <a:pt x="855" y="400"/>
                  <a:pt x="900" y="445"/>
                  <a:pt x="900" y="500"/>
                </a:cubicBezTo>
                <a:lnTo>
                  <a:pt x="900" y="900"/>
                </a:lnTo>
                <a:cubicBezTo>
                  <a:pt x="900" y="955"/>
                  <a:pt x="855" y="1000"/>
                  <a:pt x="800" y="1000"/>
                </a:cubicBezTo>
                <a:lnTo>
                  <a:pt x="400" y="1000"/>
                </a:lnTo>
                <a:cubicBezTo>
                  <a:pt x="345" y="1000"/>
                  <a:pt x="300" y="955"/>
                  <a:pt x="300" y="900"/>
                </a:cubicBezTo>
                <a:lnTo>
                  <a:pt x="300" y="500"/>
                </a:lnTo>
                <a:cubicBezTo>
                  <a:pt x="300" y="445"/>
                  <a:pt x="345" y="400"/>
                  <a:pt x="400" y="400"/>
                </a:cubicBezTo>
                <a:close/>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06" name="Google Shape;1406;p58"/>
          <p:cNvSpPr txBox="1"/>
          <p:nvPr/>
        </p:nvSpPr>
        <p:spPr>
          <a:xfrm>
            <a:off x="2730143" y="2962656"/>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list-todo</a:t>
            </a:r>
            <a:endParaRPr sz="1100"/>
          </a:p>
        </p:txBody>
      </p:sp>
      <p:sp>
        <p:nvSpPr>
          <p:cNvPr id="1407" name="Google Shape;1407;p58"/>
          <p:cNvSpPr/>
          <p:nvPr/>
        </p:nvSpPr>
        <p:spPr>
          <a:xfrm>
            <a:off x="4383405" y="2551176"/>
            <a:ext cx="377202" cy="377190"/>
          </a:xfrm>
          <a:custGeom>
            <a:rect b="b" l="l" r="r" t="t"/>
            <a:pathLst>
              <a:path extrusionOk="0" fill="none" h="2400" w="2400">
                <a:moveTo>
                  <a:pt x="1100" y="500"/>
                </a:moveTo>
                <a:lnTo>
                  <a:pt x="2100" y="500"/>
                </a:lnTo>
                <a:moveTo>
                  <a:pt x="1100" y="1200"/>
                </a:moveTo>
                <a:lnTo>
                  <a:pt x="2100" y="1200"/>
                </a:lnTo>
                <a:moveTo>
                  <a:pt x="1100" y="1900"/>
                </a:moveTo>
                <a:lnTo>
                  <a:pt x="2100" y="1900"/>
                </a:lnTo>
                <a:moveTo>
                  <a:pt x="400" y="400"/>
                </a:moveTo>
                <a:lnTo>
                  <a:pt x="500" y="400"/>
                </a:lnTo>
                <a:lnTo>
                  <a:pt x="500" y="900"/>
                </a:lnTo>
                <a:moveTo>
                  <a:pt x="400" y="900"/>
                </a:moveTo>
                <a:lnTo>
                  <a:pt x="600" y="900"/>
                </a:lnTo>
                <a:moveTo>
                  <a:pt x="650" y="2000"/>
                </a:moveTo>
                <a:lnTo>
                  <a:pt x="340" y="2000"/>
                </a:lnTo>
                <a:cubicBezTo>
                  <a:pt x="340" y="1900"/>
                  <a:pt x="600" y="1808"/>
                  <a:pt x="600" y="1650"/>
                </a:cubicBezTo>
                <a:lnTo>
                  <a:pt x="598" y="1628"/>
                </a:lnTo>
                <a:lnTo>
                  <a:pt x="593" y="1606"/>
                </a:lnTo>
                <a:lnTo>
                  <a:pt x="585" y="1585"/>
                </a:lnTo>
                <a:lnTo>
                  <a:pt x="574" y="1565"/>
                </a:lnTo>
                <a:lnTo>
                  <a:pt x="560" y="1548"/>
                </a:lnTo>
                <a:lnTo>
                  <a:pt x="544" y="1533"/>
                </a:lnTo>
                <a:lnTo>
                  <a:pt x="525" y="1520"/>
                </a:lnTo>
                <a:lnTo>
                  <a:pt x="505" y="1510"/>
                </a:lnTo>
                <a:lnTo>
                  <a:pt x="483" y="1504"/>
                </a:lnTo>
                <a:lnTo>
                  <a:pt x="461" y="1500"/>
                </a:lnTo>
                <a:lnTo>
                  <a:pt x="439" y="1500"/>
                </a:lnTo>
                <a:lnTo>
                  <a:pt x="417" y="1504"/>
                </a:lnTo>
                <a:lnTo>
                  <a:pt x="395" y="1510"/>
                </a:lnTo>
                <a:lnTo>
                  <a:pt x="375" y="1520"/>
                </a:lnTo>
                <a:lnTo>
                  <a:pt x="356" y="1533"/>
                </a:lnTo>
                <a:lnTo>
                  <a:pt x="340" y="1548"/>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08" name="Google Shape;1408;p58"/>
          <p:cNvSpPr txBox="1"/>
          <p:nvPr/>
        </p:nvSpPr>
        <p:spPr>
          <a:xfrm>
            <a:off x="3958051" y="2962656"/>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list-ordered</a:t>
            </a:r>
            <a:endParaRPr sz="1100"/>
          </a:p>
        </p:txBody>
      </p:sp>
      <p:sp>
        <p:nvSpPr>
          <p:cNvPr id="1409" name="Google Shape;1409;p58"/>
          <p:cNvSpPr/>
          <p:nvPr/>
        </p:nvSpPr>
        <p:spPr>
          <a:xfrm>
            <a:off x="5611313" y="2551176"/>
            <a:ext cx="377202" cy="377190"/>
          </a:xfrm>
          <a:custGeom>
            <a:rect b="b" l="l" r="r" t="t"/>
            <a:pathLst>
              <a:path extrusionOk="0" fill="none" h="2400" w="2400">
                <a:moveTo>
                  <a:pt x="900" y="200"/>
                </a:moveTo>
                <a:lnTo>
                  <a:pt x="1500" y="200"/>
                </a:lnTo>
                <a:cubicBezTo>
                  <a:pt x="1555" y="200"/>
                  <a:pt x="1600" y="245"/>
                  <a:pt x="1600" y="300"/>
                </a:cubicBezTo>
                <a:lnTo>
                  <a:pt x="1600" y="500"/>
                </a:lnTo>
                <a:cubicBezTo>
                  <a:pt x="1600" y="555"/>
                  <a:pt x="1555" y="600"/>
                  <a:pt x="1500" y="600"/>
                </a:cubicBezTo>
                <a:lnTo>
                  <a:pt x="900" y="600"/>
                </a:lnTo>
                <a:cubicBezTo>
                  <a:pt x="845" y="600"/>
                  <a:pt x="800" y="555"/>
                  <a:pt x="800" y="500"/>
                </a:cubicBezTo>
                <a:lnTo>
                  <a:pt x="800" y="300"/>
                </a:lnTo>
                <a:cubicBezTo>
                  <a:pt x="800" y="245"/>
                  <a:pt x="845" y="200"/>
                  <a:pt x="900" y="200"/>
                </a:cubicBezTo>
                <a:close/>
                <a:moveTo>
                  <a:pt x="1600" y="400"/>
                </a:moveTo>
                <a:lnTo>
                  <a:pt x="1800" y="400"/>
                </a:lnTo>
                <a:lnTo>
                  <a:pt x="1820" y="401"/>
                </a:lnTo>
                <a:lnTo>
                  <a:pt x="1839" y="404"/>
                </a:lnTo>
                <a:lnTo>
                  <a:pt x="1858" y="409"/>
                </a:lnTo>
                <a:lnTo>
                  <a:pt x="1877" y="415"/>
                </a:lnTo>
                <a:lnTo>
                  <a:pt x="1894" y="424"/>
                </a:lnTo>
                <a:lnTo>
                  <a:pt x="1911" y="434"/>
                </a:lnTo>
                <a:lnTo>
                  <a:pt x="1927" y="445"/>
                </a:lnTo>
                <a:lnTo>
                  <a:pt x="1941" y="459"/>
                </a:lnTo>
                <a:lnTo>
                  <a:pt x="1955" y="473"/>
                </a:lnTo>
                <a:lnTo>
                  <a:pt x="1966" y="489"/>
                </a:lnTo>
                <a:lnTo>
                  <a:pt x="1976" y="506"/>
                </a:lnTo>
                <a:lnTo>
                  <a:pt x="1985" y="523"/>
                </a:lnTo>
                <a:lnTo>
                  <a:pt x="1991" y="542"/>
                </a:lnTo>
                <a:lnTo>
                  <a:pt x="1996" y="561"/>
                </a:lnTo>
                <a:lnTo>
                  <a:pt x="1999" y="580"/>
                </a:lnTo>
                <a:lnTo>
                  <a:pt x="2000" y="600"/>
                </a:lnTo>
                <a:lnTo>
                  <a:pt x="2000" y="2000"/>
                </a:lnTo>
                <a:lnTo>
                  <a:pt x="1999" y="2020"/>
                </a:lnTo>
                <a:lnTo>
                  <a:pt x="1996" y="2039"/>
                </a:lnTo>
                <a:lnTo>
                  <a:pt x="1991" y="2058"/>
                </a:lnTo>
                <a:lnTo>
                  <a:pt x="1985" y="2077"/>
                </a:lnTo>
                <a:lnTo>
                  <a:pt x="1976" y="2094"/>
                </a:lnTo>
                <a:lnTo>
                  <a:pt x="1966" y="2111"/>
                </a:lnTo>
                <a:lnTo>
                  <a:pt x="1955" y="2127"/>
                </a:lnTo>
                <a:lnTo>
                  <a:pt x="1941" y="2141"/>
                </a:lnTo>
                <a:lnTo>
                  <a:pt x="1927" y="2155"/>
                </a:lnTo>
                <a:lnTo>
                  <a:pt x="1911" y="2166"/>
                </a:lnTo>
                <a:lnTo>
                  <a:pt x="1894" y="2176"/>
                </a:lnTo>
                <a:lnTo>
                  <a:pt x="1877" y="2185"/>
                </a:lnTo>
                <a:lnTo>
                  <a:pt x="1858" y="2191"/>
                </a:lnTo>
                <a:lnTo>
                  <a:pt x="1839" y="2196"/>
                </a:lnTo>
                <a:lnTo>
                  <a:pt x="1820" y="2199"/>
                </a:lnTo>
                <a:lnTo>
                  <a:pt x="1800" y="2200"/>
                </a:lnTo>
                <a:lnTo>
                  <a:pt x="600" y="2200"/>
                </a:lnTo>
                <a:lnTo>
                  <a:pt x="580" y="2199"/>
                </a:lnTo>
                <a:lnTo>
                  <a:pt x="561" y="2196"/>
                </a:lnTo>
                <a:lnTo>
                  <a:pt x="542" y="2191"/>
                </a:lnTo>
                <a:lnTo>
                  <a:pt x="523" y="2185"/>
                </a:lnTo>
                <a:lnTo>
                  <a:pt x="506" y="2176"/>
                </a:lnTo>
                <a:lnTo>
                  <a:pt x="489" y="2166"/>
                </a:lnTo>
                <a:lnTo>
                  <a:pt x="473" y="2155"/>
                </a:lnTo>
                <a:lnTo>
                  <a:pt x="459" y="2141"/>
                </a:lnTo>
                <a:lnTo>
                  <a:pt x="445" y="2127"/>
                </a:lnTo>
                <a:lnTo>
                  <a:pt x="434" y="2111"/>
                </a:lnTo>
                <a:lnTo>
                  <a:pt x="424" y="2094"/>
                </a:lnTo>
                <a:lnTo>
                  <a:pt x="415" y="2077"/>
                </a:lnTo>
                <a:lnTo>
                  <a:pt x="409" y="2058"/>
                </a:lnTo>
                <a:lnTo>
                  <a:pt x="404" y="2039"/>
                </a:lnTo>
                <a:lnTo>
                  <a:pt x="401" y="2020"/>
                </a:lnTo>
                <a:lnTo>
                  <a:pt x="400" y="2000"/>
                </a:lnTo>
                <a:lnTo>
                  <a:pt x="400" y="600"/>
                </a:lnTo>
                <a:lnTo>
                  <a:pt x="401" y="580"/>
                </a:lnTo>
                <a:lnTo>
                  <a:pt x="404" y="561"/>
                </a:lnTo>
                <a:lnTo>
                  <a:pt x="409" y="542"/>
                </a:lnTo>
                <a:lnTo>
                  <a:pt x="415" y="523"/>
                </a:lnTo>
                <a:lnTo>
                  <a:pt x="424" y="506"/>
                </a:lnTo>
                <a:lnTo>
                  <a:pt x="434" y="489"/>
                </a:lnTo>
                <a:lnTo>
                  <a:pt x="445" y="473"/>
                </a:lnTo>
                <a:lnTo>
                  <a:pt x="459" y="459"/>
                </a:lnTo>
                <a:lnTo>
                  <a:pt x="473" y="445"/>
                </a:lnTo>
                <a:lnTo>
                  <a:pt x="489" y="434"/>
                </a:lnTo>
                <a:lnTo>
                  <a:pt x="506" y="424"/>
                </a:lnTo>
                <a:lnTo>
                  <a:pt x="523" y="415"/>
                </a:lnTo>
                <a:lnTo>
                  <a:pt x="542" y="409"/>
                </a:lnTo>
                <a:lnTo>
                  <a:pt x="561" y="404"/>
                </a:lnTo>
                <a:lnTo>
                  <a:pt x="580" y="401"/>
                </a:lnTo>
                <a:lnTo>
                  <a:pt x="600" y="400"/>
                </a:lnTo>
                <a:lnTo>
                  <a:pt x="800" y="4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10" name="Google Shape;1410;p58"/>
          <p:cNvSpPr txBox="1"/>
          <p:nvPr/>
        </p:nvSpPr>
        <p:spPr>
          <a:xfrm>
            <a:off x="5185959" y="2962656"/>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clipboard</a:t>
            </a:r>
            <a:endParaRPr sz="1100"/>
          </a:p>
        </p:txBody>
      </p:sp>
      <p:sp>
        <p:nvSpPr>
          <p:cNvPr id="1411" name="Google Shape;1411;p58"/>
          <p:cNvSpPr/>
          <p:nvPr/>
        </p:nvSpPr>
        <p:spPr>
          <a:xfrm>
            <a:off x="6839221" y="2551176"/>
            <a:ext cx="377202" cy="377190"/>
          </a:xfrm>
          <a:custGeom>
            <a:rect b="b" l="l" r="r" t="t"/>
            <a:pathLst>
              <a:path extrusionOk="0" fill="none" h="2400" w="2400">
                <a:moveTo>
                  <a:pt x="900" y="200"/>
                </a:moveTo>
                <a:lnTo>
                  <a:pt x="1500" y="200"/>
                </a:lnTo>
                <a:cubicBezTo>
                  <a:pt x="1555" y="200"/>
                  <a:pt x="1600" y="245"/>
                  <a:pt x="1600" y="300"/>
                </a:cubicBezTo>
                <a:lnTo>
                  <a:pt x="1600" y="500"/>
                </a:lnTo>
                <a:cubicBezTo>
                  <a:pt x="1600" y="555"/>
                  <a:pt x="1555" y="600"/>
                  <a:pt x="1500" y="600"/>
                </a:cubicBezTo>
                <a:lnTo>
                  <a:pt x="900" y="600"/>
                </a:lnTo>
                <a:cubicBezTo>
                  <a:pt x="845" y="600"/>
                  <a:pt x="800" y="555"/>
                  <a:pt x="800" y="500"/>
                </a:cubicBezTo>
                <a:lnTo>
                  <a:pt x="800" y="300"/>
                </a:lnTo>
                <a:cubicBezTo>
                  <a:pt x="800" y="245"/>
                  <a:pt x="845" y="200"/>
                  <a:pt x="900" y="200"/>
                </a:cubicBezTo>
                <a:close/>
                <a:moveTo>
                  <a:pt x="1600" y="400"/>
                </a:moveTo>
                <a:lnTo>
                  <a:pt x="1800" y="400"/>
                </a:lnTo>
                <a:lnTo>
                  <a:pt x="1820" y="401"/>
                </a:lnTo>
                <a:lnTo>
                  <a:pt x="1839" y="404"/>
                </a:lnTo>
                <a:lnTo>
                  <a:pt x="1858" y="409"/>
                </a:lnTo>
                <a:lnTo>
                  <a:pt x="1877" y="415"/>
                </a:lnTo>
                <a:lnTo>
                  <a:pt x="1894" y="424"/>
                </a:lnTo>
                <a:lnTo>
                  <a:pt x="1911" y="434"/>
                </a:lnTo>
                <a:lnTo>
                  <a:pt x="1927" y="445"/>
                </a:lnTo>
                <a:lnTo>
                  <a:pt x="1941" y="459"/>
                </a:lnTo>
                <a:lnTo>
                  <a:pt x="1955" y="473"/>
                </a:lnTo>
                <a:lnTo>
                  <a:pt x="1966" y="489"/>
                </a:lnTo>
                <a:lnTo>
                  <a:pt x="1976" y="506"/>
                </a:lnTo>
                <a:lnTo>
                  <a:pt x="1985" y="523"/>
                </a:lnTo>
                <a:lnTo>
                  <a:pt x="1991" y="542"/>
                </a:lnTo>
                <a:lnTo>
                  <a:pt x="1996" y="561"/>
                </a:lnTo>
                <a:lnTo>
                  <a:pt x="1999" y="580"/>
                </a:lnTo>
                <a:lnTo>
                  <a:pt x="2000" y="600"/>
                </a:lnTo>
                <a:lnTo>
                  <a:pt x="2000" y="2000"/>
                </a:lnTo>
                <a:lnTo>
                  <a:pt x="1999" y="2020"/>
                </a:lnTo>
                <a:lnTo>
                  <a:pt x="1996" y="2039"/>
                </a:lnTo>
                <a:lnTo>
                  <a:pt x="1991" y="2058"/>
                </a:lnTo>
                <a:lnTo>
                  <a:pt x="1985" y="2077"/>
                </a:lnTo>
                <a:lnTo>
                  <a:pt x="1976" y="2094"/>
                </a:lnTo>
                <a:lnTo>
                  <a:pt x="1966" y="2111"/>
                </a:lnTo>
                <a:lnTo>
                  <a:pt x="1955" y="2127"/>
                </a:lnTo>
                <a:lnTo>
                  <a:pt x="1941" y="2141"/>
                </a:lnTo>
                <a:lnTo>
                  <a:pt x="1927" y="2155"/>
                </a:lnTo>
                <a:lnTo>
                  <a:pt x="1911" y="2166"/>
                </a:lnTo>
                <a:lnTo>
                  <a:pt x="1894" y="2176"/>
                </a:lnTo>
                <a:lnTo>
                  <a:pt x="1877" y="2185"/>
                </a:lnTo>
                <a:lnTo>
                  <a:pt x="1858" y="2191"/>
                </a:lnTo>
                <a:lnTo>
                  <a:pt x="1839" y="2196"/>
                </a:lnTo>
                <a:lnTo>
                  <a:pt x="1820" y="2199"/>
                </a:lnTo>
                <a:lnTo>
                  <a:pt x="1800" y="2200"/>
                </a:lnTo>
                <a:lnTo>
                  <a:pt x="600" y="2200"/>
                </a:lnTo>
                <a:lnTo>
                  <a:pt x="580" y="2199"/>
                </a:lnTo>
                <a:lnTo>
                  <a:pt x="561" y="2196"/>
                </a:lnTo>
                <a:lnTo>
                  <a:pt x="542" y="2191"/>
                </a:lnTo>
                <a:lnTo>
                  <a:pt x="523" y="2185"/>
                </a:lnTo>
                <a:lnTo>
                  <a:pt x="506" y="2176"/>
                </a:lnTo>
                <a:lnTo>
                  <a:pt x="489" y="2166"/>
                </a:lnTo>
                <a:lnTo>
                  <a:pt x="473" y="2155"/>
                </a:lnTo>
                <a:lnTo>
                  <a:pt x="459" y="2141"/>
                </a:lnTo>
                <a:lnTo>
                  <a:pt x="445" y="2127"/>
                </a:lnTo>
                <a:lnTo>
                  <a:pt x="434" y="2111"/>
                </a:lnTo>
                <a:lnTo>
                  <a:pt x="424" y="2094"/>
                </a:lnTo>
                <a:lnTo>
                  <a:pt x="415" y="2077"/>
                </a:lnTo>
                <a:lnTo>
                  <a:pt x="409" y="2058"/>
                </a:lnTo>
                <a:lnTo>
                  <a:pt x="404" y="2039"/>
                </a:lnTo>
                <a:lnTo>
                  <a:pt x="401" y="2020"/>
                </a:lnTo>
                <a:lnTo>
                  <a:pt x="400" y="2000"/>
                </a:lnTo>
                <a:lnTo>
                  <a:pt x="400" y="600"/>
                </a:lnTo>
                <a:lnTo>
                  <a:pt x="401" y="580"/>
                </a:lnTo>
                <a:lnTo>
                  <a:pt x="404" y="561"/>
                </a:lnTo>
                <a:lnTo>
                  <a:pt x="409" y="542"/>
                </a:lnTo>
                <a:lnTo>
                  <a:pt x="415" y="523"/>
                </a:lnTo>
                <a:lnTo>
                  <a:pt x="424" y="506"/>
                </a:lnTo>
                <a:lnTo>
                  <a:pt x="434" y="489"/>
                </a:lnTo>
                <a:lnTo>
                  <a:pt x="445" y="473"/>
                </a:lnTo>
                <a:lnTo>
                  <a:pt x="459" y="459"/>
                </a:lnTo>
                <a:lnTo>
                  <a:pt x="473" y="445"/>
                </a:lnTo>
                <a:lnTo>
                  <a:pt x="489" y="434"/>
                </a:lnTo>
                <a:lnTo>
                  <a:pt x="506" y="424"/>
                </a:lnTo>
                <a:lnTo>
                  <a:pt x="523" y="415"/>
                </a:lnTo>
                <a:lnTo>
                  <a:pt x="542" y="409"/>
                </a:lnTo>
                <a:lnTo>
                  <a:pt x="561" y="404"/>
                </a:lnTo>
                <a:lnTo>
                  <a:pt x="580" y="401"/>
                </a:lnTo>
                <a:lnTo>
                  <a:pt x="600" y="400"/>
                </a:lnTo>
                <a:lnTo>
                  <a:pt x="800" y="400"/>
                </a:lnTo>
                <a:moveTo>
                  <a:pt x="1200" y="1100"/>
                </a:moveTo>
                <a:lnTo>
                  <a:pt x="1600" y="1100"/>
                </a:lnTo>
                <a:moveTo>
                  <a:pt x="1200" y="1600"/>
                </a:moveTo>
                <a:lnTo>
                  <a:pt x="1600" y="1600"/>
                </a:lnTo>
                <a:moveTo>
                  <a:pt x="800" y="1100"/>
                </a:moveTo>
                <a:lnTo>
                  <a:pt x="801" y="1100"/>
                </a:lnTo>
                <a:moveTo>
                  <a:pt x="800" y="1600"/>
                </a:moveTo>
                <a:lnTo>
                  <a:pt x="801" y="16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12" name="Google Shape;1412;p58"/>
          <p:cNvSpPr txBox="1"/>
          <p:nvPr/>
        </p:nvSpPr>
        <p:spPr>
          <a:xfrm>
            <a:off x="6413867" y="2962656"/>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clipboard-list</a:t>
            </a:r>
            <a:endParaRPr sz="1100"/>
          </a:p>
        </p:txBody>
      </p:sp>
      <p:sp>
        <p:nvSpPr>
          <p:cNvPr id="1413" name="Google Shape;1413;p58"/>
          <p:cNvSpPr/>
          <p:nvPr/>
        </p:nvSpPr>
        <p:spPr>
          <a:xfrm>
            <a:off x="8067129" y="2551176"/>
            <a:ext cx="377202" cy="377190"/>
          </a:xfrm>
          <a:custGeom>
            <a:rect b="b" l="l" r="r" t="t"/>
            <a:pathLst>
              <a:path extrusionOk="0" fill="none" h="2400" w="2400">
                <a:moveTo>
                  <a:pt x="900" y="200"/>
                </a:moveTo>
                <a:lnTo>
                  <a:pt x="1500" y="200"/>
                </a:lnTo>
                <a:cubicBezTo>
                  <a:pt x="1555" y="200"/>
                  <a:pt x="1600" y="245"/>
                  <a:pt x="1600" y="300"/>
                </a:cubicBezTo>
                <a:lnTo>
                  <a:pt x="1600" y="500"/>
                </a:lnTo>
                <a:cubicBezTo>
                  <a:pt x="1600" y="555"/>
                  <a:pt x="1555" y="600"/>
                  <a:pt x="1500" y="600"/>
                </a:cubicBezTo>
                <a:lnTo>
                  <a:pt x="900" y="600"/>
                </a:lnTo>
                <a:cubicBezTo>
                  <a:pt x="845" y="600"/>
                  <a:pt x="800" y="555"/>
                  <a:pt x="800" y="500"/>
                </a:cubicBezTo>
                <a:lnTo>
                  <a:pt x="800" y="300"/>
                </a:lnTo>
                <a:cubicBezTo>
                  <a:pt x="800" y="245"/>
                  <a:pt x="845" y="200"/>
                  <a:pt x="900" y="200"/>
                </a:cubicBezTo>
                <a:close/>
                <a:moveTo>
                  <a:pt x="1600" y="400"/>
                </a:moveTo>
                <a:lnTo>
                  <a:pt x="1800" y="400"/>
                </a:lnTo>
                <a:lnTo>
                  <a:pt x="1820" y="401"/>
                </a:lnTo>
                <a:lnTo>
                  <a:pt x="1839" y="404"/>
                </a:lnTo>
                <a:lnTo>
                  <a:pt x="1858" y="409"/>
                </a:lnTo>
                <a:lnTo>
                  <a:pt x="1877" y="415"/>
                </a:lnTo>
                <a:lnTo>
                  <a:pt x="1894" y="424"/>
                </a:lnTo>
                <a:lnTo>
                  <a:pt x="1911" y="434"/>
                </a:lnTo>
                <a:lnTo>
                  <a:pt x="1927" y="445"/>
                </a:lnTo>
                <a:lnTo>
                  <a:pt x="1941" y="459"/>
                </a:lnTo>
                <a:lnTo>
                  <a:pt x="1955" y="473"/>
                </a:lnTo>
                <a:lnTo>
                  <a:pt x="1966" y="489"/>
                </a:lnTo>
                <a:lnTo>
                  <a:pt x="1976" y="506"/>
                </a:lnTo>
                <a:lnTo>
                  <a:pt x="1985" y="523"/>
                </a:lnTo>
                <a:lnTo>
                  <a:pt x="1991" y="542"/>
                </a:lnTo>
                <a:lnTo>
                  <a:pt x="1996" y="561"/>
                </a:lnTo>
                <a:lnTo>
                  <a:pt x="1999" y="580"/>
                </a:lnTo>
                <a:lnTo>
                  <a:pt x="2000" y="600"/>
                </a:lnTo>
                <a:lnTo>
                  <a:pt x="2000" y="2000"/>
                </a:lnTo>
                <a:lnTo>
                  <a:pt x="1999" y="2020"/>
                </a:lnTo>
                <a:lnTo>
                  <a:pt x="1996" y="2039"/>
                </a:lnTo>
                <a:lnTo>
                  <a:pt x="1991" y="2058"/>
                </a:lnTo>
                <a:lnTo>
                  <a:pt x="1985" y="2077"/>
                </a:lnTo>
                <a:lnTo>
                  <a:pt x="1976" y="2094"/>
                </a:lnTo>
                <a:lnTo>
                  <a:pt x="1966" y="2111"/>
                </a:lnTo>
                <a:lnTo>
                  <a:pt x="1955" y="2127"/>
                </a:lnTo>
                <a:lnTo>
                  <a:pt x="1941" y="2141"/>
                </a:lnTo>
                <a:lnTo>
                  <a:pt x="1927" y="2155"/>
                </a:lnTo>
                <a:lnTo>
                  <a:pt x="1911" y="2166"/>
                </a:lnTo>
                <a:lnTo>
                  <a:pt x="1894" y="2176"/>
                </a:lnTo>
                <a:lnTo>
                  <a:pt x="1877" y="2185"/>
                </a:lnTo>
                <a:lnTo>
                  <a:pt x="1858" y="2191"/>
                </a:lnTo>
                <a:lnTo>
                  <a:pt x="1839" y="2196"/>
                </a:lnTo>
                <a:lnTo>
                  <a:pt x="1820" y="2199"/>
                </a:lnTo>
                <a:lnTo>
                  <a:pt x="1800" y="2200"/>
                </a:lnTo>
                <a:lnTo>
                  <a:pt x="600" y="2200"/>
                </a:lnTo>
                <a:lnTo>
                  <a:pt x="580" y="2199"/>
                </a:lnTo>
                <a:lnTo>
                  <a:pt x="561" y="2196"/>
                </a:lnTo>
                <a:lnTo>
                  <a:pt x="542" y="2191"/>
                </a:lnTo>
                <a:lnTo>
                  <a:pt x="523" y="2185"/>
                </a:lnTo>
                <a:lnTo>
                  <a:pt x="506" y="2176"/>
                </a:lnTo>
                <a:lnTo>
                  <a:pt x="489" y="2166"/>
                </a:lnTo>
                <a:lnTo>
                  <a:pt x="473" y="2155"/>
                </a:lnTo>
                <a:lnTo>
                  <a:pt x="459" y="2141"/>
                </a:lnTo>
                <a:lnTo>
                  <a:pt x="445" y="2127"/>
                </a:lnTo>
                <a:lnTo>
                  <a:pt x="434" y="2111"/>
                </a:lnTo>
                <a:lnTo>
                  <a:pt x="424" y="2094"/>
                </a:lnTo>
                <a:lnTo>
                  <a:pt x="415" y="2077"/>
                </a:lnTo>
                <a:lnTo>
                  <a:pt x="409" y="2058"/>
                </a:lnTo>
                <a:lnTo>
                  <a:pt x="404" y="2039"/>
                </a:lnTo>
                <a:lnTo>
                  <a:pt x="401" y="2020"/>
                </a:lnTo>
                <a:lnTo>
                  <a:pt x="400" y="2000"/>
                </a:lnTo>
                <a:lnTo>
                  <a:pt x="400" y="600"/>
                </a:lnTo>
                <a:lnTo>
                  <a:pt x="401" y="580"/>
                </a:lnTo>
                <a:lnTo>
                  <a:pt x="404" y="561"/>
                </a:lnTo>
                <a:lnTo>
                  <a:pt x="409" y="542"/>
                </a:lnTo>
                <a:lnTo>
                  <a:pt x="415" y="523"/>
                </a:lnTo>
                <a:lnTo>
                  <a:pt x="424" y="506"/>
                </a:lnTo>
                <a:lnTo>
                  <a:pt x="434" y="489"/>
                </a:lnTo>
                <a:lnTo>
                  <a:pt x="445" y="473"/>
                </a:lnTo>
                <a:lnTo>
                  <a:pt x="459" y="459"/>
                </a:lnTo>
                <a:lnTo>
                  <a:pt x="473" y="445"/>
                </a:lnTo>
                <a:lnTo>
                  <a:pt x="489" y="434"/>
                </a:lnTo>
                <a:lnTo>
                  <a:pt x="506" y="424"/>
                </a:lnTo>
                <a:lnTo>
                  <a:pt x="523" y="415"/>
                </a:lnTo>
                <a:lnTo>
                  <a:pt x="542" y="409"/>
                </a:lnTo>
                <a:lnTo>
                  <a:pt x="561" y="404"/>
                </a:lnTo>
                <a:lnTo>
                  <a:pt x="580" y="401"/>
                </a:lnTo>
                <a:lnTo>
                  <a:pt x="600" y="400"/>
                </a:lnTo>
                <a:lnTo>
                  <a:pt x="800" y="400"/>
                </a:lnTo>
                <a:moveTo>
                  <a:pt x="900" y="1400"/>
                </a:moveTo>
                <a:lnTo>
                  <a:pt x="1100" y="1600"/>
                </a:lnTo>
                <a:lnTo>
                  <a:pt x="1500" y="12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14" name="Google Shape;1414;p58"/>
          <p:cNvSpPr txBox="1"/>
          <p:nvPr/>
        </p:nvSpPr>
        <p:spPr>
          <a:xfrm>
            <a:off x="7641775" y="2962656"/>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clipboard-check</a:t>
            </a:r>
            <a:endParaRPr sz="1100"/>
          </a:p>
        </p:txBody>
      </p:sp>
      <p:sp>
        <p:nvSpPr>
          <p:cNvPr id="1415" name="Google Shape;1415;p58"/>
          <p:cNvSpPr/>
          <p:nvPr/>
        </p:nvSpPr>
        <p:spPr>
          <a:xfrm>
            <a:off x="699681" y="3346704"/>
            <a:ext cx="377202" cy="377190"/>
          </a:xfrm>
          <a:custGeom>
            <a:rect b="b" l="l" r="r" t="t"/>
            <a:pathLst>
              <a:path extrusionOk="0" fill="none" h="2400" w="2400">
                <a:moveTo>
                  <a:pt x="600" y="2200"/>
                </a:moveTo>
                <a:lnTo>
                  <a:pt x="580" y="2199"/>
                </a:lnTo>
                <a:lnTo>
                  <a:pt x="561" y="2196"/>
                </a:lnTo>
                <a:lnTo>
                  <a:pt x="542" y="2191"/>
                </a:lnTo>
                <a:lnTo>
                  <a:pt x="523" y="2185"/>
                </a:lnTo>
                <a:lnTo>
                  <a:pt x="506" y="2176"/>
                </a:lnTo>
                <a:lnTo>
                  <a:pt x="489" y="2166"/>
                </a:lnTo>
                <a:lnTo>
                  <a:pt x="473" y="2155"/>
                </a:lnTo>
                <a:lnTo>
                  <a:pt x="459" y="2141"/>
                </a:lnTo>
                <a:lnTo>
                  <a:pt x="445" y="2127"/>
                </a:lnTo>
                <a:lnTo>
                  <a:pt x="434" y="2111"/>
                </a:lnTo>
                <a:lnTo>
                  <a:pt x="424" y="2094"/>
                </a:lnTo>
                <a:lnTo>
                  <a:pt x="415" y="2077"/>
                </a:lnTo>
                <a:lnTo>
                  <a:pt x="409" y="2058"/>
                </a:lnTo>
                <a:lnTo>
                  <a:pt x="404" y="2039"/>
                </a:lnTo>
                <a:lnTo>
                  <a:pt x="401" y="2020"/>
                </a:lnTo>
                <a:lnTo>
                  <a:pt x="400" y="2000"/>
                </a:lnTo>
                <a:lnTo>
                  <a:pt x="400" y="400"/>
                </a:lnTo>
                <a:lnTo>
                  <a:pt x="401" y="380"/>
                </a:lnTo>
                <a:lnTo>
                  <a:pt x="404" y="361"/>
                </a:lnTo>
                <a:lnTo>
                  <a:pt x="409" y="342"/>
                </a:lnTo>
                <a:lnTo>
                  <a:pt x="415" y="323"/>
                </a:lnTo>
                <a:lnTo>
                  <a:pt x="424" y="306"/>
                </a:lnTo>
                <a:lnTo>
                  <a:pt x="434" y="289"/>
                </a:lnTo>
                <a:lnTo>
                  <a:pt x="445" y="273"/>
                </a:lnTo>
                <a:lnTo>
                  <a:pt x="459" y="259"/>
                </a:lnTo>
                <a:lnTo>
                  <a:pt x="473" y="245"/>
                </a:lnTo>
                <a:lnTo>
                  <a:pt x="489" y="234"/>
                </a:lnTo>
                <a:lnTo>
                  <a:pt x="506" y="224"/>
                </a:lnTo>
                <a:lnTo>
                  <a:pt x="523" y="215"/>
                </a:lnTo>
                <a:lnTo>
                  <a:pt x="542" y="209"/>
                </a:lnTo>
                <a:lnTo>
                  <a:pt x="561" y="204"/>
                </a:lnTo>
                <a:lnTo>
                  <a:pt x="580" y="201"/>
                </a:lnTo>
                <a:lnTo>
                  <a:pt x="600" y="200"/>
                </a:lnTo>
                <a:lnTo>
                  <a:pt x="1400" y="200"/>
                </a:lnTo>
                <a:lnTo>
                  <a:pt x="1412" y="200"/>
                </a:lnTo>
                <a:lnTo>
                  <a:pt x="1424" y="201"/>
                </a:lnTo>
                <a:lnTo>
                  <a:pt x="1435" y="203"/>
                </a:lnTo>
                <a:lnTo>
                  <a:pt x="1447" y="205"/>
                </a:lnTo>
                <a:lnTo>
                  <a:pt x="1459" y="207"/>
                </a:lnTo>
                <a:lnTo>
                  <a:pt x="1470" y="210"/>
                </a:lnTo>
                <a:lnTo>
                  <a:pt x="1481" y="214"/>
                </a:lnTo>
                <a:lnTo>
                  <a:pt x="1492" y="218"/>
                </a:lnTo>
                <a:lnTo>
                  <a:pt x="1503" y="223"/>
                </a:lnTo>
                <a:lnTo>
                  <a:pt x="1514" y="228"/>
                </a:lnTo>
                <a:lnTo>
                  <a:pt x="1524" y="234"/>
                </a:lnTo>
                <a:lnTo>
                  <a:pt x="1534" y="241"/>
                </a:lnTo>
                <a:lnTo>
                  <a:pt x="1544" y="247"/>
                </a:lnTo>
                <a:lnTo>
                  <a:pt x="1553" y="255"/>
                </a:lnTo>
                <a:lnTo>
                  <a:pt x="1562" y="262"/>
                </a:lnTo>
                <a:lnTo>
                  <a:pt x="1570" y="271"/>
                </a:lnTo>
                <a:lnTo>
                  <a:pt x="1929" y="629"/>
                </a:lnTo>
                <a:lnTo>
                  <a:pt x="1937" y="638"/>
                </a:lnTo>
                <a:lnTo>
                  <a:pt x="1945" y="647"/>
                </a:lnTo>
                <a:lnTo>
                  <a:pt x="1952" y="656"/>
                </a:lnTo>
                <a:lnTo>
                  <a:pt x="1959" y="666"/>
                </a:lnTo>
                <a:lnTo>
                  <a:pt x="1966" y="676"/>
                </a:lnTo>
                <a:lnTo>
                  <a:pt x="1972" y="686"/>
                </a:lnTo>
                <a:lnTo>
                  <a:pt x="1977" y="697"/>
                </a:lnTo>
                <a:lnTo>
                  <a:pt x="1982" y="708"/>
                </a:lnTo>
                <a:lnTo>
                  <a:pt x="1986" y="719"/>
                </a:lnTo>
                <a:lnTo>
                  <a:pt x="1990" y="730"/>
                </a:lnTo>
                <a:lnTo>
                  <a:pt x="1993" y="741"/>
                </a:lnTo>
                <a:lnTo>
                  <a:pt x="1995" y="753"/>
                </a:lnTo>
                <a:lnTo>
                  <a:pt x="1997" y="765"/>
                </a:lnTo>
                <a:lnTo>
                  <a:pt x="1999" y="776"/>
                </a:lnTo>
                <a:lnTo>
                  <a:pt x="2000" y="788"/>
                </a:lnTo>
                <a:lnTo>
                  <a:pt x="2000" y="800"/>
                </a:lnTo>
                <a:lnTo>
                  <a:pt x="2000" y="2000"/>
                </a:lnTo>
                <a:lnTo>
                  <a:pt x="1999" y="2020"/>
                </a:lnTo>
                <a:lnTo>
                  <a:pt x="1996" y="2039"/>
                </a:lnTo>
                <a:lnTo>
                  <a:pt x="1991" y="2058"/>
                </a:lnTo>
                <a:lnTo>
                  <a:pt x="1985" y="2077"/>
                </a:lnTo>
                <a:lnTo>
                  <a:pt x="1976" y="2094"/>
                </a:lnTo>
                <a:lnTo>
                  <a:pt x="1966" y="2111"/>
                </a:lnTo>
                <a:lnTo>
                  <a:pt x="1955" y="2127"/>
                </a:lnTo>
                <a:lnTo>
                  <a:pt x="1941" y="2141"/>
                </a:lnTo>
                <a:lnTo>
                  <a:pt x="1927" y="2155"/>
                </a:lnTo>
                <a:lnTo>
                  <a:pt x="1911" y="2166"/>
                </a:lnTo>
                <a:lnTo>
                  <a:pt x="1894" y="2176"/>
                </a:lnTo>
                <a:lnTo>
                  <a:pt x="1877" y="2185"/>
                </a:lnTo>
                <a:lnTo>
                  <a:pt x="1858" y="2191"/>
                </a:lnTo>
                <a:lnTo>
                  <a:pt x="1839" y="2196"/>
                </a:lnTo>
                <a:lnTo>
                  <a:pt x="1820" y="2199"/>
                </a:lnTo>
                <a:lnTo>
                  <a:pt x="1800" y="2200"/>
                </a:lnTo>
                <a:lnTo>
                  <a:pt x="600" y="2200"/>
                </a:lnTo>
                <a:moveTo>
                  <a:pt x="1400" y="200"/>
                </a:moveTo>
                <a:lnTo>
                  <a:pt x="1400" y="700"/>
                </a:lnTo>
                <a:lnTo>
                  <a:pt x="1400" y="710"/>
                </a:lnTo>
                <a:lnTo>
                  <a:pt x="1402" y="720"/>
                </a:lnTo>
                <a:lnTo>
                  <a:pt x="1404" y="729"/>
                </a:lnTo>
                <a:lnTo>
                  <a:pt x="1408" y="738"/>
                </a:lnTo>
                <a:lnTo>
                  <a:pt x="1412" y="747"/>
                </a:lnTo>
                <a:lnTo>
                  <a:pt x="1417" y="756"/>
                </a:lnTo>
                <a:lnTo>
                  <a:pt x="1423" y="763"/>
                </a:lnTo>
                <a:lnTo>
                  <a:pt x="1429" y="771"/>
                </a:lnTo>
                <a:lnTo>
                  <a:pt x="1437" y="777"/>
                </a:lnTo>
                <a:lnTo>
                  <a:pt x="1444" y="783"/>
                </a:lnTo>
                <a:lnTo>
                  <a:pt x="1453" y="788"/>
                </a:lnTo>
                <a:lnTo>
                  <a:pt x="1462" y="792"/>
                </a:lnTo>
                <a:lnTo>
                  <a:pt x="1471" y="796"/>
                </a:lnTo>
                <a:lnTo>
                  <a:pt x="1480" y="798"/>
                </a:lnTo>
                <a:lnTo>
                  <a:pt x="1490" y="800"/>
                </a:lnTo>
                <a:lnTo>
                  <a:pt x="1500" y="800"/>
                </a:lnTo>
                <a:lnTo>
                  <a:pt x="2000" y="8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16" name="Google Shape;1416;p58"/>
          <p:cNvSpPr txBox="1"/>
          <p:nvPr/>
        </p:nvSpPr>
        <p:spPr>
          <a:xfrm>
            <a:off x="274327" y="3758184"/>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file</a:t>
            </a:r>
            <a:endParaRPr sz="1100"/>
          </a:p>
        </p:txBody>
      </p:sp>
      <p:sp>
        <p:nvSpPr>
          <p:cNvPr id="1417" name="Google Shape;1417;p58"/>
          <p:cNvSpPr/>
          <p:nvPr/>
        </p:nvSpPr>
        <p:spPr>
          <a:xfrm>
            <a:off x="1927589" y="3346704"/>
            <a:ext cx="377202" cy="377190"/>
          </a:xfrm>
          <a:custGeom>
            <a:rect b="b" l="l" r="r" t="t"/>
            <a:pathLst>
              <a:path extrusionOk="0" fill="none" h="2400" w="2400">
                <a:moveTo>
                  <a:pt x="600" y="2200"/>
                </a:moveTo>
                <a:lnTo>
                  <a:pt x="580" y="2199"/>
                </a:lnTo>
                <a:lnTo>
                  <a:pt x="561" y="2196"/>
                </a:lnTo>
                <a:lnTo>
                  <a:pt x="542" y="2191"/>
                </a:lnTo>
                <a:lnTo>
                  <a:pt x="523" y="2185"/>
                </a:lnTo>
                <a:lnTo>
                  <a:pt x="506" y="2176"/>
                </a:lnTo>
                <a:lnTo>
                  <a:pt x="489" y="2166"/>
                </a:lnTo>
                <a:lnTo>
                  <a:pt x="473" y="2155"/>
                </a:lnTo>
                <a:lnTo>
                  <a:pt x="459" y="2141"/>
                </a:lnTo>
                <a:lnTo>
                  <a:pt x="445" y="2127"/>
                </a:lnTo>
                <a:lnTo>
                  <a:pt x="434" y="2111"/>
                </a:lnTo>
                <a:lnTo>
                  <a:pt x="424" y="2094"/>
                </a:lnTo>
                <a:lnTo>
                  <a:pt x="415" y="2077"/>
                </a:lnTo>
                <a:lnTo>
                  <a:pt x="409" y="2058"/>
                </a:lnTo>
                <a:lnTo>
                  <a:pt x="404" y="2039"/>
                </a:lnTo>
                <a:lnTo>
                  <a:pt x="401" y="2020"/>
                </a:lnTo>
                <a:lnTo>
                  <a:pt x="400" y="2000"/>
                </a:lnTo>
                <a:lnTo>
                  <a:pt x="400" y="400"/>
                </a:lnTo>
                <a:lnTo>
                  <a:pt x="401" y="380"/>
                </a:lnTo>
                <a:lnTo>
                  <a:pt x="404" y="361"/>
                </a:lnTo>
                <a:lnTo>
                  <a:pt x="409" y="342"/>
                </a:lnTo>
                <a:lnTo>
                  <a:pt x="415" y="323"/>
                </a:lnTo>
                <a:lnTo>
                  <a:pt x="424" y="306"/>
                </a:lnTo>
                <a:lnTo>
                  <a:pt x="434" y="289"/>
                </a:lnTo>
                <a:lnTo>
                  <a:pt x="445" y="273"/>
                </a:lnTo>
                <a:lnTo>
                  <a:pt x="459" y="259"/>
                </a:lnTo>
                <a:lnTo>
                  <a:pt x="473" y="245"/>
                </a:lnTo>
                <a:lnTo>
                  <a:pt x="489" y="234"/>
                </a:lnTo>
                <a:lnTo>
                  <a:pt x="506" y="224"/>
                </a:lnTo>
                <a:lnTo>
                  <a:pt x="523" y="215"/>
                </a:lnTo>
                <a:lnTo>
                  <a:pt x="542" y="209"/>
                </a:lnTo>
                <a:lnTo>
                  <a:pt x="561" y="204"/>
                </a:lnTo>
                <a:lnTo>
                  <a:pt x="580" y="201"/>
                </a:lnTo>
                <a:lnTo>
                  <a:pt x="600" y="200"/>
                </a:lnTo>
                <a:lnTo>
                  <a:pt x="1400" y="200"/>
                </a:lnTo>
                <a:lnTo>
                  <a:pt x="1412" y="200"/>
                </a:lnTo>
                <a:lnTo>
                  <a:pt x="1424" y="201"/>
                </a:lnTo>
                <a:lnTo>
                  <a:pt x="1435" y="203"/>
                </a:lnTo>
                <a:lnTo>
                  <a:pt x="1447" y="205"/>
                </a:lnTo>
                <a:lnTo>
                  <a:pt x="1459" y="207"/>
                </a:lnTo>
                <a:lnTo>
                  <a:pt x="1470" y="210"/>
                </a:lnTo>
                <a:lnTo>
                  <a:pt x="1481" y="214"/>
                </a:lnTo>
                <a:lnTo>
                  <a:pt x="1492" y="218"/>
                </a:lnTo>
                <a:lnTo>
                  <a:pt x="1503" y="223"/>
                </a:lnTo>
                <a:lnTo>
                  <a:pt x="1514" y="228"/>
                </a:lnTo>
                <a:lnTo>
                  <a:pt x="1524" y="234"/>
                </a:lnTo>
                <a:lnTo>
                  <a:pt x="1534" y="241"/>
                </a:lnTo>
                <a:lnTo>
                  <a:pt x="1544" y="247"/>
                </a:lnTo>
                <a:lnTo>
                  <a:pt x="1553" y="255"/>
                </a:lnTo>
                <a:lnTo>
                  <a:pt x="1562" y="262"/>
                </a:lnTo>
                <a:lnTo>
                  <a:pt x="1570" y="271"/>
                </a:lnTo>
                <a:lnTo>
                  <a:pt x="1929" y="629"/>
                </a:lnTo>
                <a:lnTo>
                  <a:pt x="1937" y="638"/>
                </a:lnTo>
                <a:lnTo>
                  <a:pt x="1945" y="647"/>
                </a:lnTo>
                <a:lnTo>
                  <a:pt x="1952" y="656"/>
                </a:lnTo>
                <a:lnTo>
                  <a:pt x="1959" y="666"/>
                </a:lnTo>
                <a:lnTo>
                  <a:pt x="1966" y="676"/>
                </a:lnTo>
                <a:lnTo>
                  <a:pt x="1972" y="686"/>
                </a:lnTo>
                <a:lnTo>
                  <a:pt x="1977" y="697"/>
                </a:lnTo>
                <a:lnTo>
                  <a:pt x="1982" y="708"/>
                </a:lnTo>
                <a:lnTo>
                  <a:pt x="1986" y="719"/>
                </a:lnTo>
                <a:lnTo>
                  <a:pt x="1990" y="730"/>
                </a:lnTo>
                <a:lnTo>
                  <a:pt x="1993" y="741"/>
                </a:lnTo>
                <a:lnTo>
                  <a:pt x="1995" y="753"/>
                </a:lnTo>
                <a:lnTo>
                  <a:pt x="1997" y="765"/>
                </a:lnTo>
                <a:lnTo>
                  <a:pt x="1999" y="776"/>
                </a:lnTo>
                <a:lnTo>
                  <a:pt x="2000" y="788"/>
                </a:lnTo>
                <a:lnTo>
                  <a:pt x="2000" y="800"/>
                </a:lnTo>
                <a:lnTo>
                  <a:pt x="2000" y="2000"/>
                </a:lnTo>
                <a:lnTo>
                  <a:pt x="1999" y="2020"/>
                </a:lnTo>
                <a:lnTo>
                  <a:pt x="1996" y="2039"/>
                </a:lnTo>
                <a:lnTo>
                  <a:pt x="1991" y="2058"/>
                </a:lnTo>
                <a:lnTo>
                  <a:pt x="1985" y="2077"/>
                </a:lnTo>
                <a:lnTo>
                  <a:pt x="1976" y="2094"/>
                </a:lnTo>
                <a:lnTo>
                  <a:pt x="1966" y="2111"/>
                </a:lnTo>
                <a:lnTo>
                  <a:pt x="1955" y="2127"/>
                </a:lnTo>
                <a:lnTo>
                  <a:pt x="1941" y="2141"/>
                </a:lnTo>
                <a:lnTo>
                  <a:pt x="1927" y="2155"/>
                </a:lnTo>
                <a:lnTo>
                  <a:pt x="1911" y="2166"/>
                </a:lnTo>
                <a:lnTo>
                  <a:pt x="1894" y="2176"/>
                </a:lnTo>
                <a:lnTo>
                  <a:pt x="1877" y="2185"/>
                </a:lnTo>
                <a:lnTo>
                  <a:pt x="1858" y="2191"/>
                </a:lnTo>
                <a:lnTo>
                  <a:pt x="1839" y="2196"/>
                </a:lnTo>
                <a:lnTo>
                  <a:pt x="1820" y="2199"/>
                </a:lnTo>
                <a:lnTo>
                  <a:pt x="1800" y="2200"/>
                </a:lnTo>
                <a:lnTo>
                  <a:pt x="600" y="2200"/>
                </a:lnTo>
                <a:moveTo>
                  <a:pt x="1400" y="200"/>
                </a:moveTo>
                <a:lnTo>
                  <a:pt x="1400" y="700"/>
                </a:lnTo>
                <a:lnTo>
                  <a:pt x="1400" y="710"/>
                </a:lnTo>
                <a:lnTo>
                  <a:pt x="1402" y="720"/>
                </a:lnTo>
                <a:lnTo>
                  <a:pt x="1404" y="729"/>
                </a:lnTo>
                <a:lnTo>
                  <a:pt x="1408" y="738"/>
                </a:lnTo>
                <a:lnTo>
                  <a:pt x="1412" y="747"/>
                </a:lnTo>
                <a:lnTo>
                  <a:pt x="1417" y="756"/>
                </a:lnTo>
                <a:lnTo>
                  <a:pt x="1423" y="763"/>
                </a:lnTo>
                <a:lnTo>
                  <a:pt x="1429" y="771"/>
                </a:lnTo>
                <a:lnTo>
                  <a:pt x="1437" y="777"/>
                </a:lnTo>
                <a:lnTo>
                  <a:pt x="1444" y="783"/>
                </a:lnTo>
                <a:lnTo>
                  <a:pt x="1453" y="788"/>
                </a:lnTo>
                <a:lnTo>
                  <a:pt x="1462" y="792"/>
                </a:lnTo>
                <a:lnTo>
                  <a:pt x="1471" y="796"/>
                </a:lnTo>
                <a:lnTo>
                  <a:pt x="1480" y="798"/>
                </a:lnTo>
                <a:lnTo>
                  <a:pt x="1490" y="800"/>
                </a:lnTo>
                <a:lnTo>
                  <a:pt x="1500" y="800"/>
                </a:lnTo>
                <a:lnTo>
                  <a:pt x="2000" y="800"/>
                </a:lnTo>
                <a:moveTo>
                  <a:pt x="1000" y="900"/>
                </a:moveTo>
                <a:lnTo>
                  <a:pt x="800" y="900"/>
                </a:lnTo>
                <a:moveTo>
                  <a:pt x="1600" y="1300"/>
                </a:moveTo>
                <a:lnTo>
                  <a:pt x="800" y="1300"/>
                </a:lnTo>
                <a:moveTo>
                  <a:pt x="1600" y="1700"/>
                </a:moveTo>
                <a:lnTo>
                  <a:pt x="800" y="17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18" name="Google Shape;1418;p58"/>
          <p:cNvSpPr txBox="1"/>
          <p:nvPr/>
        </p:nvSpPr>
        <p:spPr>
          <a:xfrm>
            <a:off x="1502235" y="3758184"/>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file-text</a:t>
            </a:r>
            <a:endParaRPr sz="1100"/>
          </a:p>
        </p:txBody>
      </p:sp>
      <p:sp>
        <p:nvSpPr>
          <p:cNvPr id="1419" name="Google Shape;1419;p58"/>
          <p:cNvSpPr/>
          <p:nvPr/>
        </p:nvSpPr>
        <p:spPr>
          <a:xfrm>
            <a:off x="3155497" y="3346704"/>
            <a:ext cx="377202" cy="377190"/>
          </a:xfrm>
          <a:custGeom>
            <a:rect b="b" l="l" r="r" t="t"/>
            <a:pathLst>
              <a:path extrusionOk="0" fill="none" h="2400" w="2400">
                <a:moveTo>
                  <a:pt x="1500" y="200"/>
                </a:moveTo>
                <a:lnTo>
                  <a:pt x="1100" y="200"/>
                </a:lnTo>
                <a:lnTo>
                  <a:pt x="1080" y="201"/>
                </a:lnTo>
                <a:lnTo>
                  <a:pt x="1061" y="204"/>
                </a:lnTo>
                <a:lnTo>
                  <a:pt x="1042" y="209"/>
                </a:lnTo>
                <a:lnTo>
                  <a:pt x="1023" y="215"/>
                </a:lnTo>
                <a:lnTo>
                  <a:pt x="1006" y="224"/>
                </a:lnTo>
                <a:lnTo>
                  <a:pt x="989" y="234"/>
                </a:lnTo>
                <a:lnTo>
                  <a:pt x="973" y="245"/>
                </a:lnTo>
                <a:lnTo>
                  <a:pt x="959" y="259"/>
                </a:lnTo>
                <a:lnTo>
                  <a:pt x="945" y="273"/>
                </a:lnTo>
                <a:lnTo>
                  <a:pt x="934" y="289"/>
                </a:lnTo>
                <a:lnTo>
                  <a:pt x="924" y="306"/>
                </a:lnTo>
                <a:lnTo>
                  <a:pt x="915" y="323"/>
                </a:lnTo>
                <a:lnTo>
                  <a:pt x="909" y="342"/>
                </a:lnTo>
                <a:lnTo>
                  <a:pt x="904" y="361"/>
                </a:lnTo>
                <a:lnTo>
                  <a:pt x="901" y="380"/>
                </a:lnTo>
                <a:lnTo>
                  <a:pt x="900" y="400"/>
                </a:lnTo>
                <a:lnTo>
                  <a:pt x="900" y="1500"/>
                </a:lnTo>
                <a:lnTo>
                  <a:pt x="901" y="1520"/>
                </a:lnTo>
                <a:lnTo>
                  <a:pt x="904" y="1539"/>
                </a:lnTo>
                <a:lnTo>
                  <a:pt x="909" y="1558"/>
                </a:lnTo>
                <a:lnTo>
                  <a:pt x="915" y="1577"/>
                </a:lnTo>
                <a:lnTo>
                  <a:pt x="924" y="1594"/>
                </a:lnTo>
                <a:lnTo>
                  <a:pt x="934" y="1611"/>
                </a:lnTo>
                <a:lnTo>
                  <a:pt x="945" y="1627"/>
                </a:lnTo>
                <a:lnTo>
                  <a:pt x="959" y="1641"/>
                </a:lnTo>
                <a:lnTo>
                  <a:pt x="973" y="1655"/>
                </a:lnTo>
                <a:lnTo>
                  <a:pt x="989" y="1666"/>
                </a:lnTo>
                <a:lnTo>
                  <a:pt x="1006" y="1676"/>
                </a:lnTo>
                <a:lnTo>
                  <a:pt x="1023" y="1685"/>
                </a:lnTo>
                <a:lnTo>
                  <a:pt x="1042" y="1691"/>
                </a:lnTo>
                <a:lnTo>
                  <a:pt x="1061" y="1696"/>
                </a:lnTo>
                <a:lnTo>
                  <a:pt x="1080" y="1699"/>
                </a:lnTo>
                <a:lnTo>
                  <a:pt x="1100" y="1700"/>
                </a:lnTo>
                <a:lnTo>
                  <a:pt x="1900" y="1700"/>
                </a:lnTo>
                <a:lnTo>
                  <a:pt x="1920" y="1699"/>
                </a:lnTo>
                <a:lnTo>
                  <a:pt x="1939" y="1696"/>
                </a:lnTo>
                <a:lnTo>
                  <a:pt x="1958" y="1691"/>
                </a:lnTo>
                <a:lnTo>
                  <a:pt x="1977" y="1685"/>
                </a:lnTo>
                <a:lnTo>
                  <a:pt x="1994" y="1676"/>
                </a:lnTo>
                <a:lnTo>
                  <a:pt x="2011" y="1666"/>
                </a:lnTo>
                <a:lnTo>
                  <a:pt x="2027" y="1655"/>
                </a:lnTo>
                <a:lnTo>
                  <a:pt x="2041" y="1641"/>
                </a:lnTo>
                <a:lnTo>
                  <a:pt x="2055" y="1627"/>
                </a:lnTo>
                <a:lnTo>
                  <a:pt x="2066" y="1611"/>
                </a:lnTo>
                <a:lnTo>
                  <a:pt x="2076" y="1594"/>
                </a:lnTo>
                <a:lnTo>
                  <a:pt x="2085" y="1577"/>
                </a:lnTo>
                <a:lnTo>
                  <a:pt x="2091" y="1558"/>
                </a:lnTo>
                <a:lnTo>
                  <a:pt x="2096" y="1539"/>
                </a:lnTo>
                <a:lnTo>
                  <a:pt x="2099" y="1520"/>
                </a:lnTo>
                <a:lnTo>
                  <a:pt x="2100" y="1500"/>
                </a:lnTo>
                <a:lnTo>
                  <a:pt x="2100" y="800"/>
                </a:lnTo>
                <a:moveTo>
                  <a:pt x="1671" y="271"/>
                </a:moveTo>
                <a:lnTo>
                  <a:pt x="1662" y="262"/>
                </a:lnTo>
                <a:lnTo>
                  <a:pt x="1653" y="255"/>
                </a:lnTo>
                <a:lnTo>
                  <a:pt x="1644" y="247"/>
                </a:lnTo>
                <a:lnTo>
                  <a:pt x="1634" y="241"/>
                </a:lnTo>
                <a:lnTo>
                  <a:pt x="1624" y="234"/>
                </a:lnTo>
                <a:lnTo>
                  <a:pt x="1614" y="228"/>
                </a:lnTo>
                <a:lnTo>
                  <a:pt x="1603" y="223"/>
                </a:lnTo>
                <a:lnTo>
                  <a:pt x="1592" y="218"/>
                </a:lnTo>
                <a:lnTo>
                  <a:pt x="1581" y="214"/>
                </a:lnTo>
                <a:lnTo>
                  <a:pt x="1570" y="210"/>
                </a:lnTo>
                <a:lnTo>
                  <a:pt x="1559" y="207"/>
                </a:lnTo>
                <a:lnTo>
                  <a:pt x="1547" y="205"/>
                </a:lnTo>
                <a:lnTo>
                  <a:pt x="1535" y="203"/>
                </a:lnTo>
                <a:lnTo>
                  <a:pt x="1524" y="201"/>
                </a:lnTo>
                <a:lnTo>
                  <a:pt x="1512" y="200"/>
                </a:lnTo>
                <a:lnTo>
                  <a:pt x="1500" y="200"/>
                </a:lnTo>
                <a:lnTo>
                  <a:pt x="1500" y="700"/>
                </a:lnTo>
                <a:lnTo>
                  <a:pt x="1500" y="710"/>
                </a:lnTo>
                <a:lnTo>
                  <a:pt x="1502" y="720"/>
                </a:lnTo>
                <a:lnTo>
                  <a:pt x="1504" y="729"/>
                </a:lnTo>
                <a:lnTo>
                  <a:pt x="1508" y="738"/>
                </a:lnTo>
                <a:lnTo>
                  <a:pt x="1512" y="747"/>
                </a:lnTo>
                <a:lnTo>
                  <a:pt x="1517" y="756"/>
                </a:lnTo>
                <a:lnTo>
                  <a:pt x="1523" y="763"/>
                </a:lnTo>
                <a:lnTo>
                  <a:pt x="1529" y="771"/>
                </a:lnTo>
                <a:lnTo>
                  <a:pt x="1537" y="777"/>
                </a:lnTo>
                <a:lnTo>
                  <a:pt x="1544" y="783"/>
                </a:lnTo>
                <a:lnTo>
                  <a:pt x="1553" y="788"/>
                </a:lnTo>
                <a:lnTo>
                  <a:pt x="1562" y="792"/>
                </a:lnTo>
                <a:lnTo>
                  <a:pt x="1571" y="796"/>
                </a:lnTo>
                <a:lnTo>
                  <a:pt x="1580" y="798"/>
                </a:lnTo>
                <a:lnTo>
                  <a:pt x="1590" y="800"/>
                </a:lnTo>
                <a:lnTo>
                  <a:pt x="1600" y="800"/>
                </a:lnTo>
                <a:lnTo>
                  <a:pt x="2100" y="800"/>
                </a:lnTo>
                <a:lnTo>
                  <a:pt x="2100" y="788"/>
                </a:lnTo>
                <a:lnTo>
                  <a:pt x="2099" y="776"/>
                </a:lnTo>
                <a:lnTo>
                  <a:pt x="2097" y="765"/>
                </a:lnTo>
                <a:lnTo>
                  <a:pt x="2095" y="753"/>
                </a:lnTo>
                <a:lnTo>
                  <a:pt x="2093" y="741"/>
                </a:lnTo>
                <a:lnTo>
                  <a:pt x="2090" y="730"/>
                </a:lnTo>
                <a:lnTo>
                  <a:pt x="2086" y="719"/>
                </a:lnTo>
                <a:lnTo>
                  <a:pt x="2082" y="708"/>
                </a:lnTo>
                <a:lnTo>
                  <a:pt x="2077" y="697"/>
                </a:lnTo>
                <a:lnTo>
                  <a:pt x="2072" y="686"/>
                </a:lnTo>
                <a:lnTo>
                  <a:pt x="2066" y="676"/>
                </a:lnTo>
                <a:lnTo>
                  <a:pt x="2059" y="666"/>
                </a:lnTo>
                <a:lnTo>
                  <a:pt x="2053" y="656"/>
                </a:lnTo>
                <a:lnTo>
                  <a:pt x="2045" y="647"/>
                </a:lnTo>
                <a:lnTo>
                  <a:pt x="2038" y="638"/>
                </a:lnTo>
                <a:lnTo>
                  <a:pt x="2029" y="629"/>
                </a:lnTo>
                <a:lnTo>
                  <a:pt x="1671" y="271"/>
                </a:lnTo>
                <a:moveTo>
                  <a:pt x="500" y="700"/>
                </a:moveTo>
                <a:lnTo>
                  <a:pt x="480" y="701"/>
                </a:lnTo>
                <a:lnTo>
                  <a:pt x="461" y="704"/>
                </a:lnTo>
                <a:lnTo>
                  <a:pt x="442" y="709"/>
                </a:lnTo>
                <a:lnTo>
                  <a:pt x="423" y="715"/>
                </a:lnTo>
                <a:lnTo>
                  <a:pt x="406" y="724"/>
                </a:lnTo>
                <a:lnTo>
                  <a:pt x="389" y="734"/>
                </a:lnTo>
                <a:lnTo>
                  <a:pt x="373" y="745"/>
                </a:lnTo>
                <a:lnTo>
                  <a:pt x="359" y="759"/>
                </a:lnTo>
                <a:lnTo>
                  <a:pt x="345" y="773"/>
                </a:lnTo>
                <a:lnTo>
                  <a:pt x="334" y="789"/>
                </a:lnTo>
                <a:lnTo>
                  <a:pt x="324" y="806"/>
                </a:lnTo>
                <a:lnTo>
                  <a:pt x="315" y="823"/>
                </a:lnTo>
                <a:lnTo>
                  <a:pt x="309" y="842"/>
                </a:lnTo>
                <a:lnTo>
                  <a:pt x="304" y="861"/>
                </a:lnTo>
                <a:lnTo>
                  <a:pt x="301" y="880"/>
                </a:lnTo>
                <a:lnTo>
                  <a:pt x="300" y="900"/>
                </a:lnTo>
                <a:lnTo>
                  <a:pt x="300" y="2000"/>
                </a:lnTo>
                <a:lnTo>
                  <a:pt x="301" y="2020"/>
                </a:lnTo>
                <a:lnTo>
                  <a:pt x="304" y="2039"/>
                </a:lnTo>
                <a:lnTo>
                  <a:pt x="309" y="2058"/>
                </a:lnTo>
                <a:lnTo>
                  <a:pt x="315" y="2077"/>
                </a:lnTo>
                <a:lnTo>
                  <a:pt x="324" y="2094"/>
                </a:lnTo>
                <a:lnTo>
                  <a:pt x="334" y="2111"/>
                </a:lnTo>
                <a:lnTo>
                  <a:pt x="345" y="2127"/>
                </a:lnTo>
                <a:lnTo>
                  <a:pt x="359" y="2141"/>
                </a:lnTo>
                <a:lnTo>
                  <a:pt x="373" y="2155"/>
                </a:lnTo>
                <a:lnTo>
                  <a:pt x="389" y="2166"/>
                </a:lnTo>
                <a:lnTo>
                  <a:pt x="406" y="2176"/>
                </a:lnTo>
                <a:lnTo>
                  <a:pt x="423" y="2185"/>
                </a:lnTo>
                <a:lnTo>
                  <a:pt x="442" y="2191"/>
                </a:lnTo>
                <a:lnTo>
                  <a:pt x="461" y="2196"/>
                </a:lnTo>
                <a:lnTo>
                  <a:pt x="480" y="2199"/>
                </a:lnTo>
                <a:lnTo>
                  <a:pt x="500" y="2200"/>
                </a:lnTo>
                <a:lnTo>
                  <a:pt x="1300" y="2200"/>
                </a:lnTo>
                <a:lnTo>
                  <a:pt x="1313" y="2200"/>
                </a:lnTo>
                <a:lnTo>
                  <a:pt x="1326" y="2198"/>
                </a:lnTo>
                <a:lnTo>
                  <a:pt x="1339" y="2196"/>
                </a:lnTo>
                <a:lnTo>
                  <a:pt x="1352" y="2193"/>
                </a:lnTo>
                <a:lnTo>
                  <a:pt x="1364" y="2189"/>
                </a:lnTo>
                <a:lnTo>
                  <a:pt x="1377" y="2185"/>
                </a:lnTo>
                <a:lnTo>
                  <a:pt x="1388" y="2179"/>
                </a:lnTo>
                <a:lnTo>
                  <a:pt x="1400" y="2173"/>
                </a:lnTo>
                <a:lnTo>
                  <a:pt x="1411" y="2166"/>
                </a:lnTo>
                <a:lnTo>
                  <a:pt x="1422" y="2159"/>
                </a:lnTo>
                <a:lnTo>
                  <a:pt x="1432" y="2150"/>
                </a:lnTo>
                <a:lnTo>
                  <a:pt x="1441" y="2141"/>
                </a:lnTo>
                <a:lnTo>
                  <a:pt x="1450" y="2132"/>
                </a:lnTo>
                <a:lnTo>
                  <a:pt x="1459" y="2122"/>
                </a:lnTo>
                <a:lnTo>
                  <a:pt x="1466" y="2111"/>
                </a:lnTo>
                <a:lnTo>
                  <a:pt x="1473" y="21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20" name="Google Shape;1420;p58"/>
          <p:cNvSpPr txBox="1"/>
          <p:nvPr/>
        </p:nvSpPr>
        <p:spPr>
          <a:xfrm>
            <a:off x="2730143" y="3758184"/>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files</a:t>
            </a:r>
            <a:endParaRPr sz="1100"/>
          </a:p>
        </p:txBody>
      </p:sp>
      <p:sp>
        <p:nvSpPr>
          <p:cNvPr id="1421" name="Google Shape;1421;p58"/>
          <p:cNvSpPr/>
          <p:nvPr/>
        </p:nvSpPr>
        <p:spPr>
          <a:xfrm>
            <a:off x="4383405" y="3346704"/>
            <a:ext cx="377202" cy="377190"/>
          </a:xfrm>
          <a:custGeom>
            <a:rect b="b" l="l" r="r" t="t"/>
            <a:pathLst>
              <a:path extrusionOk="0" fill="none" h="2400" w="2400">
                <a:moveTo>
                  <a:pt x="600" y="2200"/>
                </a:moveTo>
                <a:lnTo>
                  <a:pt x="580" y="2199"/>
                </a:lnTo>
                <a:lnTo>
                  <a:pt x="561" y="2196"/>
                </a:lnTo>
                <a:lnTo>
                  <a:pt x="542" y="2191"/>
                </a:lnTo>
                <a:lnTo>
                  <a:pt x="523" y="2185"/>
                </a:lnTo>
                <a:lnTo>
                  <a:pt x="506" y="2176"/>
                </a:lnTo>
                <a:lnTo>
                  <a:pt x="489" y="2166"/>
                </a:lnTo>
                <a:lnTo>
                  <a:pt x="473" y="2155"/>
                </a:lnTo>
                <a:lnTo>
                  <a:pt x="459" y="2141"/>
                </a:lnTo>
                <a:lnTo>
                  <a:pt x="445" y="2127"/>
                </a:lnTo>
                <a:lnTo>
                  <a:pt x="434" y="2111"/>
                </a:lnTo>
                <a:lnTo>
                  <a:pt x="424" y="2094"/>
                </a:lnTo>
                <a:lnTo>
                  <a:pt x="415" y="2077"/>
                </a:lnTo>
                <a:lnTo>
                  <a:pt x="409" y="2058"/>
                </a:lnTo>
                <a:lnTo>
                  <a:pt x="404" y="2039"/>
                </a:lnTo>
                <a:lnTo>
                  <a:pt x="401" y="2020"/>
                </a:lnTo>
                <a:lnTo>
                  <a:pt x="400" y="2000"/>
                </a:lnTo>
                <a:lnTo>
                  <a:pt x="400" y="400"/>
                </a:lnTo>
                <a:lnTo>
                  <a:pt x="401" y="380"/>
                </a:lnTo>
                <a:lnTo>
                  <a:pt x="404" y="361"/>
                </a:lnTo>
                <a:lnTo>
                  <a:pt x="409" y="342"/>
                </a:lnTo>
                <a:lnTo>
                  <a:pt x="415" y="323"/>
                </a:lnTo>
                <a:lnTo>
                  <a:pt x="424" y="306"/>
                </a:lnTo>
                <a:lnTo>
                  <a:pt x="434" y="289"/>
                </a:lnTo>
                <a:lnTo>
                  <a:pt x="445" y="273"/>
                </a:lnTo>
                <a:lnTo>
                  <a:pt x="459" y="259"/>
                </a:lnTo>
                <a:lnTo>
                  <a:pt x="473" y="245"/>
                </a:lnTo>
                <a:lnTo>
                  <a:pt x="489" y="234"/>
                </a:lnTo>
                <a:lnTo>
                  <a:pt x="506" y="224"/>
                </a:lnTo>
                <a:lnTo>
                  <a:pt x="523" y="215"/>
                </a:lnTo>
                <a:lnTo>
                  <a:pt x="542" y="209"/>
                </a:lnTo>
                <a:lnTo>
                  <a:pt x="561" y="204"/>
                </a:lnTo>
                <a:lnTo>
                  <a:pt x="580" y="201"/>
                </a:lnTo>
                <a:lnTo>
                  <a:pt x="600" y="200"/>
                </a:lnTo>
                <a:lnTo>
                  <a:pt x="1400" y="200"/>
                </a:lnTo>
                <a:lnTo>
                  <a:pt x="1412" y="200"/>
                </a:lnTo>
                <a:lnTo>
                  <a:pt x="1424" y="201"/>
                </a:lnTo>
                <a:lnTo>
                  <a:pt x="1435" y="203"/>
                </a:lnTo>
                <a:lnTo>
                  <a:pt x="1447" y="205"/>
                </a:lnTo>
                <a:lnTo>
                  <a:pt x="1459" y="207"/>
                </a:lnTo>
                <a:lnTo>
                  <a:pt x="1470" y="210"/>
                </a:lnTo>
                <a:lnTo>
                  <a:pt x="1481" y="214"/>
                </a:lnTo>
                <a:lnTo>
                  <a:pt x="1492" y="218"/>
                </a:lnTo>
                <a:lnTo>
                  <a:pt x="1503" y="223"/>
                </a:lnTo>
                <a:lnTo>
                  <a:pt x="1514" y="228"/>
                </a:lnTo>
                <a:lnTo>
                  <a:pt x="1524" y="234"/>
                </a:lnTo>
                <a:lnTo>
                  <a:pt x="1534" y="241"/>
                </a:lnTo>
                <a:lnTo>
                  <a:pt x="1544" y="247"/>
                </a:lnTo>
                <a:lnTo>
                  <a:pt x="1553" y="255"/>
                </a:lnTo>
                <a:lnTo>
                  <a:pt x="1562" y="262"/>
                </a:lnTo>
                <a:lnTo>
                  <a:pt x="1570" y="271"/>
                </a:lnTo>
                <a:lnTo>
                  <a:pt x="1929" y="629"/>
                </a:lnTo>
                <a:lnTo>
                  <a:pt x="1937" y="638"/>
                </a:lnTo>
                <a:lnTo>
                  <a:pt x="1945" y="647"/>
                </a:lnTo>
                <a:lnTo>
                  <a:pt x="1952" y="656"/>
                </a:lnTo>
                <a:lnTo>
                  <a:pt x="1959" y="666"/>
                </a:lnTo>
                <a:lnTo>
                  <a:pt x="1966" y="676"/>
                </a:lnTo>
                <a:lnTo>
                  <a:pt x="1972" y="686"/>
                </a:lnTo>
                <a:lnTo>
                  <a:pt x="1977" y="697"/>
                </a:lnTo>
                <a:lnTo>
                  <a:pt x="1982" y="708"/>
                </a:lnTo>
                <a:lnTo>
                  <a:pt x="1986" y="719"/>
                </a:lnTo>
                <a:lnTo>
                  <a:pt x="1990" y="730"/>
                </a:lnTo>
                <a:lnTo>
                  <a:pt x="1993" y="741"/>
                </a:lnTo>
                <a:lnTo>
                  <a:pt x="1995" y="753"/>
                </a:lnTo>
                <a:lnTo>
                  <a:pt x="1997" y="765"/>
                </a:lnTo>
                <a:lnTo>
                  <a:pt x="1999" y="776"/>
                </a:lnTo>
                <a:lnTo>
                  <a:pt x="2000" y="788"/>
                </a:lnTo>
                <a:lnTo>
                  <a:pt x="2000" y="800"/>
                </a:lnTo>
                <a:lnTo>
                  <a:pt x="2000" y="2000"/>
                </a:lnTo>
                <a:lnTo>
                  <a:pt x="1999" y="2020"/>
                </a:lnTo>
                <a:lnTo>
                  <a:pt x="1996" y="2039"/>
                </a:lnTo>
                <a:lnTo>
                  <a:pt x="1991" y="2058"/>
                </a:lnTo>
                <a:lnTo>
                  <a:pt x="1985" y="2077"/>
                </a:lnTo>
                <a:lnTo>
                  <a:pt x="1976" y="2094"/>
                </a:lnTo>
                <a:lnTo>
                  <a:pt x="1966" y="2111"/>
                </a:lnTo>
                <a:lnTo>
                  <a:pt x="1955" y="2127"/>
                </a:lnTo>
                <a:lnTo>
                  <a:pt x="1941" y="2141"/>
                </a:lnTo>
                <a:lnTo>
                  <a:pt x="1927" y="2155"/>
                </a:lnTo>
                <a:lnTo>
                  <a:pt x="1911" y="2166"/>
                </a:lnTo>
                <a:lnTo>
                  <a:pt x="1894" y="2176"/>
                </a:lnTo>
                <a:lnTo>
                  <a:pt x="1877" y="2185"/>
                </a:lnTo>
                <a:lnTo>
                  <a:pt x="1858" y="2191"/>
                </a:lnTo>
                <a:lnTo>
                  <a:pt x="1839" y="2196"/>
                </a:lnTo>
                <a:lnTo>
                  <a:pt x="1820" y="2199"/>
                </a:lnTo>
                <a:lnTo>
                  <a:pt x="1800" y="2200"/>
                </a:lnTo>
                <a:lnTo>
                  <a:pt x="600" y="2200"/>
                </a:lnTo>
                <a:moveTo>
                  <a:pt x="1400" y="200"/>
                </a:moveTo>
                <a:lnTo>
                  <a:pt x="1400" y="700"/>
                </a:lnTo>
                <a:lnTo>
                  <a:pt x="1400" y="710"/>
                </a:lnTo>
                <a:lnTo>
                  <a:pt x="1402" y="720"/>
                </a:lnTo>
                <a:lnTo>
                  <a:pt x="1404" y="729"/>
                </a:lnTo>
                <a:lnTo>
                  <a:pt x="1408" y="738"/>
                </a:lnTo>
                <a:lnTo>
                  <a:pt x="1412" y="747"/>
                </a:lnTo>
                <a:lnTo>
                  <a:pt x="1417" y="756"/>
                </a:lnTo>
                <a:lnTo>
                  <a:pt x="1423" y="763"/>
                </a:lnTo>
                <a:lnTo>
                  <a:pt x="1429" y="771"/>
                </a:lnTo>
                <a:lnTo>
                  <a:pt x="1437" y="777"/>
                </a:lnTo>
                <a:lnTo>
                  <a:pt x="1444" y="783"/>
                </a:lnTo>
                <a:lnTo>
                  <a:pt x="1453" y="788"/>
                </a:lnTo>
                <a:lnTo>
                  <a:pt x="1462" y="792"/>
                </a:lnTo>
                <a:lnTo>
                  <a:pt x="1471" y="796"/>
                </a:lnTo>
                <a:lnTo>
                  <a:pt x="1480" y="798"/>
                </a:lnTo>
                <a:lnTo>
                  <a:pt x="1490" y="800"/>
                </a:lnTo>
                <a:lnTo>
                  <a:pt x="1500" y="800"/>
                </a:lnTo>
                <a:lnTo>
                  <a:pt x="2000" y="800"/>
                </a:lnTo>
                <a:moveTo>
                  <a:pt x="900" y="1500"/>
                </a:moveTo>
                <a:lnTo>
                  <a:pt x="1500" y="1500"/>
                </a:lnTo>
                <a:moveTo>
                  <a:pt x="1200" y="1800"/>
                </a:moveTo>
                <a:lnTo>
                  <a:pt x="1200" y="12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22" name="Google Shape;1422;p58"/>
          <p:cNvSpPr txBox="1"/>
          <p:nvPr/>
        </p:nvSpPr>
        <p:spPr>
          <a:xfrm>
            <a:off x="3958051" y="3758184"/>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file-plus</a:t>
            </a:r>
            <a:endParaRPr sz="1100"/>
          </a:p>
        </p:txBody>
      </p:sp>
      <p:sp>
        <p:nvSpPr>
          <p:cNvPr id="1423" name="Google Shape;1423;p58"/>
          <p:cNvSpPr/>
          <p:nvPr/>
        </p:nvSpPr>
        <p:spPr>
          <a:xfrm>
            <a:off x="5611313" y="3346704"/>
            <a:ext cx="377202" cy="377190"/>
          </a:xfrm>
          <a:custGeom>
            <a:rect b="b" l="l" r="r" t="t"/>
            <a:pathLst>
              <a:path extrusionOk="0" fill="none" h="2400" w="2400">
                <a:moveTo>
                  <a:pt x="600" y="2200"/>
                </a:moveTo>
                <a:lnTo>
                  <a:pt x="580" y="2199"/>
                </a:lnTo>
                <a:lnTo>
                  <a:pt x="561" y="2196"/>
                </a:lnTo>
                <a:lnTo>
                  <a:pt x="542" y="2191"/>
                </a:lnTo>
                <a:lnTo>
                  <a:pt x="523" y="2185"/>
                </a:lnTo>
                <a:lnTo>
                  <a:pt x="506" y="2176"/>
                </a:lnTo>
                <a:lnTo>
                  <a:pt x="489" y="2166"/>
                </a:lnTo>
                <a:lnTo>
                  <a:pt x="473" y="2155"/>
                </a:lnTo>
                <a:lnTo>
                  <a:pt x="459" y="2141"/>
                </a:lnTo>
                <a:lnTo>
                  <a:pt x="445" y="2127"/>
                </a:lnTo>
                <a:lnTo>
                  <a:pt x="434" y="2111"/>
                </a:lnTo>
                <a:lnTo>
                  <a:pt x="424" y="2094"/>
                </a:lnTo>
                <a:lnTo>
                  <a:pt x="415" y="2077"/>
                </a:lnTo>
                <a:lnTo>
                  <a:pt x="409" y="2058"/>
                </a:lnTo>
                <a:lnTo>
                  <a:pt x="404" y="2039"/>
                </a:lnTo>
                <a:lnTo>
                  <a:pt x="401" y="2020"/>
                </a:lnTo>
                <a:lnTo>
                  <a:pt x="400" y="2000"/>
                </a:lnTo>
                <a:lnTo>
                  <a:pt x="400" y="400"/>
                </a:lnTo>
                <a:lnTo>
                  <a:pt x="401" y="380"/>
                </a:lnTo>
                <a:lnTo>
                  <a:pt x="404" y="361"/>
                </a:lnTo>
                <a:lnTo>
                  <a:pt x="409" y="342"/>
                </a:lnTo>
                <a:lnTo>
                  <a:pt x="415" y="323"/>
                </a:lnTo>
                <a:lnTo>
                  <a:pt x="424" y="306"/>
                </a:lnTo>
                <a:lnTo>
                  <a:pt x="434" y="289"/>
                </a:lnTo>
                <a:lnTo>
                  <a:pt x="445" y="273"/>
                </a:lnTo>
                <a:lnTo>
                  <a:pt x="459" y="259"/>
                </a:lnTo>
                <a:lnTo>
                  <a:pt x="473" y="245"/>
                </a:lnTo>
                <a:lnTo>
                  <a:pt x="489" y="234"/>
                </a:lnTo>
                <a:lnTo>
                  <a:pt x="506" y="224"/>
                </a:lnTo>
                <a:lnTo>
                  <a:pt x="523" y="215"/>
                </a:lnTo>
                <a:lnTo>
                  <a:pt x="542" y="209"/>
                </a:lnTo>
                <a:lnTo>
                  <a:pt x="561" y="204"/>
                </a:lnTo>
                <a:lnTo>
                  <a:pt x="580" y="201"/>
                </a:lnTo>
                <a:lnTo>
                  <a:pt x="600" y="200"/>
                </a:lnTo>
                <a:lnTo>
                  <a:pt x="1400" y="200"/>
                </a:lnTo>
                <a:lnTo>
                  <a:pt x="1412" y="200"/>
                </a:lnTo>
                <a:lnTo>
                  <a:pt x="1424" y="201"/>
                </a:lnTo>
                <a:lnTo>
                  <a:pt x="1435" y="203"/>
                </a:lnTo>
                <a:lnTo>
                  <a:pt x="1447" y="205"/>
                </a:lnTo>
                <a:lnTo>
                  <a:pt x="1459" y="207"/>
                </a:lnTo>
                <a:lnTo>
                  <a:pt x="1470" y="210"/>
                </a:lnTo>
                <a:lnTo>
                  <a:pt x="1481" y="214"/>
                </a:lnTo>
                <a:lnTo>
                  <a:pt x="1492" y="218"/>
                </a:lnTo>
                <a:lnTo>
                  <a:pt x="1503" y="223"/>
                </a:lnTo>
                <a:lnTo>
                  <a:pt x="1514" y="228"/>
                </a:lnTo>
                <a:lnTo>
                  <a:pt x="1524" y="234"/>
                </a:lnTo>
                <a:lnTo>
                  <a:pt x="1534" y="241"/>
                </a:lnTo>
                <a:lnTo>
                  <a:pt x="1544" y="247"/>
                </a:lnTo>
                <a:lnTo>
                  <a:pt x="1553" y="255"/>
                </a:lnTo>
                <a:lnTo>
                  <a:pt x="1562" y="262"/>
                </a:lnTo>
                <a:lnTo>
                  <a:pt x="1570" y="271"/>
                </a:lnTo>
                <a:lnTo>
                  <a:pt x="1929" y="629"/>
                </a:lnTo>
                <a:lnTo>
                  <a:pt x="1937" y="638"/>
                </a:lnTo>
                <a:lnTo>
                  <a:pt x="1945" y="647"/>
                </a:lnTo>
                <a:lnTo>
                  <a:pt x="1952" y="656"/>
                </a:lnTo>
                <a:lnTo>
                  <a:pt x="1959" y="666"/>
                </a:lnTo>
                <a:lnTo>
                  <a:pt x="1966" y="676"/>
                </a:lnTo>
                <a:lnTo>
                  <a:pt x="1972" y="686"/>
                </a:lnTo>
                <a:lnTo>
                  <a:pt x="1977" y="697"/>
                </a:lnTo>
                <a:lnTo>
                  <a:pt x="1982" y="708"/>
                </a:lnTo>
                <a:lnTo>
                  <a:pt x="1986" y="719"/>
                </a:lnTo>
                <a:lnTo>
                  <a:pt x="1990" y="730"/>
                </a:lnTo>
                <a:lnTo>
                  <a:pt x="1993" y="741"/>
                </a:lnTo>
                <a:lnTo>
                  <a:pt x="1995" y="753"/>
                </a:lnTo>
                <a:lnTo>
                  <a:pt x="1997" y="765"/>
                </a:lnTo>
                <a:lnTo>
                  <a:pt x="1999" y="776"/>
                </a:lnTo>
                <a:lnTo>
                  <a:pt x="2000" y="788"/>
                </a:lnTo>
                <a:lnTo>
                  <a:pt x="2000" y="800"/>
                </a:lnTo>
                <a:lnTo>
                  <a:pt x="2000" y="2000"/>
                </a:lnTo>
                <a:lnTo>
                  <a:pt x="1999" y="2020"/>
                </a:lnTo>
                <a:lnTo>
                  <a:pt x="1996" y="2039"/>
                </a:lnTo>
                <a:lnTo>
                  <a:pt x="1991" y="2058"/>
                </a:lnTo>
                <a:lnTo>
                  <a:pt x="1985" y="2077"/>
                </a:lnTo>
                <a:lnTo>
                  <a:pt x="1976" y="2094"/>
                </a:lnTo>
                <a:lnTo>
                  <a:pt x="1966" y="2111"/>
                </a:lnTo>
                <a:lnTo>
                  <a:pt x="1955" y="2127"/>
                </a:lnTo>
                <a:lnTo>
                  <a:pt x="1941" y="2141"/>
                </a:lnTo>
                <a:lnTo>
                  <a:pt x="1927" y="2155"/>
                </a:lnTo>
                <a:lnTo>
                  <a:pt x="1911" y="2166"/>
                </a:lnTo>
                <a:lnTo>
                  <a:pt x="1894" y="2176"/>
                </a:lnTo>
                <a:lnTo>
                  <a:pt x="1877" y="2185"/>
                </a:lnTo>
                <a:lnTo>
                  <a:pt x="1858" y="2191"/>
                </a:lnTo>
                <a:lnTo>
                  <a:pt x="1839" y="2196"/>
                </a:lnTo>
                <a:lnTo>
                  <a:pt x="1820" y="2199"/>
                </a:lnTo>
                <a:lnTo>
                  <a:pt x="1800" y="2200"/>
                </a:lnTo>
                <a:lnTo>
                  <a:pt x="600" y="2200"/>
                </a:lnTo>
                <a:moveTo>
                  <a:pt x="1400" y="200"/>
                </a:moveTo>
                <a:lnTo>
                  <a:pt x="1400" y="700"/>
                </a:lnTo>
                <a:lnTo>
                  <a:pt x="1400" y="710"/>
                </a:lnTo>
                <a:lnTo>
                  <a:pt x="1402" y="720"/>
                </a:lnTo>
                <a:lnTo>
                  <a:pt x="1404" y="729"/>
                </a:lnTo>
                <a:lnTo>
                  <a:pt x="1408" y="738"/>
                </a:lnTo>
                <a:lnTo>
                  <a:pt x="1412" y="747"/>
                </a:lnTo>
                <a:lnTo>
                  <a:pt x="1417" y="756"/>
                </a:lnTo>
                <a:lnTo>
                  <a:pt x="1423" y="763"/>
                </a:lnTo>
                <a:lnTo>
                  <a:pt x="1429" y="771"/>
                </a:lnTo>
                <a:lnTo>
                  <a:pt x="1437" y="777"/>
                </a:lnTo>
                <a:lnTo>
                  <a:pt x="1444" y="783"/>
                </a:lnTo>
                <a:lnTo>
                  <a:pt x="1453" y="788"/>
                </a:lnTo>
                <a:lnTo>
                  <a:pt x="1462" y="792"/>
                </a:lnTo>
                <a:lnTo>
                  <a:pt x="1471" y="796"/>
                </a:lnTo>
                <a:lnTo>
                  <a:pt x="1480" y="798"/>
                </a:lnTo>
                <a:lnTo>
                  <a:pt x="1490" y="800"/>
                </a:lnTo>
                <a:lnTo>
                  <a:pt x="1500" y="800"/>
                </a:lnTo>
                <a:lnTo>
                  <a:pt x="2000" y="800"/>
                </a:lnTo>
                <a:moveTo>
                  <a:pt x="900" y="1500"/>
                </a:moveTo>
                <a:lnTo>
                  <a:pt x="1100" y="1700"/>
                </a:lnTo>
                <a:lnTo>
                  <a:pt x="1500" y="13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24" name="Google Shape;1424;p58"/>
          <p:cNvSpPr txBox="1"/>
          <p:nvPr/>
        </p:nvSpPr>
        <p:spPr>
          <a:xfrm>
            <a:off x="5185959" y="3758184"/>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file-check</a:t>
            </a:r>
            <a:endParaRPr sz="1100"/>
          </a:p>
        </p:txBody>
      </p:sp>
      <p:sp>
        <p:nvSpPr>
          <p:cNvPr id="1425" name="Google Shape;1425;p58"/>
          <p:cNvSpPr/>
          <p:nvPr/>
        </p:nvSpPr>
        <p:spPr>
          <a:xfrm>
            <a:off x="6839221" y="3346704"/>
            <a:ext cx="377202" cy="377190"/>
          </a:xfrm>
          <a:custGeom>
            <a:rect b="b" l="l" r="r" t="t"/>
            <a:pathLst>
              <a:path extrusionOk="0" fill="none" h="2400" w="2400">
                <a:moveTo>
                  <a:pt x="2000" y="2000"/>
                </a:moveTo>
                <a:lnTo>
                  <a:pt x="2020" y="1999"/>
                </a:lnTo>
                <a:lnTo>
                  <a:pt x="2039" y="1996"/>
                </a:lnTo>
                <a:lnTo>
                  <a:pt x="2058" y="1991"/>
                </a:lnTo>
                <a:lnTo>
                  <a:pt x="2077" y="1985"/>
                </a:lnTo>
                <a:lnTo>
                  <a:pt x="2094" y="1976"/>
                </a:lnTo>
                <a:lnTo>
                  <a:pt x="2111" y="1966"/>
                </a:lnTo>
                <a:lnTo>
                  <a:pt x="2127" y="1955"/>
                </a:lnTo>
                <a:lnTo>
                  <a:pt x="2141" y="1941"/>
                </a:lnTo>
                <a:lnTo>
                  <a:pt x="2155" y="1927"/>
                </a:lnTo>
                <a:lnTo>
                  <a:pt x="2166" y="1911"/>
                </a:lnTo>
                <a:lnTo>
                  <a:pt x="2176" y="1894"/>
                </a:lnTo>
                <a:lnTo>
                  <a:pt x="2185" y="1877"/>
                </a:lnTo>
                <a:lnTo>
                  <a:pt x="2191" y="1858"/>
                </a:lnTo>
                <a:lnTo>
                  <a:pt x="2196" y="1839"/>
                </a:lnTo>
                <a:lnTo>
                  <a:pt x="2199" y="1820"/>
                </a:lnTo>
                <a:lnTo>
                  <a:pt x="2200" y="1800"/>
                </a:lnTo>
                <a:lnTo>
                  <a:pt x="2200" y="800"/>
                </a:lnTo>
                <a:lnTo>
                  <a:pt x="2199" y="780"/>
                </a:lnTo>
                <a:lnTo>
                  <a:pt x="2196" y="761"/>
                </a:lnTo>
                <a:lnTo>
                  <a:pt x="2191" y="742"/>
                </a:lnTo>
                <a:lnTo>
                  <a:pt x="2185" y="723"/>
                </a:lnTo>
                <a:lnTo>
                  <a:pt x="2176" y="706"/>
                </a:lnTo>
                <a:lnTo>
                  <a:pt x="2166" y="689"/>
                </a:lnTo>
                <a:lnTo>
                  <a:pt x="2155" y="673"/>
                </a:lnTo>
                <a:lnTo>
                  <a:pt x="2141" y="659"/>
                </a:lnTo>
                <a:lnTo>
                  <a:pt x="2127" y="645"/>
                </a:lnTo>
                <a:lnTo>
                  <a:pt x="2111" y="634"/>
                </a:lnTo>
                <a:lnTo>
                  <a:pt x="2094" y="624"/>
                </a:lnTo>
                <a:lnTo>
                  <a:pt x="2077" y="615"/>
                </a:lnTo>
                <a:lnTo>
                  <a:pt x="2058" y="609"/>
                </a:lnTo>
                <a:lnTo>
                  <a:pt x="2039" y="604"/>
                </a:lnTo>
                <a:lnTo>
                  <a:pt x="2020" y="601"/>
                </a:lnTo>
                <a:lnTo>
                  <a:pt x="2000" y="600"/>
                </a:lnTo>
                <a:lnTo>
                  <a:pt x="1210" y="600"/>
                </a:lnTo>
                <a:lnTo>
                  <a:pt x="1198" y="600"/>
                </a:lnTo>
                <a:lnTo>
                  <a:pt x="1185" y="599"/>
                </a:lnTo>
                <a:lnTo>
                  <a:pt x="1173" y="597"/>
                </a:lnTo>
                <a:lnTo>
                  <a:pt x="1161" y="594"/>
                </a:lnTo>
                <a:lnTo>
                  <a:pt x="1149" y="591"/>
                </a:lnTo>
                <a:lnTo>
                  <a:pt x="1137" y="587"/>
                </a:lnTo>
                <a:lnTo>
                  <a:pt x="1125" y="582"/>
                </a:lnTo>
                <a:lnTo>
                  <a:pt x="1114" y="577"/>
                </a:lnTo>
                <a:lnTo>
                  <a:pt x="1103" y="570"/>
                </a:lnTo>
                <a:lnTo>
                  <a:pt x="1093" y="563"/>
                </a:lnTo>
                <a:lnTo>
                  <a:pt x="1083" y="556"/>
                </a:lnTo>
                <a:lnTo>
                  <a:pt x="1073" y="548"/>
                </a:lnTo>
                <a:lnTo>
                  <a:pt x="1064" y="539"/>
                </a:lnTo>
                <a:lnTo>
                  <a:pt x="1056" y="530"/>
                </a:lnTo>
                <a:lnTo>
                  <a:pt x="1048" y="520"/>
                </a:lnTo>
                <a:lnTo>
                  <a:pt x="1041" y="510"/>
                </a:lnTo>
                <a:lnTo>
                  <a:pt x="960" y="390"/>
                </a:lnTo>
                <a:lnTo>
                  <a:pt x="953" y="380"/>
                </a:lnTo>
                <a:lnTo>
                  <a:pt x="945" y="370"/>
                </a:lnTo>
                <a:lnTo>
                  <a:pt x="937" y="361"/>
                </a:lnTo>
                <a:lnTo>
                  <a:pt x="928" y="352"/>
                </a:lnTo>
                <a:lnTo>
                  <a:pt x="919" y="344"/>
                </a:lnTo>
                <a:lnTo>
                  <a:pt x="909" y="337"/>
                </a:lnTo>
                <a:lnTo>
                  <a:pt x="899" y="330"/>
                </a:lnTo>
                <a:lnTo>
                  <a:pt x="888" y="324"/>
                </a:lnTo>
                <a:lnTo>
                  <a:pt x="877" y="318"/>
                </a:lnTo>
                <a:lnTo>
                  <a:pt x="865" y="314"/>
                </a:lnTo>
                <a:lnTo>
                  <a:pt x="854" y="309"/>
                </a:lnTo>
                <a:lnTo>
                  <a:pt x="842" y="306"/>
                </a:lnTo>
                <a:lnTo>
                  <a:pt x="830" y="303"/>
                </a:lnTo>
                <a:lnTo>
                  <a:pt x="818" y="302"/>
                </a:lnTo>
                <a:lnTo>
                  <a:pt x="805" y="300"/>
                </a:lnTo>
                <a:lnTo>
                  <a:pt x="793" y="300"/>
                </a:lnTo>
                <a:lnTo>
                  <a:pt x="400" y="300"/>
                </a:lnTo>
                <a:lnTo>
                  <a:pt x="380" y="301"/>
                </a:lnTo>
                <a:lnTo>
                  <a:pt x="361" y="304"/>
                </a:lnTo>
                <a:lnTo>
                  <a:pt x="342" y="309"/>
                </a:lnTo>
                <a:lnTo>
                  <a:pt x="323" y="315"/>
                </a:lnTo>
                <a:lnTo>
                  <a:pt x="306" y="324"/>
                </a:lnTo>
                <a:lnTo>
                  <a:pt x="289" y="334"/>
                </a:lnTo>
                <a:lnTo>
                  <a:pt x="273" y="345"/>
                </a:lnTo>
                <a:lnTo>
                  <a:pt x="259" y="359"/>
                </a:lnTo>
                <a:lnTo>
                  <a:pt x="245" y="373"/>
                </a:lnTo>
                <a:lnTo>
                  <a:pt x="234" y="389"/>
                </a:lnTo>
                <a:lnTo>
                  <a:pt x="224" y="406"/>
                </a:lnTo>
                <a:lnTo>
                  <a:pt x="215" y="423"/>
                </a:lnTo>
                <a:lnTo>
                  <a:pt x="209" y="442"/>
                </a:lnTo>
                <a:lnTo>
                  <a:pt x="204" y="461"/>
                </a:lnTo>
                <a:lnTo>
                  <a:pt x="201" y="480"/>
                </a:lnTo>
                <a:lnTo>
                  <a:pt x="200" y="500"/>
                </a:lnTo>
                <a:lnTo>
                  <a:pt x="200" y="1800"/>
                </a:lnTo>
                <a:lnTo>
                  <a:pt x="201" y="1820"/>
                </a:lnTo>
                <a:lnTo>
                  <a:pt x="204" y="1839"/>
                </a:lnTo>
                <a:lnTo>
                  <a:pt x="209" y="1858"/>
                </a:lnTo>
                <a:lnTo>
                  <a:pt x="215" y="1877"/>
                </a:lnTo>
                <a:lnTo>
                  <a:pt x="224" y="1894"/>
                </a:lnTo>
                <a:lnTo>
                  <a:pt x="234" y="1911"/>
                </a:lnTo>
                <a:lnTo>
                  <a:pt x="245" y="1927"/>
                </a:lnTo>
                <a:lnTo>
                  <a:pt x="259" y="1941"/>
                </a:lnTo>
                <a:lnTo>
                  <a:pt x="273" y="1955"/>
                </a:lnTo>
                <a:lnTo>
                  <a:pt x="289" y="1966"/>
                </a:lnTo>
                <a:lnTo>
                  <a:pt x="306" y="1976"/>
                </a:lnTo>
                <a:lnTo>
                  <a:pt x="323" y="1985"/>
                </a:lnTo>
                <a:lnTo>
                  <a:pt x="342" y="1991"/>
                </a:lnTo>
                <a:lnTo>
                  <a:pt x="361" y="1996"/>
                </a:lnTo>
                <a:lnTo>
                  <a:pt x="380" y="1999"/>
                </a:lnTo>
                <a:lnTo>
                  <a:pt x="400" y="2000"/>
                </a:lnTo>
                <a:lnTo>
                  <a:pt x="2000" y="20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26" name="Google Shape;1426;p58"/>
          <p:cNvSpPr txBox="1"/>
          <p:nvPr/>
        </p:nvSpPr>
        <p:spPr>
          <a:xfrm>
            <a:off x="6413867" y="3758184"/>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folder</a:t>
            </a:r>
            <a:endParaRPr sz="1100"/>
          </a:p>
        </p:txBody>
      </p:sp>
      <p:sp>
        <p:nvSpPr>
          <p:cNvPr id="1427" name="Google Shape;1427;p58"/>
          <p:cNvSpPr/>
          <p:nvPr/>
        </p:nvSpPr>
        <p:spPr>
          <a:xfrm>
            <a:off x="8067129" y="3346704"/>
            <a:ext cx="377202" cy="377190"/>
          </a:xfrm>
          <a:custGeom>
            <a:rect b="b" l="l" r="r" t="t"/>
            <a:pathLst>
              <a:path extrusionOk="0" fill="none" h="2400" w="2400">
                <a:moveTo>
                  <a:pt x="600" y="1400"/>
                </a:moveTo>
                <a:lnTo>
                  <a:pt x="750" y="1110"/>
                </a:lnTo>
                <a:lnTo>
                  <a:pt x="756" y="1098"/>
                </a:lnTo>
                <a:lnTo>
                  <a:pt x="764" y="1087"/>
                </a:lnTo>
                <a:lnTo>
                  <a:pt x="772" y="1076"/>
                </a:lnTo>
                <a:lnTo>
                  <a:pt x="781" y="1066"/>
                </a:lnTo>
                <a:lnTo>
                  <a:pt x="790" y="1056"/>
                </a:lnTo>
                <a:lnTo>
                  <a:pt x="800" y="1047"/>
                </a:lnTo>
                <a:lnTo>
                  <a:pt x="811" y="1038"/>
                </a:lnTo>
                <a:lnTo>
                  <a:pt x="822" y="1031"/>
                </a:lnTo>
                <a:lnTo>
                  <a:pt x="833" y="1024"/>
                </a:lnTo>
                <a:lnTo>
                  <a:pt x="846" y="1018"/>
                </a:lnTo>
                <a:lnTo>
                  <a:pt x="858" y="1013"/>
                </a:lnTo>
                <a:lnTo>
                  <a:pt x="871" y="1008"/>
                </a:lnTo>
                <a:lnTo>
                  <a:pt x="884" y="1005"/>
                </a:lnTo>
                <a:lnTo>
                  <a:pt x="897" y="1002"/>
                </a:lnTo>
                <a:lnTo>
                  <a:pt x="911" y="1001"/>
                </a:lnTo>
                <a:lnTo>
                  <a:pt x="924" y="1000"/>
                </a:lnTo>
                <a:lnTo>
                  <a:pt x="2000" y="1000"/>
                </a:lnTo>
                <a:lnTo>
                  <a:pt x="2023" y="1001"/>
                </a:lnTo>
                <a:lnTo>
                  <a:pt x="2045" y="1005"/>
                </a:lnTo>
                <a:lnTo>
                  <a:pt x="2067" y="1011"/>
                </a:lnTo>
                <a:lnTo>
                  <a:pt x="2088" y="1020"/>
                </a:lnTo>
                <a:lnTo>
                  <a:pt x="2108" y="1031"/>
                </a:lnTo>
                <a:lnTo>
                  <a:pt x="2127" y="1045"/>
                </a:lnTo>
                <a:lnTo>
                  <a:pt x="2143" y="1060"/>
                </a:lnTo>
                <a:lnTo>
                  <a:pt x="2158" y="1077"/>
                </a:lnTo>
                <a:lnTo>
                  <a:pt x="2171" y="1096"/>
                </a:lnTo>
                <a:lnTo>
                  <a:pt x="2182" y="1116"/>
                </a:lnTo>
                <a:lnTo>
                  <a:pt x="2190" y="1138"/>
                </a:lnTo>
                <a:lnTo>
                  <a:pt x="2196" y="1160"/>
                </a:lnTo>
                <a:lnTo>
                  <a:pt x="2200" y="1182"/>
                </a:lnTo>
                <a:lnTo>
                  <a:pt x="2200" y="1205"/>
                </a:lnTo>
                <a:lnTo>
                  <a:pt x="2198" y="1228"/>
                </a:lnTo>
                <a:lnTo>
                  <a:pt x="2194" y="1250"/>
                </a:lnTo>
                <a:lnTo>
                  <a:pt x="2040" y="1850"/>
                </a:lnTo>
                <a:lnTo>
                  <a:pt x="2035" y="1866"/>
                </a:lnTo>
                <a:lnTo>
                  <a:pt x="2029" y="1881"/>
                </a:lnTo>
                <a:lnTo>
                  <a:pt x="2022" y="1896"/>
                </a:lnTo>
                <a:lnTo>
                  <a:pt x="2013" y="1910"/>
                </a:lnTo>
                <a:lnTo>
                  <a:pt x="2004" y="1924"/>
                </a:lnTo>
                <a:lnTo>
                  <a:pt x="1993" y="1936"/>
                </a:lnTo>
                <a:lnTo>
                  <a:pt x="1981" y="1948"/>
                </a:lnTo>
                <a:lnTo>
                  <a:pt x="1968" y="1959"/>
                </a:lnTo>
                <a:lnTo>
                  <a:pt x="1955" y="1968"/>
                </a:lnTo>
                <a:lnTo>
                  <a:pt x="1940" y="1976"/>
                </a:lnTo>
                <a:lnTo>
                  <a:pt x="1926" y="1984"/>
                </a:lnTo>
                <a:lnTo>
                  <a:pt x="1910" y="1990"/>
                </a:lnTo>
                <a:lnTo>
                  <a:pt x="1894" y="1994"/>
                </a:lnTo>
                <a:lnTo>
                  <a:pt x="1878" y="1997"/>
                </a:lnTo>
                <a:lnTo>
                  <a:pt x="1862" y="1999"/>
                </a:lnTo>
                <a:lnTo>
                  <a:pt x="1845" y="2000"/>
                </a:lnTo>
                <a:lnTo>
                  <a:pt x="400" y="2000"/>
                </a:lnTo>
                <a:lnTo>
                  <a:pt x="380" y="1999"/>
                </a:lnTo>
                <a:lnTo>
                  <a:pt x="361" y="1996"/>
                </a:lnTo>
                <a:lnTo>
                  <a:pt x="342" y="1991"/>
                </a:lnTo>
                <a:lnTo>
                  <a:pt x="323" y="1985"/>
                </a:lnTo>
                <a:lnTo>
                  <a:pt x="306" y="1976"/>
                </a:lnTo>
                <a:lnTo>
                  <a:pt x="289" y="1966"/>
                </a:lnTo>
                <a:lnTo>
                  <a:pt x="273" y="1955"/>
                </a:lnTo>
                <a:lnTo>
                  <a:pt x="259" y="1941"/>
                </a:lnTo>
                <a:lnTo>
                  <a:pt x="245" y="1927"/>
                </a:lnTo>
                <a:lnTo>
                  <a:pt x="234" y="1911"/>
                </a:lnTo>
                <a:lnTo>
                  <a:pt x="224" y="1894"/>
                </a:lnTo>
                <a:lnTo>
                  <a:pt x="215" y="1877"/>
                </a:lnTo>
                <a:lnTo>
                  <a:pt x="209" y="1858"/>
                </a:lnTo>
                <a:lnTo>
                  <a:pt x="204" y="1839"/>
                </a:lnTo>
                <a:lnTo>
                  <a:pt x="201" y="1820"/>
                </a:lnTo>
                <a:lnTo>
                  <a:pt x="200" y="1800"/>
                </a:lnTo>
                <a:lnTo>
                  <a:pt x="200" y="500"/>
                </a:lnTo>
                <a:lnTo>
                  <a:pt x="201" y="480"/>
                </a:lnTo>
                <a:lnTo>
                  <a:pt x="204" y="461"/>
                </a:lnTo>
                <a:lnTo>
                  <a:pt x="209" y="442"/>
                </a:lnTo>
                <a:lnTo>
                  <a:pt x="215" y="423"/>
                </a:lnTo>
                <a:lnTo>
                  <a:pt x="224" y="406"/>
                </a:lnTo>
                <a:lnTo>
                  <a:pt x="234" y="389"/>
                </a:lnTo>
                <a:lnTo>
                  <a:pt x="245" y="373"/>
                </a:lnTo>
                <a:lnTo>
                  <a:pt x="259" y="359"/>
                </a:lnTo>
                <a:lnTo>
                  <a:pt x="273" y="345"/>
                </a:lnTo>
                <a:lnTo>
                  <a:pt x="289" y="334"/>
                </a:lnTo>
                <a:lnTo>
                  <a:pt x="306" y="324"/>
                </a:lnTo>
                <a:lnTo>
                  <a:pt x="323" y="315"/>
                </a:lnTo>
                <a:lnTo>
                  <a:pt x="342" y="309"/>
                </a:lnTo>
                <a:lnTo>
                  <a:pt x="361" y="304"/>
                </a:lnTo>
                <a:lnTo>
                  <a:pt x="380" y="301"/>
                </a:lnTo>
                <a:lnTo>
                  <a:pt x="400" y="300"/>
                </a:lnTo>
                <a:lnTo>
                  <a:pt x="790" y="300"/>
                </a:lnTo>
                <a:lnTo>
                  <a:pt x="802" y="300"/>
                </a:lnTo>
                <a:lnTo>
                  <a:pt x="815" y="301"/>
                </a:lnTo>
                <a:lnTo>
                  <a:pt x="827" y="303"/>
                </a:lnTo>
                <a:lnTo>
                  <a:pt x="839" y="306"/>
                </a:lnTo>
                <a:lnTo>
                  <a:pt x="851" y="309"/>
                </a:lnTo>
                <a:lnTo>
                  <a:pt x="863" y="313"/>
                </a:lnTo>
                <a:lnTo>
                  <a:pt x="875" y="318"/>
                </a:lnTo>
                <a:lnTo>
                  <a:pt x="886" y="323"/>
                </a:lnTo>
                <a:lnTo>
                  <a:pt x="897" y="330"/>
                </a:lnTo>
                <a:lnTo>
                  <a:pt x="907" y="337"/>
                </a:lnTo>
                <a:lnTo>
                  <a:pt x="917" y="344"/>
                </a:lnTo>
                <a:lnTo>
                  <a:pt x="927" y="352"/>
                </a:lnTo>
                <a:lnTo>
                  <a:pt x="936" y="361"/>
                </a:lnTo>
                <a:lnTo>
                  <a:pt x="944" y="370"/>
                </a:lnTo>
                <a:lnTo>
                  <a:pt x="952" y="380"/>
                </a:lnTo>
                <a:lnTo>
                  <a:pt x="959" y="390"/>
                </a:lnTo>
                <a:lnTo>
                  <a:pt x="1040" y="510"/>
                </a:lnTo>
                <a:lnTo>
                  <a:pt x="1047" y="520"/>
                </a:lnTo>
                <a:lnTo>
                  <a:pt x="1055" y="530"/>
                </a:lnTo>
                <a:lnTo>
                  <a:pt x="1063" y="539"/>
                </a:lnTo>
                <a:lnTo>
                  <a:pt x="1072" y="548"/>
                </a:lnTo>
                <a:lnTo>
                  <a:pt x="1081" y="556"/>
                </a:lnTo>
                <a:lnTo>
                  <a:pt x="1091" y="563"/>
                </a:lnTo>
                <a:lnTo>
                  <a:pt x="1101" y="570"/>
                </a:lnTo>
                <a:lnTo>
                  <a:pt x="1112" y="576"/>
                </a:lnTo>
                <a:lnTo>
                  <a:pt x="1123" y="582"/>
                </a:lnTo>
                <a:lnTo>
                  <a:pt x="1135" y="586"/>
                </a:lnTo>
                <a:lnTo>
                  <a:pt x="1146" y="591"/>
                </a:lnTo>
                <a:lnTo>
                  <a:pt x="1158" y="594"/>
                </a:lnTo>
                <a:lnTo>
                  <a:pt x="1170" y="597"/>
                </a:lnTo>
                <a:lnTo>
                  <a:pt x="1182" y="598"/>
                </a:lnTo>
                <a:lnTo>
                  <a:pt x="1195" y="600"/>
                </a:lnTo>
                <a:lnTo>
                  <a:pt x="1207" y="600"/>
                </a:lnTo>
                <a:lnTo>
                  <a:pt x="1800" y="600"/>
                </a:lnTo>
                <a:lnTo>
                  <a:pt x="1820" y="601"/>
                </a:lnTo>
                <a:lnTo>
                  <a:pt x="1839" y="604"/>
                </a:lnTo>
                <a:lnTo>
                  <a:pt x="1858" y="609"/>
                </a:lnTo>
                <a:lnTo>
                  <a:pt x="1877" y="615"/>
                </a:lnTo>
                <a:lnTo>
                  <a:pt x="1894" y="624"/>
                </a:lnTo>
                <a:lnTo>
                  <a:pt x="1911" y="634"/>
                </a:lnTo>
                <a:lnTo>
                  <a:pt x="1927" y="645"/>
                </a:lnTo>
                <a:lnTo>
                  <a:pt x="1941" y="659"/>
                </a:lnTo>
                <a:lnTo>
                  <a:pt x="1955" y="673"/>
                </a:lnTo>
                <a:lnTo>
                  <a:pt x="1966" y="689"/>
                </a:lnTo>
                <a:lnTo>
                  <a:pt x="1976" y="706"/>
                </a:lnTo>
                <a:lnTo>
                  <a:pt x="1985" y="723"/>
                </a:lnTo>
                <a:lnTo>
                  <a:pt x="1991" y="742"/>
                </a:lnTo>
                <a:lnTo>
                  <a:pt x="1996" y="761"/>
                </a:lnTo>
                <a:lnTo>
                  <a:pt x="1999" y="780"/>
                </a:lnTo>
                <a:lnTo>
                  <a:pt x="2000" y="800"/>
                </a:lnTo>
                <a:lnTo>
                  <a:pt x="2000" y="10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28" name="Google Shape;1428;p58"/>
          <p:cNvSpPr txBox="1"/>
          <p:nvPr/>
        </p:nvSpPr>
        <p:spPr>
          <a:xfrm>
            <a:off x="7641775" y="3758184"/>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folder-open</a:t>
            </a:r>
            <a:endParaRPr sz="1100"/>
          </a:p>
        </p:txBody>
      </p:sp>
      <p:sp>
        <p:nvSpPr>
          <p:cNvPr id="1429" name="Google Shape;1429;p58"/>
          <p:cNvSpPr/>
          <p:nvPr/>
        </p:nvSpPr>
        <p:spPr>
          <a:xfrm>
            <a:off x="699681" y="4142232"/>
            <a:ext cx="377202" cy="377190"/>
          </a:xfrm>
          <a:custGeom>
            <a:rect b="b" l="l" r="r" t="t"/>
            <a:pathLst>
              <a:path extrusionOk="0" fill="none" h="2400" w="2400">
                <a:moveTo>
                  <a:pt x="1200" y="1000"/>
                </a:moveTo>
                <a:lnTo>
                  <a:pt x="1200" y="1600"/>
                </a:lnTo>
                <a:moveTo>
                  <a:pt x="900" y="1300"/>
                </a:moveTo>
                <a:lnTo>
                  <a:pt x="1500" y="1300"/>
                </a:lnTo>
                <a:moveTo>
                  <a:pt x="2000" y="2000"/>
                </a:moveTo>
                <a:lnTo>
                  <a:pt x="2020" y="1999"/>
                </a:lnTo>
                <a:lnTo>
                  <a:pt x="2039" y="1996"/>
                </a:lnTo>
                <a:lnTo>
                  <a:pt x="2058" y="1991"/>
                </a:lnTo>
                <a:lnTo>
                  <a:pt x="2077" y="1985"/>
                </a:lnTo>
                <a:lnTo>
                  <a:pt x="2094" y="1976"/>
                </a:lnTo>
                <a:lnTo>
                  <a:pt x="2111" y="1966"/>
                </a:lnTo>
                <a:lnTo>
                  <a:pt x="2127" y="1955"/>
                </a:lnTo>
                <a:lnTo>
                  <a:pt x="2141" y="1941"/>
                </a:lnTo>
                <a:lnTo>
                  <a:pt x="2155" y="1927"/>
                </a:lnTo>
                <a:lnTo>
                  <a:pt x="2166" y="1911"/>
                </a:lnTo>
                <a:lnTo>
                  <a:pt x="2176" y="1894"/>
                </a:lnTo>
                <a:lnTo>
                  <a:pt x="2185" y="1877"/>
                </a:lnTo>
                <a:lnTo>
                  <a:pt x="2191" y="1858"/>
                </a:lnTo>
                <a:lnTo>
                  <a:pt x="2196" y="1839"/>
                </a:lnTo>
                <a:lnTo>
                  <a:pt x="2199" y="1820"/>
                </a:lnTo>
                <a:lnTo>
                  <a:pt x="2200" y="1800"/>
                </a:lnTo>
                <a:lnTo>
                  <a:pt x="2200" y="800"/>
                </a:lnTo>
                <a:lnTo>
                  <a:pt x="2199" y="780"/>
                </a:lnTo>
                <a:lnTo>
                  <a:pt x="2196" y="761"/>
                </a:lnTo>
                <a:lnTo>
                  <a:pt x="2191" y="742"/>
                </a:lnTo>
                <a:lnTo>
                  <a:pt x="2185" y="723"/>
                </a:lnTo>
                <a:lnTo>
                  <a:pt x="2176" y="706"/>
                </a:lnTo>
                <a:lnTo>
                  <a:pt x="2166" y="689"/>
                </a:lnTo>
                <a:lnTo>
                  <a:pt x="2155" y="673"/>
                </a:lnTo>
                <a:lnTo>
                  <a:pt x="2141" y="659"/>
                </a:lnTo>
                <a:lnTo>
                  <a:pt x="2127" y="645"/>
                </a:lnTo>
                <a:lnTo>
                  <a:pt x="2111" y="634"/>
                </a:lnTo>
                <a:lnTo>
                  <a:pt x="2094" y="624"/>
                </a:lnTo>
                <a:lnTo>
                  <a:pt x="2077" y="615"/>
                </a:lnTo>
                <a:lnTo>
                  <a:pt x="2058" y="609"/>
                </a:lnTo>
                <a:lnTo>
                  <a:pt x="2039" y="604"/>
                </a:lnTo>
                <a:lnTo>
                  <a:pt x="2020" y="601"/>
                </a:lnTo>
                <a:lnTo>
                  <a:pt x="2000" y="600"/>
                </a:lnTo>
                <a:lnTo>
                  <a:pt x="1210" y="600"/>
                </a:lnTo>
                <a:lnTo>
                  <a:pt x="1198" y="600"/>
                </a:lnTo>
                <a:lnTo>
                  <a:pt x="1185" y="599"/>
                </a:lnTo>
                <a:lnTo>
                  <a:pt x="1173" y="597"/>
                </a:lnTo>
                <a:lnTo>
                  <a:pt x="1161" y="594"/>
                </a:lnTo>
                <a:lnTo>
                  <a:pt x="1149" y="591"/>
                </a:lnTo>
                <a:lnTo>
                  <a:pt x="1137" y="587"/>
                </a:lnTo>
                <a:lnTo>
                  <a:pt x="1125" y="582"/>
                </a:lnTo>
                <a:lnTo>
                  <a:pt x="1114" y="577"/>
                </a:lnTo>
                <a:lnTo>
                  <a:pt x="1103" y="570"/>
                </a:lnTo>
                <a:lnTo>
                  <a:pt x="1093" y="563"/>
                </a:lnTo>
                <a:lnTo>
                  <a:pt x="1083" y="556"/>
                </a:lnTo>
                <a:lnTo>
                  <a:pt x="1073" y="548"/>
                </a:lnTo>
                <a:lnTo>
                  <a:pt x="1064" y="539"/>
                </a:lnTo>
                <a:lnTo>
                  <a:pt x="1056" y="530"/>
                </a:lnTo>
                <a:lnTo>
                  <a:pt x="1048" y="520"/>
                </a:lnTo>
                <a:lnTo>
                  <a:pt x="1041" y="510"/>
                </a:lnTo>
                <a:lnTo>
                  <a:pt x="960" y="390"/>
                </a:lnTo>
                <a:lnTo>
                  <a:pt x="953" y="380"/>
                </a:lnTo>
                <a:lnTo>
                  <a:pt x="945" y="370"/>
                </a:lnTo>
                <a:lnTo>
                  <a:pt x="937" y="361"/>
                </a:lnTo>
                <a:lnTo>
                  <a:pt x="928" y="352"/>
                </a:lnTo>
                <a:lnTo>
                  <a:pt x="919" y="344"/>
                </a:lnTo>
                <a:lnTo>
                  <a:pt x="909" y="337"/>
                </a:lnTo>
                <a:lnTo>
                  <a:pt x="899" y="330"/>
                </a:lnTo>
                <a:lnTo>
                  <a:pt x="888" y="324"/>
                </a:lnTo>
                <a:lnTo>
                  <a:pt x="877" y="318"/>
                </a:lnTo>
                <a:lnTo>
                  <a:pt x="865" y="314"/>
                </a:lnTo>
                <a:lnTo>
                  <a:pt x="854" y="309"/>
                </a:lnTo>
                <a:lnTo>
                  <a:pt x="842" y="306"/>
                </a:lnTo>
                <a:lnTo>
                  <a:pt x="830" y="303"/>
                </a:lnTo>
                <a:lnTo>
                  <a:pt x="818" y="302"/>
                </a:lnTo>
                <a:lnTo>
                  <a:pt x="805" y="300"/>
                </a:lnTo>
                <a:lnTo>
                  <a:pt x="793" y="300"/>
                </a:lnTo>
                <a:lnTo>
                  <a:pt x="400" y="300"/>
                </a:lnTo>
                <a:lnTo>
                  <a:pt x="380" y="301"/>
                </a:lnTo>
                <a:lnTo>
                  <a:pt x="361" y="304"/>
                </a:lnTo>
                <a:lnTo>
                  <a:pt x="342" y="309"/>
                </a:lnTo>
                <a:lnTo>
                  <a:pt x="323" y="315"/>
                </a:lnTo>
                <a:lnTo>
                  <a:pt x="306" y="324"/>
                </a:lnTo>
                <a:lnTo>
                  <a:pt x="289" y="334"/>
                </a:lnTo>
                <a:lnTo>
                  <a:pt x="273" y="345"/>
                </a:lnTo>
                <a:lnTo>
                  <a:pt x="259" y="359"/>
                </a:lnTo>
                <a:lnTo>
                  <a:pt x="245" y="373"/>
                </a:lnTo>
                <a:lnTo>
                  <a:pt x="234" y="389"/>
                </a:lnTo>
                <a:lnTo>
                  <a:pt x="224" y="406"/>
                </a:lnTo>
                <a:lnTo>
                  <a:pt x="215" y="423"/>
                </a:lnTo>
                <a:lnTo>
                  <a:pt x="209" y="442"/>
                </a:lnTo>
                <a:lnTo>
                  <a:pt x="204" y="461"/>
                </a:lnTo>
                <a:lnTo>
                  <a:pt x="201" y="480"/>
                </a:lnTo>
                <a:lnTo>
                  <a:pt x="200" y="500"/>
                </a:lnTo>
                <a:lnTo>
                  <a:pt x="200" y="1800"/>
                </a:lnTo>
                <a:lnTo>
                  <a:pt x="201" y="1820"/>
                </a:lnTo>
                <a:lnTo>
                  <a:pt x="204" y="1839"/>
                </a:lnTo>
                <a:lnTo>
                  <a:pt x="209" y="1858"/>
                </a:lnTo>
                <a:lnTo>
                  <a:pt x="215" y="1877"/>
                </a:lnTo>
                <a:lnTo>
                  <a:pt x="224" y="1894"/>
                </a:lnTo>
                <a:lnTo>
                  <a:pt x="234" y="1911"/>
                </a:lnTo>
                <a:lnTo>
                  <a:pt x="245" y="1927"/>
                </a:lnTo>
                <a:lnTo>
                  <a:pt x="259" y="1941"/>
                </a:lnTo>
                <a:lnTo>
                  <a:pt x="273" y="1955"/>
                </a:lnTo>
                <a:lnTo>
                  <a:pt x="289" y="1966"/>
                </a:lnTo>
                <a:lnTo>
                  <a:pt x="306" y="1976"/>
                </a:lnTo>
                <a:lnTo>
                  <a:pt x="323" y="1985"/>
                </a:lnTo>
                <a:lnTo>
                  <a:pt x="342" y="1991"/>
                </a:lnTo>
                <a:lnTo>
                  <a:pt x="361" y="1996"/>
                </a:lnTo>
                <a:lnTo>
                  <a:pt x="380" y="1999"/>
                </a:lnTo>
                <a:lnTo>
                  <a:pt x="400" y="2000"/>
                </a:lnTo>
                <a:lnTo>
                  <a:pt x="2000" y="20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30" name="Google Shape;1430;p58"/>
          <p:cNvSpPr txBox="1"/>
          <p:nvPr/>
        </p:nvSpPr>
        <p:spPr>
          <a:xfrm>
            <a:off x="274327" y="4553712"/>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folder-plus</a:t>
            </a:r>
            <a:endParaRPr sz="1100"/>
          </a:p>
        </p:txBody>
      </p:sp>
      <p:sp>
        <p:nvSpPr>
          <p:cNvPr id="1431" name="Google Shape;1431;p58"/>
          <p:cNvSpPr/>
          <p:nvPr/>
        </p:nvSpPr>
        <p:spPr>
          <a:xfrm>
            <a:off x="1927589" y="4142232"/>
            <a:ext cx="377202" cy="377190"/>
          </a:xfrm>
          <a:custGeom>
            <a:rect b="b" l="l" r="r" t="t"/>
            <a:pathLst>
              <a:path extrusionOk="0" fill="none" h="2400" w="2400">
                <a:moveTo>
                  <a:pt x="2200" y="1200"/>
                </a:moveTo>
                <a:lnTo>
                  <a:pt x="1600" y="1200"/>
                </a:lnTo>
                <a:lnTo>
                  <a:pt x="1400" y="1500"/>
                </a:lnTo>
                <a:lnTo>
                  <a:pt x="1000" y="1500"/>
                </a:lnTo>
                <a:lnTo>
                  <a:pt x="800" y="1200"/>
                </a:lnTo>
                <a:lnTo>
                  <a:pt x="200" y="1200"/>
                </a:lnTo>
                <a:moveTo>
                  <a:pt x="545" y="511"/>
                </a:moveTo>
                <a:lnTo>
                  <a:pt x="200" y="1200"/>
                </a:lnTo>
                <a:lnTo>
                  <a:pt x="200" y="1800"/>
                </a:lnTo>
                <a:lnTo>
                  <a:pt x="201" y="1820"/>
                </a:lnTo>
                <a:lnTo>
                  <a:pt x="204" y="1839"/>
                </a:lnTo>
                <a:lnTo>
                  <a:pt x="209" y="1858"/>
                </a:lnTo>
                <a:lnTo>
                  <a:pt x="215" y="1877"/>
                </a:lnTo>
                <a:lnTo>
                  <a:pt x="224" y="1894"/>
                </a:lnTo>
                <a:lnTo>
                  <a:pt x="234" y="1911"/>
                </a:lnTo>
                <a:lnTo>
                  <a:pt x="245" y="1927"/>
                </a:lnTo>
                <a:lnTo>
                  <a:pt x="259" y="1941"/>
                </a:lnTo>
                <a:lnTo>
                  <a:pt x="273" y="1955"/>
                </a:lnTo>
                <a:lnTo>
                  <a:pt x="289" y="1966"/>
                </a:lnTo>
                <a:lnTo>
                  <a:pt x="306" y="1976"/>
                </a:lnTo>
                <a:lnTo>
                  <a:pt x="323" y="1985"/>
                </a:lnTo>
                <a:lnTo>
                  <a:pt x="342" y="1991"/>
                </a:lnTo>
                <a:lnTo>
                  <a:pt x="361" y="1996"/>
                </a:lnTo>
                <a:lnTo>
                  <a:pt x="380" y="1999"/>
                </a:lnTo>
                <a:lnTo>
                  <a:pt x="400" y="2000"/>
                </a:lnTo>
                <a:lnTo>
                  <a:pt x="2000" y="2000"/>
                </a:lnTo>
                <a:lnTo>
                  <a:pt x="2020" y="1999"/>
                </a:lnTo>
                <a:lnTo>
                  <a:pt x="2039" y="1996"/>
                </a:lnTo>
                <a:lnTo>
                  <a:pt x="2058" y="1991"/>
                </a:lnTo>
                <a:lnTo>
                  <a:pt x="2077" y="1985"/>
                </a:lnTo>
                <a:lnTo>
                  <a:pt x="2094" y="1976"/>
                </a:lnTo>
                <a:lnTo>
                  <a:pt x="2111" y="1966"/>
                </a:lnTo>
                <a:lnTo>
                  <a:pt x="2127" y="1955"/>
                </a:lnTo>
                <a:lnTo>
                  <a:pt x="2141" y="1941"/>
                </a:lnTo>
                <a:lnTo>
                  <a:pt x="2155" y="1927"/>
                </a:lnTo>
                <a:lnTo>
                  <a:pt x="2166" y="1911"/>
                </a:lnTo>
                <a:lnTo>
                  <a:pt x="2176" y="1894"/>
                </a:lnTo>
                <a:lnTo>
                  <a:pt x="2185" y="1877"/>
                </a:lnTo>
                <a:lnTo>
                  <a:pt x="2191" y="1858"/>
                </a:lnTo>
                <a:lnTo>
                  <a:pt x="2196" y="1839"/>
                </a:lnTo>
                <a:lnTo>
                  <a:pt x="2199" y="1820"/>
                </a:lnTo>
                <a:lnTo>
                  <a:pt x="2200" y="1800"/>
                </a:lnTo>
                <a:lnTo>
                  <a:pt x="2200" y="1200"/>
                </a:lnTo>
                <a:lnTo>
                  <a:pt x="1855" y="511"/>
                </a:lnTo>
                <a:lnTo>
                  <a:pt x="1848" y="499"/>
                </a:lnTo>
                <a:lnTo>
                  <a:pt x="1841" y="487"/>
                </a:lnTo>
                <a:lnTo>
                  <a:pt x="1833" y="476"/>
                </a:lnTo>
                <a:lnTo>
                  <a:pt x="1824" y="465"/>
                </a:lnTo>
                <a:lnTo>
                  <a:pt x="1814" y="455"/>
                </a:lnTo>
                <a:lnTo>
                  <a:pt x="1804" y="446"/>
                </a:lnTo>
                <a:lnTo>
                  <a:pt x="1793" y="438"/>
                </a:lnTo>
                <a:lnTo>
                  <a:pt x="1781" y="430"/>
                </a:lnTo>
                <a:lnTo>
                  <a:pt x="1769" y="423"/>
                </a:lnTo>
                <a:lnTo>
                  <a:pt x="1757" y="417"/>
                </a:lnTo>
                <a:lnTo>
                  <a:pt x="1744" y="412"/>
                </a:lnTo>
                <a:lnTo>
                  <a:pt x="1731" y="408"/>
                </a:lnTo>
                <a:lnTo>
                  <a:pt x="1717" y="404"/>
                </a:lnTo>
                <a:lnTo>
                  <a:pt x="1704" y="402"/>
                </a:lnTo>
                <a:lnTo>
                  <a:pt x="1690" y="400"/>
                </a:lnTo>
                <a:lnTo>
                  <a:pt x="1676" y="400"/>
                </a:lnTo>
                <a:lnTo>
                  <a:pt x="724" y="400"/>
                </a:lnTo>
                <a:lnTo>
                  <a:pt x="710" y="400"/>
                </a:lnTo>
                <a:lnTo>
                  <a:pt x="696" y="402"/>
                </a:lnTo>
                <a:lnTo>
                  <a:pt x="683" y="404"/>
                </a:lnTo>
                <a:lnTo>
                  <a:pt x="669" y="408"/>
                </a:lnTo>
                <a:lnTo>
                  <a:pt x="656" y="412"/>
                </a:lnTo>
                <a:lnTo>
                  <a:pt x="643" y="417"/>
                </a:lnTo>
                <a:lnTo>
                  <a:pt x="631" y="423"/>
                </a:lnTo>
                <a:lnTo>
                  <a:pt x="619" y="430"/>
                </a:lnTo>
                <a:lnTo>
                  <a:pt x="607" y="438"/>
                </a:lnTo>
                <a:lnTo>
                  <a:pt x="596" y="446"/>
                </a:lnTo>
                <a:lnTo>
                  <a:pt x="586" y="455"/>
                </a:lnTo>
                <a:lnTo>
                  <a:pt x="576" y="465"/>
                </a:lnTo>
                <a:lnTo>
                  <a:pt x="567" y="476"/>
                </a:lnTo>
                <a:lnTo>
                  <a:pt x="559" y="487"/>
                </a:lnTo>
                <a:lnTo>
                  <a:pt x="552" y="499"/>
                </a:lnTo>
                <a:lnTo>
                  <a:pt x="545" y="511"/>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32" name="Google Shape;1432;p58"/>
          <p:cNvSpPr txBox="1"/>
          <p:nvPr/>
        </p:nvSpPr>
        <p:spPr>
          <a:xfrm>
            <a:off x="1502235" y="4553712"/>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inbox</a:t>
            </a:r>
            <a:endParaRPr sz="1100"/>
          </a:p>
        </p:txBody>
      </p:sp>
      <p:sp>
        <p:nvSpPr>
          <p:cNvPr id="1433" name="Google Shape;1433;p58"/>
          <p:cNvSpPr/>
          <p:nvPr/>
        </p:nvSpPr>
        <p:spPr>
          <a:xfrm>
            <a:off x="3155497" y="4142232"/>
            <a:ext cx="377202" cy="377190"/>
          </a:xfrm>
          <a:custGeom>
            <a:rect b="b" l="l" r="r" t="t"/>
            <a:pathLst>
              <a:path extrusionOk="0" fill="none" h="2400" w="2400">
                <a:moveTo>
                  <a:pt x="300" y="300"/>
                </a:moveTo>
                <a:lnTo>
                  <a:pt x="2100" y="300"/>
                </a:lnTo>
                <a:cubicBezTo>
                  <a:pt x="2155" y="300"/>
                  <a:pt x="2200" y="345"/>
                  <a:pt x="2200" y="400"/>
                </a:cubicBezTo>
                <a:lnTo>
                  <a:pt x="2200" y="700"/>
                </a:lnTo>
                <a:cubicBezTo>
                  <a:pt x="2200" y="755"/>
                  <a:pt x="2155" y="800"/>
                  <a:pt x="2100" y="800"/>
                </a:cubicBezTo>
                <a:lnTo>
                  <a:pt x="300" y="800"/>
                </a:lnTo>
                <a:cubicBezTo>
                  <a:pt x="245" y="800"/>
                  <a:pt x="200" y="755"/>
                  <a:pt x="200" y="700"/>
                </a:cubicBezTo>
                <a:lnTo>
                  <a:pt x="200" y="400"/>
                </a:lnTo>
                <a:cubicBezTo>
                  <a:pt x="200" y="345"/>
                  <a:pt x="245" y="300"/>
                  <a:pt x="300" y="300"/>
                </a:cubicBezTo>
                <a:close/>
                <a:moveTo>
                  <a:pt x="400" y="800"/>
                </a:moveTo>
                <a:lnTo>
                  <a:pt x="400" y="1900"/>
                </a:lnTo>
                <a:lnTo>
                  <a:pt x="401" y="1920"/>
                </a:lnTo>
                <a:lnTo>
                  <a:pt x="404" y="1939"/>
                </a:lnTo>
                <a:lnTo>
                  <a:pt x="409" y="1958"/>
                </a:lnTo>
                <a:lnTo>
                  <a:pt x="415" y="1977"/>
                </a:lnTo>
                <a:lnTo>
                  <a:pt x="424" y="1994"/>
                </a:lnTo>
                <a:lnTo>
                  <a:pt x="434" y="2011"/>
                </a:lnTo>
                <a:lnTo>
                  <a:pt x="445" y="2027"/>
                </a:lnTo>
                <a:lnTo>
                  <a:pt x="459" y="2041"/>
                </a:lnTo>
                <a:lnTo>
                  <a:pt x="473" y="2055"/>
                </a:lnTo>
                <a:lnTo>
                  <a:pt x="489" y="2066"/>
                </a:lnTo>
                <a:lnTo>
                  <a:pt x="506" y="2076"/>
                </a:lnTo>
                <a:lnTo>
                  <a:pt x="523" y="2085"/>
                </a:lnTo>
                <a:lnTo>
                  <a:pt x="542" y="2091"/>
                </a:lnTo>
                <a:lnTo>
                  <a:pt x="561" y="2096"/>
                </a:lnTo>
                <a:lnTo>
                  <a:pt x="580" y="2099"/>
                </a:lnTo>
                <a:lnTo>
                  <a:pt x="600" y="2100"/>
                </a:lnTo>
                <a:lnTo>
                  <a:pt x="1800" y="2100"/>
                </a:lnTo>
                <a:lnTo>
                  <a:pt x="1820" y="2099"/>
                </a:lnTo>
                <a:lnTo>
                  <a:pt x="1839" y="2096"/>
                </a:lnTo>
                <a:lnTo>
                  <a:pt x="1858" y="2091"/>
                </a:lnTo>
                <a:lnTo>
                  <a:pt x="1877" y="2085"/>
                </a:lnTo>
                <a:lnTo>
                  <a:pt x="1894" y="2076"/>
                </a:lnTo>
                <a:lnTo>
                  <a:pt x="1911" y="2066"/>
                </a:lnTo>
                <a:lnTo>
                  <a:pt x="1927" y="2055"/>
                </a:lnTo>
                <a:lnTo>
                  <a:pt x="1941" y="2041"/>
                </a:lnTo>
                <a:lnTo>
                  <a:pt x="1955" y="2027"/>
                </a:lnTo>
                <a:lnTo>
                  <a:pt x="1966" y="2011"/>
                </a:lnTo>
                <a:lnTo>
                  <a:pt x="1976" y="1994"/>
                </a:lnTo>
                <a:lnTo>
                  <a:pt x="1985" y="1977"/>
                </a:lnTo>
                <a:lnTo>
                  <a:pt x="1991" y="1958"/>
                </a:lnTo>
                <a:lnTo>
                  <a:pt x="1996" y="1939"/>
                </a:lnTo>
                <a:lnTo>
                  <a:pt x="1999" y="1920"/>
                </a:lnTo>
                <a:lnTo>
                  <a:pt x="2000" y="1900"/>
                </a:lnTo>
                <a:lnTo>
                  <a:pt x="2000" y="800"/>
                </a:lnTo>
                <a:moveTo>
                  <a:pt x="1000" y="1200"/>
                </a:moveTo>
                <a:lnTo>
                  <a:pt x="1400" y="12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34" name="Google Shape;1434;p58"/>
          <p:cNvSpPr txBox="1"/>
          <p:nvPr/>
        </p:nvSpPr>
        <p:spPr>
          <a:xfrm>
            <a:off x="2730143" y="4553712"/>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archive</a:t>
            </a:r>
            <a:endParaRPr sz="1100"/>
          </a:p>
        </p:txBody>
      </p:sp>
      <p:sp>
        <p:nvSpPr>
          <p:cNvPr id="1435" name="Google Shape;1435;p58"/>
          <p:cNvSpPr/>
          <p:nvPr/>
        </p:nvSpPr>
        <p:spPr>
          <a:xfrm>
            <a:off x="4383405" y="4142232"/>
            <a:ext cx="377202" cy="377190"/>
          </a:xfrm>
          <a:custGeom>
            <a:rect b="b" l="l" r="r" t="t"/>
            <a:pathLst>
              <a:path extrusionOk="0" fill="none" h="2400" w="2400">
                <a:moveTo>
                  <a:pt x="2117" y="681"/>
                </a:moveTo>
                <a:lnTo>
                  <a:pt x="2152" y="638"/>
                </a:lnTo>
                <a:lnTo>
                  <a:pt x="2179" y="590"/>
                </a:lnTo>
                <a:lnTo>
                  <a:pt x="2195" y="537"/>
                </a:lnTo>
                <a:lnTo>
                  <a:pt x="2200" y="482"/>
                </a:lnTo>
                <a:lnTo>
                  <a:pt x="2195" y="427"/>
                </a:lnTo>
                <a:lnTo>
                  <a:pt x="2179" y="374"/>
                </a:lnTo>
                <a:lnTo>
                  <a:pt x="2153" y="325"/>
                </a:lnTo>
                <a:lnTo>
                  <a:pt x="2117" y="283"/>
                </a:lnTo>
                <a:lnTo>
                  <a:pt x="2075" y="247"/>
                </a:lnTo>
                <a:lnTo>
                  <a:pt x="2026" y="221"/>
                </a:lnTo>
                <a:lnTo>
                  <a:pt x="1973" y="205"/>
                </a:lnTo>
                <a:lnTo>
                  <a:pt x="1918" y="200"/>
                </a:lnTo>
                <a:lnTo>
                  <a:pt x="1863" y="205"/>
                </a:lnTo>
                <a:lnTo>
                  <a:pt x="1810" y="221"/>
                </a:lnTo>
                <a:lnTo>
                  <a:pt x="1762" y="247"/>
                </a:lnTo>
                <a:lnTo>
                  <a:pt x="1719" y="282"/>
                </a:lnTo>
                <a:lnTo>
                  <a:pt x="384" y="1617"/>
                </a:lnTo>
                <a:lnTo>
                  <a:pt x="380" y="1622"/>
                </a:lnTo>
                <a:lnTo>
                  <a:pt x="376" y="1626"/>
                </a:lnTo>
                <a:lnTo>
                  <a:pt x="372" y="1631"/>
                </a:lnTo>
                <a:lnTo>
                  <a:pt x="368" y="1636"/>
                </a:lnTo>
                <a:lnTo>
                  <a:pt x="364" y="1641"/>
                </a:lnTo>
                <a:lnTo>
                  <a:pt x="361" y="1646"/>
                </a:lnTo>
                <a:lnTo>
                  <a:pt x="357" y="1651"/>
                </a:lnTo>
                <a:lnTo>
                  <a:pt x="354" y="1656"/>
                </a:lnTo>
                <a:lnTo>
                  <a:pt x="351" y="1661"/>
                </a:lnTo>
                <a:lnTo>
                  <a:pt x="348" y="1666"/>
                </a:lnTo>
                <a:lnTo>
                  <a:pt x="345" y="1672"/>
                </a:lnTo>
                <a:lnTo>
                  <a:pt x="343" y="1678"/>
                </a:lnTo>
                <a:lnTo>
                  <a:pt x="340" y="1683"/>
                </a:lnTo>
                <a:lnTo>
                  <a:pt x="338" y="1689"/>
                </a:lnTo>
                <a:lnTo>
                  <a:pt x="336" y="1695"/>
                </a:lnTo>
                <a:lnTo>
                  <a:pt x="334" y="1700"/>
                </a:lnTo>
                <a:lnTo>
                  <a:pt x="202" y="2136"/>
                </a:lnTo>
                <a:lnTo>
                  <a:pt x="201" y="2142"/>
                </a:lnTo>
                <a:lnTo>
                  <a:pt x="200" y="2149"/>
                </a:lnTo>
                <a:lnTo>
                  <a:pt x="200" y="2156"/>
                </a:lnTo>
                <a:lnTo>
                  <a:pt x="202" y="2162"/>
                </a:lnTo>
                <a:lnTo>
                  <a:pt x="204" y="2169"/>
                </a:lnTo>
                <a:lnTo>
                  <a:pt x="207" y="2175"/>
                </a:lnTo>
                <a:lnTo>
                  <a:pt x="210" y="2180"/>
                </a:lnTo>
                <a:lnTo>
                  <a:pt x="215" y="2185"/>
                </a:lnTo>
                <a:lnTo>
                  <a:pt x="220" y="2190"/>
                </a:lnTo>
                <a:lnTo>
                  <a:pt x="225" y="2193"/>
                </a:lnTo>
                <a:lnTo>
                  <a:pt x="231" y="2196"/>
                </a:lnTo>
                <a:lnTo>
                  <a:pt x="238" y="2198"/>
                </a:lnTo>
                <a:lnTo>
                  <a:pt x="244" y="2200"/>
                </a:lnTo>
                <a:lnTo>
                  <a:pt x="251" y="2200"/>
                </a:lnTo>
                <a:lnTo>
                  <a:pt x="258" y="2199"/>
                </a:lnTo>
                <a:lnTo>
                  <a:pt x="264" y="2198"/>
                </a:lnTo>
                <a:lnTo>
                  <a:pt x="700" y="2066"/>
                </a:lnTo>
                <a:lnTo>
                  <a:pt x="706" y="2064"/>
                </a:lnTo>
                <a:lnTo>
                  <a:pt x="711" y="2062"/>
                </a:lnTo>
                <a:lnTo>
                  <a:pt x="717" y="2060"/>
                </a:lnTo>
                <a:lnTo>
                  <a:pt x="723" y="2057"/>
                </a:lnTo>
                <a:lnTo>
                  <a:pt x="728" y="2055"/>
                </a:lnTo>
                <a:lnTo>
                  <a:pt x="734" y="2052"/>
                </a:lnTo>
                <a:lnTo>
                  <a:pt x="739" y="2049"/>
                </a:lnTo>
                <a:lnTo>
                  <a:pt x="744" y="2046"/>
                </a:lnTo>
                <a:lnTo>
                  <a:pt x="749" y="2043"/>
                </a:lnTo>
                <a:lnTo>
                  <a:pt x="755" y="2039"/>
                </a:lnTo>
                <a:lnTo>
                  <a:pt x="760" y="2036"/>
                </a:lnTo>
                <a:lnTo>
                  <a:pt x="764" y="2032"/>
                </a:lnTo>
                <a:lnTo>
                  <a:pt x="769" y="2028"/>
                </a:lnTo>
                <a:lnTo>
                  <a:pt x="774" y="2024"/>
                </a:lnTo>
                <a:lnTo>
                  <a:pt x="778" y="2020"/>
                </a:lnTo>
                <a:lnTo>
                  <a:pt x="783" y="2016"/>
                </a:lnTo>
                <a:lnTo>
                  <a:pt x="2117" y="681"/>
                </a:lnTo>
                <a:moveTo>
                  <a:pt x="1500" y="500"/>
                </a:moveTo>
                <a:lnTo>
                  <a:pt x="1900" y="9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36" name="Google Shape;1436;p58"/>
          <p:cNvSpPr txBox="1"/>
          <p:nvPr/>
        </p:nvSpPr>
        <p:spPr>
          <a:xfrm>
            <a:off x="3958051" y="4553712"/>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pencil</a:t>
            </a:r>
            <a:endParaRPr sz="1100"/>
          </a:p>
        </p:txBody>
      </p:sp>
      <p:sp>
        <p:nvSpPr>
          <p:cNvPr id="1437" name="Google Shape;1437;p58"/>
          <p:cNvSpPr/>
          <p:nvPr/>
        </p:nvSpPr>
        <p:spPr>
          <a:xfrm>
            <a:off x="5611313" y="4142232"/>
            <a:ext cx="377202" cy="377190"/>
          </a:xfrm>
          <a:custGeom>
            <a:rect b="b" l="l" r="r" t="t"/>
            <a:pathLst>
              <a:path extrusionOk="0" fill="none" h="2400" w="2400">
                <a:moveTo>
                  <a:pt x="1520" y="300"/>
                </a:moveTo>
                <a:lnTo>
                  <a:pt x="1530" y="300"/>
                </a:lnTo>
                <a:lnTo>
                  <a:pt x="1539" y="301"/>
                </a:lnTo>
                <a:lnTo>
                  <a:pt x="1549" y="303"/>
                </a:lnTo>
                <a:lnTo>
                  <a:pt x="1559" y="304"/>
                </a:lnTo>
                <a:lnTo>
                  <a:pt x="1568" y="307"/>
                </a:lnTo>
                <a:lnTo>
                  <a:pt x="1578" y="309"/>
                </a:lnTo>
                <a:lnTo>
                  <a:pt x="1587" y="313"/>
                </a:lnTo>
                <a:lnTo>
                  <a:pt x="1596" y="316"/>
                </a:lnTo>
                <a:lnTo>
                  <a:pt x="1605" y="320"/>
                </a:lnTo>
                <a:lnTo>
                  <a:pt x="1613" y="325"/>
                </a:lnTo>
                <a:lnTo>
                  <a:pt x="1622" y="330"/>
                </a:lnTo>
                <a:lnTo>
                  <a:pt x="1630" y="335"/>
                </a:lnTo>
                <a:lnTo>
                  <a:pt x="1638" y="341"/>
                </a:lnTo>
                <a:lnTo>
                  <a:pt x="1646" y="347"/>
                </a:lnTo>
                <a:lnTo>
                  <a:pt x="1653" y="353"/>
                </a:lnTo>
                <a:lnTo>
                  <a:pt x="1660" y="360"/>
                </a:lnTo>
                <a:lnTo>
                  <a:pt x="2040" y="740"/>
                </a:lnTo>
                <a:lnTo>
                  <a:pt x="2047" y="747"/>
                </a:lnTo>
                <a:lnTo>
                  <a:pt x="2053" y="754"/>
                </a:lnTo>
                <a:lnTo>
                  <a:pt x="2059" y="762"/>
                </a:lnTo>
                <a:lnTo>
                  <a:pt x="2065" y="770"/>
                </a:lnTo>
                <a:lnTo>
                  <a:pt x="2070" y="778"/>
                </a:lnTo>
                <a:lnTo>
                  <a:pt x="2075" y="787"/>
                </a:lnTo>
                <a:lnTo>
                  <a:pt x="2080" y="795"/>
                </a:lnTo>
                <a:lnTo>
                  <a:pt x="2084" y="804"/>
                </a:lnTo>
                <a:lnTo>
                  <a:pt x="2087" y="813"/>
                </a:lnTo>
                <a:lnTo>
                  <a:pt x="2091" y="822"/>
                </a:lnTo>
                <a:lnTo>
                  <a:pt x="2093" y="832"/>
                </a:lnTo>
                <a:lnTo>
                  <a:pt x="2096" y="841"/>
                </a:lnTo>
                <a:lnTo>
                  <a:pt x="2097" y="851"/>
                </a:lnTo>
                <a:lnTo>
                  <a:pt x="2099" y="861"/>
                </a:lnTo>
                <a:lnTo>
                  <a:pt x="2100" y="870"/>
                </a:lnTo>
                <a:lnTo>
                  <a:pt x="2100" y="880"/>
                </a:lnTo>
                <a:lnTo>
                  <a:pt x="2100" y="1900"/>
                </a:lnTo>
                <a:lnTo>
                  <a:pt x="2099" y="1920"/>
                </a:lnTo>
                <a:lnTo>
                  <a:pt x="2096" y="1939"/>
                </a:lnTo>
                <a:lnTo>
                  <a:pt x="2091" y="1958"/>
                </a:lnTo>
                <a:lnTo>
                  <a:pt x="2085" y="1977"/>
                </a:lnTo>
                <a:lnTo>
                  <a:pt x="2076" y="1994"/>
                </a:lnTo>
                <a:lnTo>
                  <a:pt x="2066" y="2011"/>
                </a:lnTo>
                <a:lnTo>
                  <a:pt x="2055" y="2027"/>
                </a:lnTo>
                <a:lnTo>
                  <a:pt x="2041" y="2041"/>
                </a:lnTo>
                <a:lnTo>
                  <a:pt x="2027" y="2055"/>
                </a:lnTo>
                <a:lnTo>
                  <a:pt x="2011" y="2066"/>
                </a:lnTo>
                <a:lnTo>
                  <a:pt x="1994" y="2076"/>
                </a:lnTo>
                <a:lnTo>
                  <a:pt x="1977" y="2085"/>
                </a:lnTo>
                <a:lnTo>
                  <a:pt x="1958" y="2091"/>
                </a:lnTo>
                <a:lnTo>
                  <a:pt x="1939" y="2096"/>
                </a:lnTo>
                <a:lnTo>
                  <a:pt x="1920" y="2099"/>
                </a:lnTo>
                <a:lnTo>
                  <a:pt x="1900" y="2100"/>
                </a:lnTo>
                <a:lnTo>
                  <a:pt x="500" y="2100"/>
                </a:lnTo>
                <a:lnTo>
                  <a:pt x="480" y="2099"/>
                </a:lnTo>
                <a:lnTo>
                  <a:pt x="461" y="2096"/>
                </a:lnTo>
                <a:lnTo>
                  <a:pt x="442" y="2091"/>
                </a:lnTo>
                <a:lnTo>
                  <a:pt x="423" y="2085"/>
                </a:lnTo>
                <a:lnTo>
                  <a:pt x="406" y="2076"/>
                </a:lnTo>
                <a:lnTo>
                  <a:pt x="389" y="2066"/>
                </a:lnTo>
                <a:lnTo>
                  <a:pt x="373" y="2055"/>
                </a:lnTo>
                <a:lnTo>
                  <a:pt x="359" y="2041"/>
                </a:lnTo>
                <a:lnTo>
                  <a:pt x="345" y="2027"/>
                </a:lnTo>
                <a:lnTo>
                  <a:pt x="334" y="2011"/>
                </a:lnTo>
                <a:lnTo>
                  <a:pt x="324" y="1994"/>
                </a:lnTo>
                <a:lnTo>
                  <a:pt x="315" y="1977"/>
                </a:lnTo>
                <a:lnTo>
                  <a:pt x="309" y="1958"/>
                </a:lnTo>
                <a:lnTo>
                  <a:pt x="304" y="1939"/>
                </a:lnTo>
                <a:lnTo>
                  <a:pt x="301" y="1920"/>
                </a:lnTo>
                <a:lnTo>
                  <a:pt x="300" y="1900"/>
                </a:lnTo>
                <a:lnTo>
                  <a:pt x="300" y="500"/>
                </a:lnTo>
                <a:lnTo>
                  <a:pt x="301" y="480"/>
                </a:lnTo>
                <a:lnTo>
                  <a:pt x="304" y="461"/>
                </a:lnTo>
                <a:lnTo>
                  <a:pt x="309" y="442"/>
                </a:lnTo>
                <a:lnTo>
                  <a:pt x="315" y="423"/>
                </a:lnTo>
                <a:lnTo>
                  <a:pt x="324" y="406"/>
                </a:lnTo>
                <a:lnTo>
                  <a:pt x="334" y="389"/>
                </a:lnTo>
                <a:lnTo>
                  <a:pt x="345" y="373"/>
                </a:lnTo>
                <a:lnTo>
                  <a:pt x="359" y="359"/>
                </a:lnTo>
                <a:lnTo>
                  <a:pt x="373" y="345"/>
                </a:lnTo>
                <a:lnTo>
                  <a:pt x="389" y="334"/>
                </a:lnTo>
                <a:lnTo>
                  <a:pt x="406" y="324"/>
                </a:lnTo>
                <a:lnTo>
                  <a:pt x="423" y="315"/>
                </a:lnTo>
                <a:lnTo>
                  <a:pt x="442" y="309"/>
                </a:lnTo>
                <a:lnTo>
                  <a:pt x="461" y="304"/>
                </a:lnTo>
                <a:lnTo>
                  <a:pt x="480" y="301"/>
                </a:lnTo>
                <a:lnTo>
                  <a:pt x="500" y="300"/>
                </a:lnTo>
                <a:lnTo>
                  <a:pt x="1520" y="300"/>
                </a:lnTo>
                <a:moveTo>
                  <a:pt x="1700" y="2100"/>
                </a:moveTo>
                <a:lnTo>
                  <a:pt x="1700" y="1400"/>
                </a:lnTo>
                <a:lnTo>
                  <a:pt x="1700" y="1390"/>
                </a:lnTo>
                <a:lnTo>
                  <a:pt x="1698" y="1380"/>
                </a:lnTo>
                <a:lnTo>
                  <a:pt x="1696" y="1371"/>
                </a:lnTo>
                <a:lnTo>
                  <a:pt x="1692" y="1362"/>
                </a:lnTo>
                <a:lnTo>
                  <a:pt x="1688" y="1353"/>
                </a:lnTo>
                <a:lnTo>
                  <a:pt x="1683" y="1344"/>
                </a:lnTo>
                <a:lnTo>
                  <a:pt x="1677" y="1337"/>
                </a:lnTo>
                <a:lnTo>
                  <a:pt x="1671" y="1329"/>
                </a:lnTo>
                <a:lnTo>
                  <a:pt x="1663" y="1323"/>
                </a:lnTo>
                <a:lnTo>
                  <a:pt x="1656" y="1317"/>
                </a:lnTo>
                <a:lnTo>
                  <a:pt x="1647" y="1312"/>
                </a:lnTo>
                <a:lnTo>
                  <a:pt x="1638" y="1308"/>
                </a:lnTo>
                <a:lnTo>
                  <a:pt x="1629" y="1304"/>
                </a:lnTo>
                <a:lnTo>
                  <a:pt x="1620" y="1302"/>
                </a:lnTo>
                <a:lnTo>
                  <a:pt x="1610" y="1300"/>
                </a:lnTo>
                <a:lnTo>
                  <a:pt x="1600" y="1300"/>
                </a:lnTo>
                <a:lnTo>
                  <a:pt x="800" y="1300"/>
                </a:lnTo>
                <a:lnTo>
                  <a:pt x="790" y="1300"/>
                </a:lnTo>
                <a:lnTo>
                  <a:pt x="780" y="1302"/>
                </a:lnTo>
                <a:lnTo>
                  <a:pt x="771" y="1304"/>
                </a:lnTo>
                <a:lnTo>
                  <a:pt x="762" y="1308"/>
                </a:lnTo>
                <a:lnTo>
                  <a:pt x="753" y="1312"/>
                </a:lnTo>
                <a:lnTo>
                  <a:pt x="744" y="1317"/>
                </a:lnTo>
                <a:lnTo>
                  <a:pt x="737" y="1323"/>
                </a:lnTo>
                <a:lnTo>
                  <a:pt x="729" y="1329"/>
                </a:lnTo>
                <a:lnTo>
                  <a:pt x="723" y="1337"/>
                </a:lnTo>
                <a:lnTo>
                  <a:pt x="717" y="1344"/>
                </a:lnTo>
                <a:lnTo>
                  <a:pt x="712" y="1353"/>
                </a:lnTo>
                <a:lnTo>
                  <a:pt x="708" y="1362"/>
                </a:lnTo>
                <a:lnTo>
                  <a:pt x="704" y="1371"/>
                </a:lnTo>
                <a:lnTo>
                  <a:pt x="702" y="1380"/>
                </a:lnTo>
                <a:lnTo>
                  <a:pt x="700" y="1390"/>
                </a:lnTo>
                <a:lnTo>
                  <a:pt x="700" y="1400"/>
                </a:lnTo>
                <a:lnTo>
                  <a:pt x="700" y="2100"/>
                </a:lnTo>
                <a:moveTo>
                  <a:pt x="700" y="300"/>
                </a:moveTo>
                <a:lnTo>
                  <a:pt x="700" y="700"/>
                </a:lnTo>
                <a:lnTo>
                  <a:pt x="700" y="710"/>
                </a:lnTo>
                <a:lnTo>
                  <a:pt x="702" y="720"/>
                </a:lnTo>
                <a:lnTo>
                  <a:pt x="704" y="729"/>
                </a:lnTo>
                <a:lnTo>
                  <a:pt x="708" y="738"/>
                </a:lnTo>
                <a:lnTo>
                  <a:pt x="712" y="747"/>
                </a:lnTo>
                <a:lnTo>
                  <a:pt x="717" y="756"/>
                </a:lnTo>
                <a:lnTo>
                  <a:pt x="723" y="763"/>
                </a:lnTo>
                <a:lnTo>
                  <a:pt x="729" y="771"/>
                </a:lnTo>
                <a:lnTo>
                  <a:pt x="737" y="777"/>
                </a:lnTo>
                <a:lnTo>
                  <a:pt x="744" y="783"/>
                </a:lnTo>
                <a:lnTo>
                  <a:pt x="753" y="788"/>
                </a:lnTo>
                <a:lnTo>
                  <a:pt x="762" y="792"/>
                </a:lnTo>
                <a:lnTo>
                  <a:pt x="771" y="796"/>
                </a:lnTo>
                <a:lnTo>
                  <a:pt x="780" y="798"/>
                </a:lnTo>
                <a:lnTo>
                  <a:pt x="790" y="800"/>
                </a:lnTo>
                <a:lnTo>
                  <a:pt x="800" y="800"/>
                </a:lnTo>
                <a:lnTo>
                  <a:pt x="1500" y="8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38" name="Google Shape;1438;p58"/>
          <p:cNvSpPr txBox="1"/>
          <p:nvPr/>
        </p:nvSpPr>
        <p:spPr>
          <a:xfrm>
            <a:off x="5185959" y="4553712"/>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save</a:t>
            </a:r>
            <a:endParaRPr sz="1100"/>
          </a:p>
        </p:txBody>
      </p:sp>
      <p:sp>
        <p:nvSpPr>
          <p:cNvPr id="1439" name="Google Shape;1439;p58"/>
          <p:cNvSpPr/>
          <p:nvPr/>
        </p:nvSpPr>
        <p:spPr>
          <a:xfrm>
            <a:off x="6839221" y="4142232"/>
            <a:ext cx="377202" cy="377190"/>
          </a:xfrm>
          <a:custGeom>
            <a:rect b="b" l="l" r="r" t="t"/>
            <a:pathLst>
              <a:path extrusionOk="0" fill="none" h="2400" w="2400">
                <a:moveTo>
                  <a:pt x="1200" y="1500"/>
                </a:moveTo>
                <a:lnTo>
                  <a:pt x="1200" y="300"/>
                </a:lnTo>
                <a:moveTo>
                  <a:pt x="2100" y="1500"/>
                </a:moveTo>
                <a:lnTo>
                  <a:pt x="2100" y="1900"/>
                </a:lnTo>
                <a:lnTo>
                  <a:pt x="2099" y="1920"/>
                </a:lnTo>
                <a:lnTo>
                  <a:pt x="2096" y="1939"/>
                </a:lnTo>
                <a:lnTo>
                  <a:pt x="2091" y="1958"/>
                </a:lnTo>
                <a:lnTo>
                  <a:pt x="2085" y="1977"/>
                </a:lnTo>
                <a:lnTo>
                  <a:pt x="2076" y="1994"/>
                </a:lnTo>
                <a:lnTo>
                  <a:pt x="2066" y="2011"/>
                </a:lnTo>
                <a:lnTo>
                  <a:pt x="2055" y="2027"/>
                </a:lnTo>
                <a:lnTo>
                  <a:pt x="2041" y="2041"/>
                </a:lnTo>
                <a:lnTo>
                  <a:pt x="2027" y="2055"/>
                </a:lnTo>
                <a:lnTo>
                  <a:pt x="2011" y="2066"/>
                </a:lnTo>
                <a:lnTo>
                  <a:pt x="1994" y="2076"/>
                </a:lnTo>
                <a:lnTo>
                  <a:pt x="1977" y="2085"/>
                </a:lnTo>
                <a:lnTo>
                  <a:pt x="1958" y="2091"/>
                </a:lnTo>
                <a:lnTo>
                  <a:pt x="1939" y="2096"/>
                </a:lnTo>
                <a:lnTo>
                  <a:pt x="1920" y="2099"/>
                </a:lnTo>
                <a:lnTo>
                  <a:pt x="1900" y="2100"/>
                </a:lnTo>
                <a:lnTo>
                  <a:pt x="500" y="2100"/>
                </a:lnTo>
                <a:lnTo>
                  <a:pt x="480" y="2099"/>
                </a:lnTo>
                <a:lnTo>
                  <a:pt x="461" y="2096"/>
                </a:lnTo>
                <a:lnTo>
                  <a:pt x="442" y="2091"/>
                </a:lnTo>
                <a:lnTo>
                  <a:pt x="423" y="2085"/>
                </a:lnTo>
                <a:lnTo>
                  <a:pt x="406" y="2076"/>
                </a:lnTo>
                <a:lnTo>
                  <a:pt x="389" y="2066"/>
                </a:lnTo>
                <a:lnTo>
                  <a:pt x="373" y="2055"/>
                </a:lnTo>
                <a:lnTo>
                  <a:pt x="359" y="2041"/>
                </a:lnTo>
                <a:lnTo>
                  <a:pt x="345" y="2027"/>
                </a:lnTo>
                <a:lnTo>
                  <a:pt x="334" y="2011"/>
                </a:lnTo>
                <a:lnTo>
                  <a:pt x="324" y="1994"/>
                </a:lnTo>
                <a:lnTo>
                  <a:pt x="315" y="1977"/>
                </a:lnTo>
                <a:lnTo>
                  <a:pt x="309" y="1958"/>
                </a:lnTo>
                <a:lnTo>
                  <a:pt x="304" y="1939"/>
                </a:lnTo>
                <a:lnTo>
                  <a:pt x="301" y="1920"/>
                </a:lnTo>
                <a:lnTo>
                  <a:pt x="300" y="1900"/>
                </a:lnTo>
                <a:lnTo>
                  <a:pt x="300" y="1500"/>
                </a:lnTo>
                <a:moveTo>
                  <a:pt x="700" y="1000"/>
                </a:moveTo>
                <a:lnTo>
                  <a:pt x="1200" y="1500"/>
                </a:lnTo>
                <a:lnTo>
                  <a:pt x="1700" y="10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40" name="Google Shape;1440;p58"/>
          <p:cNvSpPr txBox="1"/>
          <p:nvPr/>
        </p:nvSpPr>
        <p:spPr>
          <a:xfrm>
            <a:off x="6413867" y="4553712"/>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download</a:t>
            </a:r>
            <a:endParaRPr sz="1100"/>
          </a:p>
        </p:txBody>
      </p:sp>
      <p:sp>
        <p:nvSpPr>
          <p:cNvPr id="1441" name="Google Shape;1441;p58"/>
          <p:cNvSpPr/>
          <p:nvPr/>
        </p:nvSpPr>
        <p:spPr>
          <a:xfrm>
            <a:off x="8067129" y="4142232"/>
            <a:ext cx="377202" cy="377190"/>
          </a:xfrm>
          <a:custGeom>
            <a:rect b="b" l="l" r="r" t="t"/>
            <a:pathLst>
              <a:path extrusionOk="0" fill="none" h="2400" w="2400">
                <a:moveTo>
                  <a:pt x="1200" y="300"/>
                </a:moveTo>
                <a:lnTo>
                  <a:pt x="1200" y="1500"/>
                </a:lnTo>
                <a:moveTo>
                  <a:pt x="1700" y="800"/>
                </a:moveTo>
                <a:lnTo>
                  <a:pt x="1200" y="300"/>
                </a:lnTo>
                <a:lnTo>
                  <a:pt x="700" y="800"/>
                </a:lnTo>
                <a:moveTo>
                  <a:pt x="2100" y="1500"/>
                </a:moveTo>
                <a:lnTo>
                  <a:pt x="2100" y="1900"/>
                </a:lnTo>
                <a:lnTo>
                  <a:pt x="2099" y="1920"/>
                </a:lnTo>
                <a:lnTo>
                  <a:pt x="2096" y="1939"/>
                </a:lnTo>
                <a:lnTo>
                  <a:pt x="2091" y="1958"/>
                </a:lnTo>
                <a:lnTo>
                  <a:pt x="2085" y="1977"/>
                </a:lnTo>
                <a:lnTo>
                  <a:pt x="2076" y="1994"/>
                </a:lnTo>
                <a:lnTo>
                  <a:pt x="2066" y="2011"/>
                </a:lnTo>
                <a:lnTo>
                  <a:pt x="2055" y="2027"/>
                </a:lnTo>
                <a:lnTo>
                  <a:pt x="2041" y="2041"/>
                </a:lnTo>
                <a:lnTo>
                  <a:pt x="2027" y="2055"/>
                </a:lnTo>
                <a:lnTo>
                  <a:pt x="2011" y="2066"/>
                </a:lnTo>
                <a:lnTo>
                  <a:pt x="1994" y="2076"/>
                </a:lnTo>
                <a:lnTo>
                  <a:pt x="1977" y="2085"/>
                </a:lnTo>
                <a:lnTo>
                  <a:pt x="1958" y="2091"/>
                </a:lnTo>
                <a:lnTo>
                  <a:pt x="1939" y="2096"/>
                </a:lnTo>
                <a:lnTo>
                  <a:pt x="1920" y="2099"/>
                </a:lnTo>
                <a:lnTo>
                  <a:pt x="1900" y="2100"/>
                </a:lnTo>
                <a:lnTo>
                  <a:pt x="500" y="2100"/>
                </a:lnTo>
                <a:lnTo>
                  <a:pt x="480" y="2099"/>
                </a:lnTo>
                <a:lnTo>
                  <a:pt x="461" y="2096"/>
                </a:lnTo>
                <a:lnTo>
                  <a:pt x="442" y="2091"/>
                </a:lnTo>
                <a:lnTo>
                  <a:pt x="423" y="2085"/>
                </a:lnTo>
                <a:lnTo>
                  <a:pt x="406" y="2076"/>
                </a:lnTo>
                <a:lnTo>
                  <a:pt x="389" y="2066"/>
                </a:lnTo>
                <a:lnTo>
                  <a:pt x="373" y="2055"/>
                </a:lnTo>
                <a:lnTo>
                  <a:pt x="359" y="2041"/>
                </a:lnTo>
                <a:lnTo>
                  <a:pt x="345" y="2027"/>
                </a:lnTo>
                <a:lnTo>
                  <a:pt x="334" y="2011"/>
                </a:lnTo>
                <a:lnTo>
                  <a:pt x="324" y="1994"/>
                </a:lnTo>
                <a:lnTo>
                  <a:pt x="315" y="1977"/>
                </a:lnTo>
                <a:lnTo>
                  <a:pt x="309" y="1958"/>
                </a:lnTo>
                <a:lnTo>
                  <a:pt x="304" y="1939"/>
                </a:lnTo>
                <a:lnTo>
                  <a:pt x="301" y="1920"/>
                </a:lnTo>
                <a:lnTo>
                  <a:pt x="300" y="1900"/>
                </a:lnTo>
                <a:lnTo>
                  <a:pt x="300" y="15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42" name="Google Shape;1442;p58"/>
          <p:cNvSpPr txBox="1"/>
          <p:nvPr/>
        </p:nvSpPr>
        <p:spPr>
          <a:xfrm>
            <a:off x="7641775" y="4553712"/>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upload</a:t>
            </a:r>
            <a:endParaRPr sz="11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6" name="Shape 1446"/>
        <p:cNvGrpSpPr/>
        <p:nvPr/>
      </p:nvGrpSpPr>
      <p:grpSpPr>
        <a:xfrm>
          <a:off x="0" y="0"/>
          <a:ext cx="0" cy="0"/>
          <a:chOff x="0" y="0"/>
          <a:chExt cx="0" cy="0"/>
        </a:xfrm>
      </p:grpSpPr>
      <p:sp>
        <p:nvSpPr>
          <p:cNvPr id="1447" name="Google Shape;1447;p59"/>
          <p:cNvSpPr txBox="1"/>
          <p:nvPr/>
        </p:nvSpPr>
        <p:spPr>
          <a:xfrm>
            <a:off x="342909" y="205740"/>
            <a:ext cx="84354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1500">
                <a:solidFill>
                  <a:srgbClr val="1E3A5F"/>
                </a:solidFill>
                <a:latin typeface="Arial"/>
                <a:ea typeface="Arial"/>
                <a:cs typeface="Arial"/>
                <a:sym typeface="Arial"/>
              </a:rPr>
              <a:t>IA, tecnología y herramientas</a:t>
            </a:r>
            <a:endParaRPr sz="1100"/>
          </a:p>
        </p:txBody>
      </p:sp>
      <p:sp>
        <p:nvSpPr>
          <p:cNvPr id="1448" name="Google Shape;1448;p59"/>
          <p:cNvSpPr txBox="1"/>
          <p:nvPr/>
        </p:nvSpPr>
        <p:spPr>
          <a:xfrm>
            <a:off x="342909" y="514350"/>
            <a:ext cx="8435400" cy="123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 sz="800">
                <a:solidFill>
                  <a:srgbClr val="6B7280"/>
                </a:solidFill>
                <a:latin typeface="Arial"/>
                <a:ea typeface="Arial"/>
                <a:cs typeface="Arial"/>
                <a:sym typeface="Arial"/>
              </a:rPr>
              <a:t>AI, dispositivos, código, seguridad, configuración.</a:t>
            </a:r>
            <a:endParaRPr sz="1100"/>
          </a:p>
        </p:txBody>
      </p:sp>
      <p:sp>
        <p:nvSpPr>
          <p:cNvPr id="1449" name="Google Shape;1449;p59"/>
          <p:cNvSpPr/>
          <p:nvPr/>
        </p:nvSpPr>
        <p:spPr>
          <a:xfrm>
            <a:off x="699681" y="960120"/>
            <a:ext cx="377202" cy="377190"/>
          </a:xfrm>
          <a:custGeom>
            <a:rect b="b" l="l" r="r" t="t"/>
            <a:pathLst>
              <a:path extrusionOk="0" fill="none" h="2400" w="2400">
                <a:moveTo>
                  <a:pt x="1102" y="281"/>
                </a:moveTo>
                <a:lnTo>
                  <a:pt x="1106" y="265"/>
                </a:lnTo>
                <a:lnTo>
                  <a:pt x="1114" y="249"/>
                </a:lnTo>
                <a:lnTo>
                  <a:pt x="1124" y="235"/>
                </a:lnTo>
                <a:lnTo>
                  <a:pt x="1136" y="223"/>
                </a:lnTo>
                <a:lnTo>
                  <a:pt x="1150" y="213"/>
                </a:lnTo>
                <a:lnTo>
                  <a:pt x="1166" y="206"/>
                </a:lnTo>
                <a:lnTo>
                  <a:pt x="1183" y="201"/>
                </a:lnTo>
                <a:lnTo>
                  <a:pt x="1200" y="200"/>
                </a:lnTo>
                <a:lnTo>
                  <a:pt x="1217" y="201"/>
                </a:lnTo>
                <a:lnTo>
                  <a:pt x="1234" y="206"/>
                </a:lnTo>
                <a:lnTo>
                  <a:pt x="1250" y="213"/>
                </a:lnTo>
                <a:lnTo>
                  <a:pt x="1264" y="223"/>
                </a:lnTo>
                <a:lnTo>
                  <a:pt x="1276" y="235"/>
                </a:lnTo>
                <a:lnTo>
                  <a:pt x="1286" y="249"/>
                </a:lnTo>
                <a:lnTo>
                  <a:pt x="1294" y="265"/>
                </a:lnTo>
                <a:lnTo>
                  <a:pt x="1298" y="281"/>
                </a:lnTo>
                <a:lnTo>
                  <a:pt x="1403" y="837"/>
                </a:lnTo>
                <a:lnTo>
                  <a:pt x="1407" y="852"/>
                </a:lnTo>
                <a:lnTo>
                  <a:pt x="1411" y="866"/>
                </a:lnTo>
                <a:lnTo>
                  <a:pt x="1417" y="880"/>
                </a:lnTo>
                <a:lnTo>
                  <a:pt x="1423" y="894"/>
                </a:lnTo>
                <a:lnTo>
                  <a:pt x="1431" y="906"/>
                </a:lnTo>
                <a:lnTo>
                  <a:pt x="1439" y="919"/>
                </a:lnTo>
                <a:lnTo>
                  <a:pt x="1448" y="931"/>
                </a:lnTo>
                <a:lnTo>
                  <a:pt x="1459" y="941"/>
                </a:lnTo>
                <a:lnTo>
                  <a:pt x="1469" y="952"/>
                </a:lnTo>
                <a:lnTo>
                  <a:pt x="1481" y="961"/>
                </a:lnTo>
                <a:lnTo>
                  <a:pt x="1494" y="969"/>
                </a:lnTo>
                <a:lnTo>
                  <a:pt x="1506" y="977"/>
                </a:lnTo>
                <a:lnTo>
                  <a:pt x="1520" y="983"/>
                </a:lnTo>
                <a:lnTo>
                  <a:pt x="1534" y="989"/>
                </a:lnTo>
                <a:lnTo>
                  <a:pt x="1548" y="993"/>
                </a:lnTo>
                <a:lnTo>
                  <a:pt x="1563" y="997"/>
                </a:lnTo>
                <a:lnTo>
                  <a:pt x="2119" y="1102"/>
                </a:lnTo>
                <a:lnTo>
                  <a:pt x="2135" y="1106"/>
                </a:lnTo>
                <a:lnTo>
                  <a:pt x="2151" y="1114"/>
                </a:lnTo>
                <a:lnTo>
                  <a:pt x="2165" y="1124"/>
                </a:lnTo>
                <a:lnTo>
                  <a:pt x="2177" y="1136"/>
                </a:lnTo>
                <a:lnTo>
                  <a:pt x="2187" y="1150"/>
                </a:lnTo>
                <a:lnTo>
                  <a:pt x="2194" y="1166"/>
                </a:lnTo>
                <a:lnTo>
                  <a:pt x="2199" y="1183"/>
                </a:lnTo>
                <a:lnTo>
                  <a:pt x="2200" y="1200"/>
                </a:lnTo>
                <a:lnTo>
                  <a:pt x="2199" y="1217"/>
                </a:lnTo>
                <a:lnTo>
                  <a:pt x="2194" y="1234"/>
                </a:lnTo>
                <a:lnTo>
                  <a:pt x="2187" y="1250"/>
                </a:lnTo>
                <a:lnTo>
                  <a:pt x="2177" y="1264"/>
                </a:lnTo>
                <a:lnTo>
                  <a:pt x="2165" y="1276"/>
                </a:lnTo>
                <a:lnTo>
                  <a:pt x="2151" y="1286"/>
                </a:lnTo>
                <a:lnTo>
                  <a:pt x="2135" y="1294"/>
                </a:lnTo>
                <a:lnTo>
                  <a:pt x="2119" y="1298"/>
                </a:lnTo>
                <a:lnTo>
                  <a:pt x="1563" y="1403"/>
                </a:lnTo>
                <a:lnTo>
                  <a:pt x="1548" y="1407"/>
                </a:lnTo>
                <a:lnTo>
                  <a:pt x="1534" y="1411"/>
                </a:lnTo>
                <a:lnTo>
                  <a:pt x="1520" y="1417"/>
                </a:lnTo>
                <a:lnTo>
                  <a:pt x="1506" y="1423"/>
                </a:lnTo>
                <a:lnTo>
                  <a:pt x="1494" y="1431"/>
                </a:lnTo>
                <a:lnTo>
                  <a:pt x="1481" y="1439"/>
                </a:lnTo>
                <a:lnTo>
                  <a:pt x="1469" y="1448"/>
                </a:lnTo>
                <a:lnTo>
                  <a:pt x="1459" y="1459"/>
                </a:lnTo>
                <a:lnTo>
                  <a:pt x="1448" y="1469"/>
                </a:lnTo>
                <a:lnTo>
                  <a:pt x="1439" y="1481"/>
                </a:lnTo>
                <a:lnTo>
                  <a:pt x="1431" y="1494"/>
                </a:lnTo>
                <a:lnTo>
                  <a:pt x="1423" y="1506"/>
                </a:lnTo>
                <a:lnTo>
                  <a:pt x="1417" y="1520"/>
                </a:lnTo>
                <a:lnTo>
                  <a:pt x="1411" y="1534"/>
                </a:lnTo>
                <a:lnTo>
                  <a:pt x="1407" y="1548"/>
                </a:lnTo>
                <a:lnTo>
                  <a:pt x="1403" y="1563"/>
                </a:lnTo>
                <a:lnTo>
                  <a:pt x="1298" y="2119"/>
                </a:lnTo>
                <a:lnTo>
                  <a:pt x="1294" y="2135"/>
                </a:lnTo>
                <a:lnTo>
                  <a:pt x="1286" y="2151"/>
                </a:lnTo>
                <a:lnTo>
                  <a:pt x="1276" y="2165"/>
                </a:lnTo>
                <a:lnTo>
                  <a:pt x="1264" y="2177"/>
                </a:lnTo>
                <a:lnTo>
                  <a:pt x="1250" y="2187"/>
                </a:lnTo>
                <a:lnTo>
                  <a:pt x="1234" y="2194"/>
                </a:lnTo>
                <a:lnTo>
                  <a:pt x="1217" y="2199"/>
                </a:lnTo>
                <a:lnTo>
                  <a:pt x="1200" y="2200"/>
                </a:lnTo>
                <a:lnTo>
                  <a:pt x="1183" y="2199"/>
                </a:lnTo>
                <a:lnTo>
                  <a:pt x="1166" y="2194"/>
                </a:lnTo>
                <a:lnTo>
                  <a:pt x="1150" y="2187"/>
                </a:lnTo>
                <a:lnTo>
                  <a:pt x="1136" y="2177"/>
                </a:lnTo>
                <a:lnTo>
                  <a:pt x="1124" y="2165"/>
                </a:lnTo>
                <a:lnTo>
                  <a:pt x="1114" y="2151"/>
                </a:lnTo>
                <a:lnTo>
                  <a:pt x="1106" y="2135"/>
                </a:lnTo>
                <a:lnTo>
                  <a:pt x="1102" y="2119"/>
                </a:lnTo>
                <a:lnTo>
                  <a:pt x="997" y="1563"/>
                </a:lnTo>
                <a:lnTo>
                  <a:pt x="993" y="1548"/>
                </a:lnTo>
                <a:lnTo>
                  <a:pt x="989" y="1534"/>
                </a:lnTo>
                <a:lnTo>
                  <a:pt x="983" y="1520"/>
                </a:lnTo>
                <a:lnTo>
                  <a:pt x="977" y="1506"/>
                </a:lnTo>
                <a:lnTo>
                  <a:pt x="969" y="1494"/>
                </a:lnTo>
                <a:lnTo>
                  <a:pt x="961" y="1481"/>
                </a:lnTo>
                <a:lnTo>
                  <a:pt x="952" y="1469"/>
                </a:lnTo>
                <a:lnTo>
                  <a:pt x="941" y="1459"/>
                </a:lnTo>
                <a:lnTo>
                  <a:pt x="931" y="1448"/>
                </a:lnTo>
                <a:lnTo>
                  <a:pt x="919" y="1439"/>
                </a:lnTo>
                <a:lnTo>
                  <a:pt x="906" y="1431"/>
                </a:lnTo>
                <a:lnTo>
                  <a:pt x="894" y="1423"/>
                </a:lnTo>
                <a:lnTo>
                  <a:pt x="880" y="1417"/>
                </a:lnTo>
                <a:lnTo>
                  <a:pt x="866" y="1411"/>
                </a:lnTo>
                <a:lnTo>
                  <a:pt x="852" y="1407"/>
                </a:lnTo>
                <a:lnTo>
                  <a:pt x="837" y="1403"/>
                </a:lnTo>
                <a:lnTo>
                  <a:pt x="281" y="1298"/>
                </a:lnTo>
                <a:lnTo>
                  <a:pt x="265" y="1294"/>
                </a:lnTo>
                <a:lnTo>
                  <a:pt x="249" y="1286"/>
                </a:lnTo>
                <a:lnTo>
                  <a:pt x="235" y="1276"/>
                </a:lnTo>
                <a:lnTo>
                  <a:pt x="223" y="1264"/>
                </a:lnTo>
                <a:lnTo>
                  <a:pt x="213" y="1250"/>
                </a:lnTo>
                <a:lnTo>
                  <a:pt x="206" y="1234"/>
                </a:lnTo>
                <a:lnTo>
                  <a:pt x="201" y="1217"/>
                </a:lnTo>
                <a:lnTo>
                  <a:pt x="200" y="1200"/>
                </a:lnTo>
                <a:lnTo>
                  <a:pt x="201" y="1183"/>
                </a:lnTo>
                <a:lnTo>
                  <a:pt x="206" y="1166"/>
                </a:lnTo>
                <a:lnTo>
                  <a:pt x="213" y="1150"/>
                </a:lnTo>
                <a:lnTo>
                  <a:pt x="223" y="1136"/>
                </a:lnTo>
                <a:lnTo>
                  <a:pt x="235" y="1124"/>
                </a:lnTo>
                <a:lnTo>
                  <a:pt x="249" y="1114"/>
                </a:lnTo>
                <a:lnTo>
                  <a:pt x="265" y="1106"/>
                </a:lnTo>
                <a:lnTo>
                  <a:pt x="281" y="1102"/>
                </a:lnTo>
                <a:lnTo>
                  <a:pt x="837" y="997"/>
                </a:lnTo>
                <a:lnTo>
                  <a:pt x="852" y="993"/>
                </a:lnTo>
                <a:lnTo>
                  <a:pt x="866" y="989"/>
                </a:lnTo>
                <a:lnTo>
                  <a:pt x="880" y="983"/>
                </a:lnTo>
                <a:lnTo>
                  <a:pt x="894" y="977"/>
                </a:lnTo>
                <a:lnTo>
                  <a:pt x="906" y="969"/>
                </a:lnTo>
                <a:lnTo>
                  <a:pt x="919" y="961"/>
                </a:lnTo>
                <a:lnTo>
                  <a:pt x="931" y="952"/>
                </a:lnTo>
                <a:lnTo>
                  <a:pt x="941" y="941"/>
                </a:lnTo>
                <a:lnTo>
                  <a:pt x="952" y="931"/>
                </a:lnTo>
                <a:lnTo>
                  <a:pt x="961" y="919"/>
                </a:lnTo>
                <a:lnTo>
                  <a:pt x="969" y="906"/>
                </a:lnTo>
                <a:lnTo>
                  <a:pt x="977" y="894"/>
                </a:lnTo>
                <a:lnTo>
                  <a:pt x="983" y="880"/>
                </a:lnTo>
                <a:lnTo>
                  <a:pt x="989" y="866"/>
                </a:lnTo>
                <a:lnTo>
                  <a:pt x="993" y="852"/>
                </a:lnTo>
                <a:lnTo>
                  <a:pt x="997" y="837"/>
                </a:lnTo>
                <a:lnTo>
                  <a:pt x="1102" y="281"/>
                </a:lnTo>
                <a:moveTo>
                  <a:pt x="2000" y="200"/>
                </a:moveTo>
                <a:lnTo>
                  <a:pt x="2000" y="600"/>
                </a:lnTo>
                <a:moveTo>
                  <a:pt x="2200" y="400"/>
                </a:moveTo>
                <a:lnTo>
                  <a:pt x="1800" y="400"/>
                </a:lnTo>
                <a:moveTo>
                  <a:pt x="600" y="2000"/>
                </a:moveTo>
                <a:cubicBezTo>
                  <a:pt x="600" y="2110"/>
                  <a:pt x="510" y="2200"/>
                  <a:pt x="400" y="2200"/>
                </a:cubicBezTo>
                <a:cubicBezTo>
                  <a:pt x="290" y="2200"/>
                  <a:pt x="200" y="2110"/>
                  <a:pt x="200" y="2000"/>
                </a:cubicBezTo>
                <a:cubicBezTo>
                  <a:pt x="200" y="1890"/>
                  <a:pt x="290" y="1800"/>
                  <a:pt x="400" y="1800"/>
                </a:cubicBezTo>
                <a:cubicBezTo>
                  <a:pt x="510" y="1800"/>
                  <a:pt x="600" y="1890"/>
                  <a:pt x="600" y="2000"/>
                </a:cubicBezTo>
                <a:close/>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50" name="Google Shape;1450;p59"/>
          <p:cNvSpPr txBox="1"/>
          <p:nvPr/>
        </p:nvSpPr>
        <p:spPr>
          <a:xfrm>
            <a:off x="274327" y="1371600"/>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sparkles</a:t>
            </a:r>
            <a:endParaRPr sz="1100"/>
          </a:p>
        </p:txBody>
      </p:sp>
      <p:sp>
        <p:nvSpPr>
          <p:cNvPr id="1451" name="Google Shape;1451;p59"/>
          <p:cNvSpPr/>
          <p:nvPr/>
        </p:nvSpPr>
        <p:spPr>
          <a:xfrm>
            <a:off x="1927589" y="960120"/>
            <a:ext cx="377202" cy="377190"/>
          </a:xfrm>
          <a:custGeom>
            <a:rect b="b" l="l" r="r" t="t"/>
            <a:pathLst>
              <a:path extrusionOk="0" fill="none" h="2400" w="2400">
                <a:moveTo>
                  <a:pt x="1200" y="800"/>
                </a:moveTo>
                <a:lnTo>
                  <a:pt x="1200" y="400"/>
                </a:lnTo>
                <a:lnTo>
                  <a:pt x="800" y="400"/>
                </a:lnTo>
                <a:moveTo>
                  <a:pt x="600" y="800"/>
                </a:moveTo>
                <a:lnTo>
                  <a:pt x="1800" y="800"/>
                </a:lnTo>
                <a:cubicBezTo>
                  <a:pt x="1910" y="800"/>
                  <a:pt x="2000" y="890"/>
                  <a:pt x="2000" y="1000"/>
                </a:cubicBezTo>
                <a:lnTo>
                  <a:pt x="2000" y="1800"/>
                </a:lnTo>
                <a:cubicBezTo>
                  <a:pt x="2000" y="1910"/>
                  <a:pt x="1910" y="2000"/>
                  <a:pt x="1800" y="2000"/>
                </a:cubicBezTo>
                <a:lnTo>
                  <a:pt x="600" y="2000"/>
                </a:lnTo>
                <a:cubicBezTo>
                  <a:pt x="490" y="2000"/>
                  <a:pt x="400" y="1910"/>
                  <a:pt x="400" y="1800"/>
                </a:cubicBezTo>
                <a:lnTo>
                  <a:pt x="400" y="1000"/>
                </a:lnTo>
                <a:cubicBezTo>
                  <a:pt x="400" y="890"/>
                  <a:pt x="490" y="800"/>
                  <a:pt x="600" y="800"/>
                </a:cubicBezTo>
                <a:close/>
                <a:moveTo>
                  <a:pt x="200" y="1400"/>
                </a:moveTo>
                <a:lnTo>
                  <a:pt x="400" y="1400"/>
                </a:lnTo>
                <a:moveTo>
                  <a:pt x="2000" y="1400"/>
                </a:moveTo>
                <a:lnTo>
                  <a:pt x="2200" y="1400"/>
                </a:lnTo>
                <a:moveTo>
                  <a:pt x="1500" y="1300"/>
                </a:moveTo>
                <a:lnTo>
                  <a:pt x="1500" y="1500"/>
                </a:lnTo>
                <a:moveTo>
                  <a:pt x="900" y="1300"/>
                </a:moveTo>
                <a:lnTo>
                  <a:pt x="900" y="15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52" name="Google Shape;1452;p59"/>
          <p:cNvSpPr txBox="1"/>
          <p:nvPr/>
        </p:nvSpPr>
        <p:spPr>
          <a:xfrm>
            <a:off x="1502235" y="1371600"/>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bot</a:t>
            </a:r>
            <a:endParaRPr sz="1100"/>
          </a:p>
        </p:txBody>
      </p:sp>
      <p:sp>
        <p:nvSpPr>
          <p:cNvPr id="1453" name="Google Shape;1453;p59"/>
          <p:cNvSpPr/>
          <p:nvPr/>
        </p:nvSpPr>
        <p:spPr>
          <a:xfrm>
            <a:off x="3155497" y="960120"/>
            <a:ext cx="377202" cy="377190"/>
          </a:xfrm>
          <a:custGeom>
            <a:rect b="b" l="l" r="r" t="t"/>
            <a:pathLst>
              <a:path extrusionOk="0" fill="none" h="2400" w="2400">
                <a:moveTo>
                  <a:pt x="1200" y="1800"/>
                </a:moveTo>
                <a:lnTo>
                  <a:pt x="1200" y="500"/>
                </a:lnTo>
                <a:moveTo>
                  <a:pt x="1500" y="1300"/>
                </a:moveTo>
                <a:lnTo>
                  <a:pt x="1468" y="1289"/>
                </a:lnTo>
                <a:lnTo>
                  <a:pt x="1437" y="1276"/>
                </a:lnTo>
                <a:lnTo>
                  <a:pt x="1408" y="1260"/>
                </a:lnTo>
                <a:lnTo>
                  <a:pt x="1380" y="1243"/>
                </a:lnTo>
                <a:lnTo>
                  <a:pt x="1353" y="1222"/>
                </a:lnTo>
                <a:lnTo>
                  <a:pt x="1328" y="1200"/>
                </a:lnTo>
                <a:lnTo>
                  <a:pt x="1305" y="1176"/>
                </a:lnTo>
                <a:lnTo>
                  <a:pt x="1283" y="1150"/>
                </a:lnTo>
                <a:lnTo>
                  <a:pt x="1264" y="1122"/>
                </a:lnTo>
                <a:lnTo>
                  <a:pt x="1248" y="1093"/>
                </a:lnTo>
                <a:lnTo>
                  <a:pt x="1233" y="1063"/>
                </a:lnTo>
                <a:lnTo>
                  <a:pt x="1221" y="1032"/>
                </a:lnTo>
                <a:lnTo>
                  <a:pt x="1212" y="1000"/>
                </a:lnTo>
                <a:lnTo>
                  <a:pt x="1205" y="967"/>
                </a:lnTo>
                <a:lnTo>
                  <a:pt x="1201" y="933"/>
                </a:lnTo>
                <a:lnTo>
                  <a:pt x="1200" y="900"/>
                </a:lnTo>
                <a:lnTo>
                  <a:pt x="1199" y="933"/>
                </a:lnTo>
                <a:lnTo>
                  <a:pt x="1195" y="967"/>
                </a:lnTo>
                <a:lnTo>
                  <a:pt x="1188" y="1000"/>
                </a:lnTo>
                <a:lnTo>
                  <a:pt x="1179" y="1032"/>
                </a:lnTo>
                <a:lnTo>
                  <a:pt x="1167" y="1063"/>
                </a:lnTo>
                <a:lnTo>
                  <a:pt x="1152" y="1093"/>
                </a:lnTo>
                <a:lnTo>
                  <a:pt x="1136" y="1122"/>
                </a:lnTo>
                <a:lnTo>
                  <a:pt x="1117" y="1150"/>
                </a:lnTo>
                <a:lnTo>
                  <a:pt x="1095" y="1176"/>
                </a:lnTo>
                <a:lnTo>
                  <a:pt x="1072" y="1200"/>
                </a:lnTo>
                <a:lnTo>
                  <a:pt x="1047" y="1222"/>
                </a:lnTo>
                <a:lnTo>
                  <a:pt x="1020" y="1243"/>
                </a:lnTo>
                <a:lnTo>
                  <a:pt x="992" y="1260"/>
                </a:lnTo>
                <a:lnTo>
                  <a:pt x="963" y="1276"/>
                </a:lnTo>
                <a:lnTo>
                  <a:pt x="932" y="1289"/>
                </a:lnTo>
                <a:lnTo>
                  <a:pt x="900" y="1300"/>
                </a:lnTo>
                <a:moveTo>
                  <a:pt x="1760" y="650"/>
                </a:moveTo>
                <a:lnTo>
                  <a:pt x="1787" y="587"/>
                </a:lnTo>
                <a:lnTo>
                  <a:pt x="1799" y="520"/>
                </a:lnTo>
                <a:lnTo>
                  <a:pt x="1796" y="451"/>
                </a:lnTo>
                <a:lnTo>
                  <a:pt x="1777" y="385"/>
                </a:lnTo>
                <a:lnTo>
                  <a:pt x="1744" y="325"/>
                </a:lnTo>
                <a:lnTo>
                  <a:pt x="1698" y="274"/>
                </a:lnTo>
                <a:lnTo>
                  <a:pt x="1641" y="235"/>
                </a:lnTo>
                <a:lnTo>
                  <a:pt x="1578" y="210"/>
                </a:lnTo>
                <a:lnTo>
                  <a:pt x="1510" y="200"/>
                </a:lnTo>
                <a:lnTo>
                  <a:pt x="1441" y="206"/>
                </a:lnTo>
                <a:lnTo>
                  <a:pt x="1376" y="227"/>
                </a:lnTo>
                <a:lnTo>
                  <a:pt x="1317" y="262"/>
                </a:lnTo>
                <a:lnTo>
                  <a:pt x="1268" y="310"/>
                </a:lnTo>
                <a:lnTo>
                  <a:pt x="1231" y="367"/>
                </a:lnTo>
                <a:lnTo>
                  <a:pt x="1208" y="432"/>
                </a:lnTo>
                <a:lnTo>
                  <a:pt x="1200" y="500"/>
                </a:lnTo>
                <a:lnTo>
                  <a:pt x="1192" y="432"/>
                </a:lnTo>
                <a:lnTo>
                  <a:pt x="1169" y="367"/>
                </a:lnTo>
                <a:lnTo>
                  <a:pt x="1132" y="310"/>
                </a:lnTo>
                <a:lnTo>
                  <a:pt x="1083" y="262"/>
                </a:lnTo>
                <a:lnTo>
                  <a:pt x="1024" y="227"/>
                </a:lnTo>
                <a:lnTo>
                  <a:pt x="959" y="206"/>
                </a:lnTo>
                <a:lnTo>
                  <a:pt x="890" y="200"/>
                </a:lnTo>
                <a:lnTo>
                  <a:pt x="822" y="210"/>
                </a:lnTo>
                <a:lnTo>
                  <a:pt x="759" y="235"/>
                </a:lnTo>
                <a:lnTo>
                  <a:pt x="702" y="274"/>
                </a:lnTo>
                <a:lnTo>
                  <a:pt x="656" y="325"/>
                </a:lnTo>
                <a:lnTo>
                  <a:pt x="623" y="385"/>
                </a:lnTo>
                <a:lnTo>
                  <a:pt x="604" y="451"/>
                </a:lnTo>
                <a:lnTo>
                  <a:pt x="601" y="520"/>
                </a:lnTo>
                <a:lnTo>
                  <a:pt x="613" y="587"/>
                </a:lnTo>
                <a:lnTo>
                  <a:pt x="640" y="650"/>
                </a:lnTo>
                <a:moveTo>
                  <a:pt x="1800" y="512"/>
                </a:moveTo>
                <a:lnTo>
                  <a:pt x="1843" y="526"/>
                </a:lnTo>
                <a:lnTo>
                  <a:pt x="1884" y="545"/>
                </a:lnTo>
                <a:lnTo>
                  <a:pt x="1923" y="568"/>
                </a:lnTo>
                <a:lnTo>
                  <a:pt x="1959" y="595"/>
                </a:lnTo>
                <a:lnTo>
                  <a:pt x="1992" y="626"/>
                </a:lnTo>
                <a:lnTo>
                  <a:pt x="2021" y="661"/>
                </a:lnTo>
                <a:lnTo>
                  <a:pt x="2046" y="699"/>
                </a:lnTo>
                <a:lnTo>
                  <a:pt x="2067" y="739"/>
                </a:lnTo>
                <a:lnTo>
                  <a:pt x="2082" y="782"/>
                </a:lnTo>
                <a:lnTo>
                  <a:pt x="2093" y="826"/>
                </a:lnTo>
                <a:lnTo>
                  <a:pt x="2099" y="871"/>
                </a:lnTo>
                <a:lnTo>
                  <a:pt x="2100" y="916"/>
                </a:lnTo>
                <a:lnTo>
                  <a:pt x="2095" y="961"/>
                </a:lnTo>
                <a:lnTo>
                  <a:pt x="2086" y="1006"/>
                </a:lnTo>
                <a:lnTo>
                  <a:pt x="2071" y="1048"/>
                </a:lnTo>
                <a:lnTo>
                  <a:pt x="2052" y="1090"/>
                </a:lnTo>
                <a:moveTo>
                  <a:pt x="1800" y="1800"/>
                </a:moveTo>
                <a:lnTo>
                  <a:pt x="1865" y="1795"/>
                </a:lnTo>
                <a:lnTo>
                  <a:pt x="1929" y="1779"/>
                </a:lnTo>
                <a:lnTo>
                  <a:pt x="1989" y="1753"/>
                </a:lnTo>
                <a:lnTo>
                  <a:pt x="2043" y="1717"/>
                </a:lnTo>
                <a:lnTo>
                  <a:pt x="2092" y="1673"/>
                </a:lnTo>
                <a:lnTo>
                  <a:pt x="2133" y="1622"/>
                </a:lnTo>
                <a:lnTo>
                  <a:pt x="2164" y="1565"/>
                </a:lnTo>
                <a:lnTo>
                  <a:pt x="2186" y="1504"/>
                </a:lnTo>
                <a:lnTo>
                  <a:pt x="2198" y="1439"/>
                </a:lnTo>
                <a:lnTo>
                  <a:pt x="2199" y="1374"/>
                </a:lnTo>
                <a:lnTo>
                  <a:pt x="2190" y="1309"/>
                </a:lnTo>
                <a:lnTo>
                  <a:pt x="2170" y="1247"/>
                </a:lnTo>
                <a:lnTo>
                  <a:pt x="2140" y="1189"/>
                </a:lnTo>
                <a:lnTo>
                  <a:pt x="2101" y="1136"/>
                </a:lnTo>
                <a:lnTo>
                  <a:pt x="2054" y="1091"/>
                </a:lnTo>
                <a:lnTo>
                  <a:pt x="2000" y="1054"/>
                </a:lnTo>
                <a:moveTo>
                  <a:pt x="1997" y="1748"/>
                </a:moveTo>
                <a:lnTo>
                  <a:pt x="1999" y="1830"/>
                </a:lnTo>
                <a:lnTo>
                  <a:pt x="1984" y="1910"/>
                </a:lnTo>
                <a:lnTo>
                  <a:pt x="1954" y="1986"/>
                </a:lnTo>
                <a:lnTo>
                  <a:pt x="1909" y="2054"/>
                </a:lnTo>
                <a:lnTo>
                  <a:pt x="1851" y="2111"/>
                </a:lnTo>
                <a:lnTo>
                  <a:pt x="1782" y="2156"/>
                </a:lnTo>
                <a:lnTo>
                  <a:pt x="1706" y="2185"/>
                </a:lnTo>
                <a:lnTo>
                  <a:pt x="1626" y="2199"/>
                </a:lnTo>
                <a:lnTo>
                  <a:pt x="1544" y="2196"/>
                </a:lnTo>
                <a:lnTo>
                  <a:pt x="1465" y="2176"/>
                </a:lnTo>
                <a:lnTo>
                  <a:pt x="1392" y="2141"/>
                </a:lnTo>
                <a:lnTo>
                  <a:pt x="1327" y="2092"/>
                </a:lnTo>
                <a:lnTo>
                  <a:pt x="1273" y="2030"/>
                </a:lnTo>
                <a:lnTo>
                  <a:pt x="1233" y="1959"/>
                </a:lnTo>
                <a:lnTo>
                  <a:pt x="1208" y="1881"/>
                </a:lnTo>
                <a:lnTo>
                  <a:pt x="1200" y="1800"/>
                </a:lnTo>
                <a:lnTo>
                  <a:pt x="1192" y="1881"/>
                </a:lnTo>
                <a:lnTo>
                  <a:pt x="1167" y="1959"/>
                </a:lnTo>
                <a:lnTo>
                  <a:pt x="1127" y="2030"/>
                </a:lnTo>
                <a:lnTo>
                  <a:pt x="1073" y="2092"/>
                </a:lnTo>
                <a:lnTo>
                  <a:pt x="1008" y="2141"/>
                </a:lnTo>
                <a:lnTo>
                  <a:pt x="935" y="2176"/>
                </a:lnTo>
                <a:lnTo>
                  <a:pt x="856" y="2196"/>
                </a:lnTo>
                <a:lnTo>
                  <a:pt x="774" y="2199"/>
                </a:lnTo>
                <a:lnTo>
                  <a:pt x="694" y="2185"/>
                </a:lnTo>
                <a:lnTo>
                  <a:pt x="618" y="2156"/>
                </a:lnTo>
                <a:lnTo>
                  <a:pt x="549" y="2111"/>
                </a:lnTo>
                <a:lnTo>
                  <a:pt x="491" y="2054"/>
                </a:lnTo>
                <a:lnTo>
                  <a:pt x="446" y="1986"/>
                </a:lnTo>
                <a:lnTo>
                  <a:pt x="416" y="1910"/>
                </a:lnTo>
                <a:lnTo>
                  <a:pt x="401" y="1830"/>
                </a:lnTo>
                <a:lnTo>
                  <a:pt x="403" y="1748"/>
                </a:lnTo>
                <a:moveTo>
                  <a:pt x="600" y="1800"/>
                </a:moveTo>
                <a:lnTo>
                  <a:pt x="535" y="1795"/>
                </a:lnTo>
                <a:lnTo>
                  <a:pt x="471" y="1779"/>
                </a:lnTo>
                <a:lnTo>
                  <a:pt x="411" y="1753"/>
                </a:lnTo>
                <a:lnTo>
                  <a:pt x="357" y="1717"/>
                </a:lnTo>
                <a:lnTo>
                  <a:pt x="308" y="1673"/>
                </a:lnTo>
                <a:lnTo>
                  <a:pt x="267" y="1622"/>
                </a:lnTo>
                <a:lnTo>
                  <a:pt x="236" y="1565"/>
                </a:lnTo>
                <a:lnTo>
                  <a:pt x="214" y="1504"/>
                </a:lnTo>
                <a:lnTo>
                  <a:pt x="202" y="1439"/>
                </a:lnTo>
                <a:lnTo>
                  <a:pt x="201" y="1374"/>
                </a:lnTo>
                <a:lnTo>
                  <a:pt x="210" y="1309"/>
                </a:lnTo>
                <a:lnTo>
                  <a:pt x="230" y="1247"/>
                </a:lnTo>
                <a:lnTo>
                  <a:pt x="260" y="1189"/>
                </a:lnTo>
                <a:lnTo>
                  <a:pt x="299" y="1136"/>
                </a:lnTo>
                <a:lnTo>
                  <a:pt x="346" y="1091"/>
                </a:lnTo>
                <a:lnTo>
                  <a:pt x="400" y="1054"/>
                </a:lnTo>
                <a:moveTo>
                  <a:pt x="600" y="512"/>
                </a:moveTo>
                <a:lnTo>
                  <a:pt x="557" y="526"/>
                </a:lnTo>
                <a:lnTo>
                  <a:pt x="516" y="545"/>
                </a:lnTo>
                <a:lnTo>
                  <a:pt x="477" y="568"/>
                </a:lnTo>
                <a:lnTo>
                  <a:pt x="441" y="595"/>
                </a:lnTo>
                <a:lnTo>
                  <a:pt x="408" y="626"/>
                </a:lnTo>
                <a:lnTo>
                  <a:pt x="379" y="661"/>
                </a:lnTo>
                <a:lnTo>
                  <a:pt x="354" y="699"/>
                </a:lnTo>
                <a:lnTo>
                  <a:pt x="333" y="739"/>
                </a:lnTo>
                <a:lnTo>
                  <a:pt x="318" y="782"/>
                </a:lnTo>
                <a:lnTo>
                  <a:pt x="307" y="826"/>
                </a:lnTo>
                <a:lnTo>
                  <a:pt x="301" y="871"/>
                </a:lnTo>
                <a:lnTo>
                  <a:pt x="300" y="916"/>
                </a:lnTo>
                <a:lnTo>
                  <a:pt x="305" y="961"/>
                </a:lnTo>
                <a:lnTo>
                  <a:pt x="314" y="1006"/>
                </a:lnTo>
                <a:lnTo>
                  <a:pt x="329" y="1048"/>
                </a:lnTo>
                <a:lnTo>
                  <a:pt x="348" y="109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54" name="Google Shape;1454;p59"/>
          <p:cNvSpPr txBox="1"/>
          <p:nvPr/>
        </p:nvSpPr>
        <p:spPr>
          <a:xfrm>
            <a:off x="2730143" y="1371600"/>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brain</a:t>
            </a:r>
            <a:endParaRPr sz="1100"/>
          </a:p>
        </p:txBody>
      </p:sp>
      <p:sp>
        <p:nvSpPr>
          <p:cNvPr id="1455" name="Google Shape;1455;p59"/>
          <p:cNvSpPr/>
          <p:nvPr/>
        </p:nvSpPr>
        <p:spPr>
          <a:xfrm>
            <a:off x="4383405" y="960120"/>
            <a:ext cx="377202" cy="377190"/>
          </a:xfrm>
          <a:custGeom>
            <a:rect b="b" l="l" r="r" t="t"/>
            <a:pathLst>
              <a:path extrusionOk="0" fill="none" h="2400" w="2400">
                <a:moveTo>
                  <a:pt x="1200" y="500"/>
                </a:moveTo>
                <a:lnTo>
                  <a:pt x="1194" y="441"/>
                </a:lnTo>
                <a:lnTo>
                  <a:pt x="1177" y="383"/>
                </a:lnTo>
                <a:lnTo>
                  <a:pt x="1148" y="331"/>
                </a:lnTo>
                <a:lnTo>
                  <a:pt x="1110" y="285"/>
                </a:lnTo>
                <a:lnTo>
                  <a:pt x="1064" y="248"/>
                </a:lnTo>
                <a:lnTo>
                  <a:pt x="1011" y="220"/>
                </a:lnTo>
                <a:lnTo>
                  <a:pt x="953" y="204"/>
                </a:lnTo>
                <a:lnTo>
                  <a:pt x="894" y="199"/>
                </a:lnTo>
                <a:lnTo>
                  <a:pt x="834" y="206"/>
                </a:lnTo>
                <a:lnTo>
                  <a:pt x="778" y="225"/>
                </a:lnTo>
                <a:lnTo>
                  <a:pt x="726" y="255"/>
                </a:lnTo>
                <a:lnTo>
                  <a:pt x="681" y="294"/>
                </a:lnTo>
                <a:lnTo>
                  <a:pt x="645" y="341"/>
                </a:lnTo>
                <a:lnTo>
                  <a:pt x="619" y="395"/>
                </a:lnTo>
                <a:lnTo>
                  <a:pt x="604" y="453"/>
                </a:lnTo>
                <a:lnTo>
                  <a:pt x="600" y="512"/>
                </a:lnTo>
                <a:lnTo>
                  <a:pt x="557" y="526"/>
                </a:lnTo>
                <a:lnTo>
                  <a:pt x="516" y="545"/>
                </a:lnTo>
                <a:lnTo>
                  <a:pt x="477" y="568"/>
                </a:lnTo>
                <a:lnTo>
                  <a:pt x="441" y="595"/>
                </a:lnTo>
                <a:lnTo>
                  <a:pt x="408" y="626"/>
                </a:lnTo>
                <a:lnTo>
                  <a:pt x="379" y="661"/>
                </a:lnTo>
                <a:lnTo>
                  <a:pt x="354" y="699"/>
                </a:lnTo>
                <a:lnTo>
                  <a:pt x="333" y="739"/>
                </a:lnTo>
                <a:lnTo>
                  <a:pt x="318" y="782"/>
                </a:lnTo>
                <a:lnTo>
                  <a:pt x="307" y="826"/>
                </a:lnTo>
                <a:lnTo>
                  <a:pt x="301" y="871"/>
                </a:lnTo>
                <a:lnTo>
                  <a:pt x="300" y="916"/>
                </a:lnTo>
                <a:lnTo>
                  <a:pt x="305" y="961"/>
                </a:lnTo>
                <a:lnTo>
                  <a:pt x="314" y="1006"/>
                </a:lnTo>
                <a:lnTo>
                  <a:pt x="329" y="1048"/>
                </a:lnTo>
                <a:lnTo>
                  <a:pt x="348" y="1090"/>
                </a:lnTo>
                <a:lnTo>
                  <a:pt x="312" y="1122"/>
                </a:lnTo>
                <a:lnTo>
                  <a:pt x="280" y="1159"/>
                </a:lnTo>
                <a:lnTo>
                  <a:pt x="254" y="1200"/>
                </a:lnTo>
                <a:lnTo>
                  <a:pt x="232" y="1243"/>
                </a:lnTo>
                <a:lnTo>
                  <a:pt x="216" y="1289"/>
                </a:lnTo>
                <a:lnTo>
                  <a:pt x="205" y="1337"/>
                </a:lnTo>
                <a:lnTo>
                  <a:pt x="200" y="1385"/>
                </a:lnTo>
                <a:lnTo>
                  <a:pt x="201" y="1434"/>
                </a:lnTo>
                <a:lnTo>
                  <a:pt x="208" y="1482"/>
                </a:lnTo>
                <a:lnTo>
                  <a:pt x="221" y="1529"/>
                </a:lnTo>
                <a:lnTo>
                  <a:pt x="240" y="1574"/>
                </a:lnTo>
                <a:lnTo>
                  <a:pt x="263" y="1616"/>
                </a:lnTo>
                <a:lnTo>
                  <a:pt x="292" y="1655"/>
                </a:lnTo>
                <a:lnTo>
                  <a:pt x="325" y="1691"/>
                </a:lnTo>
                <a:lnTo>
                  <a:pt x="363" y="1722"/>
                </a:lnTo>
                <a:lnTo>
                  <a:pt x="403" y="1748"/>
                </a:lnTo>
                <a:lnTo>
                  <a:pt x="401" y="1830"/>
                </a:lnTo>
                <a:lnTo>
                  <a:pt x="416" y="1910"/>
                </a:lnTo>
                <a:lnTo>
                  <a:pt x="446" y="1986"/>
                </a:lnTo>
                <a:lnTo>
                  <a:pt x="491" y="2054"/>
                </a:lnTo>
                <a:lnTo>
                  <a:pt x="549" y="2111"/>
                </a:lnTo>
                <a:lnTo>
                  <a:pt x="618" y="2156"/>
                </a:lnTo>
                <a:lnTo>
                  <a:pt x="694" y="2185"/>
                </a:lnTo>
                <a:lnTo>
                  <a:pt x="774" y="2199"/>
                </a:lnTo>
                <a:lnTo>
                  <a:pt x="856" y="2196"/>
                </a:lnTo>
                <a:lnTo>
                  <a:pt x="935" y="2176"/>
                </a:lnTo>
                <a:lnTo>
                  <a:pt x="1008" y="2141"/>
                </a:lnTo>
                <a:lnTo>
                  <a:pt x="1073" y="2092"/>
                </a:lnTo>
                <a:lnTo>
                  <a:pt x="1127" y="2030"/>
                </a:lnTo>
                <a:lnTo>
                  <a:pt x="1167" y="1959"/>
                </a:lnTo>
                <a:lnTo>
                  <a:pt x="1192" y="1881"/>
                </a:lnTo>
                <a:lnTo>
                  <a:pt x="1200" y="1800"/>
                </a:lnTo>
                <a:lnTo>
                  <a:pt x="1200" y="500"/>
                </a:lnTo>
                <a:moveTo>
                  <a:pt x="900" y="1300"/>
                </a:moveTo>
                <a:lnTo>
                  <a:pt x="931" y="1288"/>
                </a:lnTo>
                <a:lnTo>
                  <a:pt x="961" y="1273"/>
                </a:lnTo>
                <a:lnTo>
                  <a:pt x="989" y="1257"/>
                </a:lnTo>
                <a:lnTo>
                  <a:pt x="1017" y="1238"/>
                </a:lnTo>
                <a:lnTo>
                  <a:pt x="1043" y="1218"/>
                </a:lnTo>
                <a:lnTo>
                  <a:pt x="1067" y="1195"/>
                </a:lnTo>
                <a:lnTo>
                  <a:pt x="1090" y="1171"/>
                </a:lnTo>
                <a:lnTo>
                  <a:pt x="1111" y="1146"/>
                </a:lnTo>
                <a:lnTo>
                  <a:pt x="1130" y="1118"/>
                </a:lnTo>
                <a:lnTo>
                  <a:pt x="1146" y="1090"/>
                </a:lnTo>
                <a:lnTo>
                  <a:pt x="1161" y="1060"/>
                </a:lnTo>
                <a:lnTo>
                  <a:pt x="1174" y="1029"/>
                </a:lnTo>
                <a:lnTo>
                  <a:pt x="1184" y="998"/>
                </a:lnTo>
                <a:lnTo>
                  <a:pt x="1192" y="966"/>
                </a:lnTo>
                <a:lnTo>
                  <a:pt x="1197" y="933"/>
                </a:lnTo>
                <a:lnTo>
                  <a:pt x="1200" y="900"/>
                </a:lnTo>
                <a:moveTo>
                  <a:pt x="600" y="512"/>
                </a:moveTo>
                <a:lnTo>
                  <a:pt x="601" y="522"/>
                </a:lnTo>
                <a:lnTo>
                  <a:pt x="602" y="531"/>
                </a:lnTo>
                <a:lnTo>
                  <a:pt x="603" y="539"/>
                </a:lnTo>
                <a:lnTo>
                  <a:pt x="604" y="548"/>
                </a:lnTo>
                <a:lnTo>
                  <a:pt x="606" y="557"/>
                </a:lnTo>
                <a:lnTo>
                  <a:pt x="607" y="566"/>
                </a:lnTo>
                <a:lnTo>
                  <a:pt x="609" y="575"/>
                </a:lnTo>
                <a:lnTo>
                  <a:pt x="612" y="584"/>
                </a:lnTo>
                <a:lnTo>
                  <a:pt x="615" y="592"/>
                </a:lnTo>
                <a:lnTo>
                  <a:pt x="617" y="601"/>
                </a:lnTo>
                <a:lnTo>
                  <a:pt x="621" y="609"/>
                </a:lnTo>
                <a:lnTo>
                  <a:pt x="624" y="618"/>
                </a:lnTo>
                <a:lnTo>
                  <a:pt x="628" y="626"/>
                </a:lnTo>
                <a:lnTo>
                  <a:pt x="632" y="634"/>
                </a:lnTo>
                <a:lnTo>
                  <a:pt x="636" y="642"/>
                </a:lnTo>
                <a:lnTo>
                  <a:pt x="640" y="650"/>
                </a:lnTo>
                <a:moveTo>
                  <a:pt x="348" y="1090"/>
                </a:moveTo>
                <a:lnTo>
                  <a:pt x="351" y="1087"/>
                </a:lnTo>
                <a:lnTo>
                  <a:pt x="355" y="1084"/>
                </a:lnTo>
                <a:lnTo>
                  <a:pt x="358" y="1081"/>
                </a:lnTo>
                <a:lnTo>
                  <a:pt x="362" y="1079"/>
                </a:lnTo>
                <a:lnTo>
                  <a:pt x="365" y="1076"/>
                </a:lnTo>
                <a:lnTo>
                  <a:pt x="369" y="1074"/>
                </a:lnTo>
                <a:lnTo>
                  <a:pt x="372" y="1071"/>
                </a:lnTo>
                <a:lnTo>
                  <a:pt x="376" y="1069"/>
                </a:lnTo>
                <a:lnTo>
                  <a:pt x="380" y="1066"/>
                </a:lnTo>
                <a:lnTo>
                  <a:pt x="383" y="1064"/>
                </a:lnTo>
                <a:lnTo>
                  <a:pt x="387" y="1061"/>
                </a:lnTo>
                <a:lnTo>
                  <a:pt x="391" y="1059"/>
                </a:lnTo>
                <a:lnTo>
                  <a:pt x="395" y="1057"/>
                </a:lnTo>
                <a:lnTo>
                  <a:pt x="399" y="1054"/>
                </a:lnTo>
                <a:lnTo>
                  <a:pt x="402" y="1052"/>
                </a:lnTo>
                <a:lnTo>
                  <a:pt x="406" y="1050"/>
                </a:lnTo>
                <a:moveTo>
                  <a:pt x="600" y="1800"/>
                </a:moveTo>
                <a:lnTo>
                  <a:pt x="587" y="1800"/>
                </a:lnTo>
                <a:lnTo>
                  <a:pt x="574" y="1799"/>
                </a:lnTo>
                <a:lnTo>
                  <a:pt x="562" y="1798"/>
                </a:lnTo>
                <a:lnTo>
                  <a:pt x="549" y="1797"/>
                </a:lnTo>
                <a:lnTo>
                  <a:pt x="536" y="1795"/>
                </a:lnTo>
                <a:lnTo>
                  <a:pt x="523" y="1793"/>
                </a:lnTo>
                <a:lnTo>
                  <a:pt x="511" y="1790"/>
                </a:lnTo>
                <a:lnTo>
                  <a:pt x="498" y="1787"/>
                </a:lnTo>
                <a:lnTo>
                  <a:pt x="486" y="1783"/>
                </a:lnTo>
                <a:lnTo>
                  <a:pt x="474" y="1780"/>
                </a:lnTo>
                <a:lnTo>
                  <a:pt x="462" y="1775"/>
                </a:lnTo>
                <a:lnTo>
                  <a:pt x="450" y="1771"/>
                </a:lnTo>
                <a:lnTo>
                  <a:pt x="438" y="1766"/>
                </a:lnTo>
                <a:lnTo>
                  <a:pt x="426" y="1760"/>
                </a:lnTo>
                <a:lnTo>
                  <a:pt x="415" y="1755"/>
                </a:lnTo>
                <a:lnTo>
                  <a:pt x="403" y="1748"/>
                </a:lnTo>
                <a:moveTo>
                  <a:pt x="1200" y="1300"/>
                </a:moveTo>
                <a:lnTo>
                  <a:pt x="1600" y="1300"/>
                </a:lnTo>
                <a:moveTo>
                  <a:pt x="1200" y="1800"/>
                </a:moveTo>
                <a:lnTo>
                  <a:pt x="1800" y="1800"/>
                </a:lnTo>
                <a:lnTo>
                  <a:pt x="1820" y="1801"/>
                </a:lnTo>
                <a:lnTo>
                  <a:pt x="1839" y="1804"/>
                </a:lnTo>
                <a:lnTo>
                  <a:pt x="1858" y="1809"/>
                </a:lnTo>
                <a:lnTo>
                  <a:pt x="1877" y="1815"/>
                </a:lnTo>
                <a:lnTo>
                  <a:pt x="1894" y="1824"/>
                </a:lnTo>
                <a:lnTo>
                  <a:pt x="1911" y="1834"/>
                </a:lnTo>
                <a:lnTo>
                  <a:pt x="1927" y="1845"/>
                </a:lnTo>
                <a:lnTo>
                  <a:pt x="1941" y="1859"/>
                </a:lnTo>
                <a:lnTo>
                  <a:pt x="1955" y="1873"/>
                </a:lnTo>
                <a:lnTo>
                  <a:pt x="1966" y="1889"/>
                </a:lnTo>
                <a:lnTo>
                  <a:pt x="1976" y="1906"/>
                </a:lnTo>
                <a:lnTo>
                  <a:pt x="1985" y="1923"/>
                </a:lnTo>
                <a:lnTo>
                  <a:pt x="1991" y="1942"/>
                </a:lnTo>
                <a:lnTo>
                  <a:pt x="1996" y="1961"/>
                </a:lnTo>
                <a:lnTo>
                  <a:pt x="1999" y="1980"/>
                </a:lnTo>
                <a:lnTo>
                  <a:pt x="2000" y="2000"/>
                </a:lnTo>
                <a:lnTo>
                  <a:pt x="2000" y="2100"/>
                </a:lnTo>
                <a:moveTo>
                  <a:pt x="1200" y="800"/>
                </a:moveTo>
                <a:lnTo>
                  <a:pt x="2000" y="800"/>
                </a:lnTo>
                <a:moveTo>
                  <a:pt x="1600" y="800"/>
                </a:moveTo>
                <a:lnTo>
                  <a:pt x="1600" y="500"/>
                </a:lnTo>
                <a:lnTo>
                  <a:pt x="1601" y="480"/>
                </a:lnTo>
                <a:lnTo>
                  <a:pt x="1604" y="461"/>
                </a:lnTo>
                <a:lnTo>
                  <a:pt x="1609" y="442"/>
                </a:lnTo>
                <a:lnTo>
                  <a:pt x="1615" y="423"/>
                </a:lnTo>
                <a:lnTo>
                  <a:pt x="1624" y="406"/>
                </a:lnTo>
                <a:lnTo>
                  <a:pt x="1634" y="389"/>
                </a:lnTo>
                <a:lnTo>
                  <a:pt x="1645" y="373"/>
                </a:lnTo>
                <a:lnTo>
                  <a:pt x="1659" y="359"/>
                </a:lnTo>
                <a:lnTo>
                  <a:pt x="1673" y="345"/>
                </a:lnTo>
                <a:lnTo>
                  <a:pt x="1689" y="334"/>
                </a:lnTo>
                <a:lnTo>
                  <a:pt x="1706" y="324"/>
                </a:lnTo>
                <a:lnTo>
                  <a:pt x="1723" y="315"/>
                </a:lnTo>
                <a:lnTo>
                  <a:pt x="1742" y="309"/>
                </a:lnTo>
                <a:lnTo>
                  <a:pt x="1761" y="304"/>
                </a:lnTo>
                <a:lnTo>
                  <a:pt x="1780" y="301"/>
                </a:lnTo>
                <a:lnTo>
                  <a:pt x="1800" y="300"/>
                </a:lnTo>
                <a:moveTo>
                  <a:pt x="1650" y="1300"/>
                </a:moveTo>
                <a:cubicBezTo>
                  <a:pt x="1650" y="1328"/>
                  <a:pt x="1628" y="1350"/>
                  <a:pt x="1600" y="1350"/>
                </a:cubicBezTo>
                <a:cubicBezTo>
                  <a:pt x="1572" y="1350"/>
                  <a:pt x="1550" y="1328"/>
                  <a:pt x="1550" y="1300"/>
                </a:cubicBezTo>
                <a:cubicBezTo>
                  <a:pt x="1550" y="1272"/>
                  <a:pt x="1572" y="1250"/>
                  <a:pt x="1600" y="1250"/>
                </a:cubicBezTo>
                <a:cubicBezTo>
                  <a:pt x="1628" y="1250"/>
                  <a:pt x="1650" y="1272"/>
                  <a:pt x="1650" y="1300"/>
                </a:cubicBezTo>
                <a:close/>
                <a:moveTo>
                  <a:pt x="1850" y="300"/>
                </a:moveTo>
                <a:cubicBezTo>
                  <a:pt x="1850" y="328"/>
                  <a:pt x="1828" y="350"/>
                  <a:pt x="1800" y="350"/>
                </a:cubicBezTo>
                <a:cubicBezTo>
                  <a:pt x="1772" y="350"/>
                  <a:pt x="1750" y="328"/>
                  <a:pt x="1750" y="300"/>
                </a:cubicBezTo>
                <a:cubicBezTo>
                  <a:pt x="1750" y="272"/>
                  <a:pt x="1772" y="250"/>
                  <a:pt x="1800" y="250"/>
                </a:cubicBezTo>
                <a:cubicBezTo>
                  <a:pt x="1828" y="250"/>
                  <a:pt x="1850" y="272"/>
                  <a:pt x="1850" y="300"/>
                </a:cubicBezTo>
                <a:close/>
                <a:moveTo>
                  <a:pt x="2050" y="2100"/>
                </a:moveTo>
                <a:cubicBezTo>
                  <a:pt x="2050" y="2128"/>
                  <a:pt x="2028" y="2150"/>
                  <a:pt x="2000" y="2150"/>
                </a:cubicBezTo>
                <a:cubicBezTo>
                  <a:pt x="1972" y="2150"/>
                  <a:pt x="1950" y="2128"/>
                  <a:pt x="1950" y="2100"/>
                </a:cubicBezTo>
                <a:cubicBezTo>
                  <a:pt x="1950" y="2072"/>
                  <a:pt x="1972" y="2050"/>
                  <a:pt x="2000" y="2050"/>
                </a:cubicBezTo>
                <a:cubicBezTo>
                  <a:pt x="2028" y="2050"/>
                  <a:pt x="2050" y="2072"/>
                  <a:pt x="2050" y="2100"/>
                </a:cubicBezTo>
                <a:close/>
                <a:moveTo>
                  <a:pt x="2050" y="800"/>
                </a:moveTo>
                <a:cubicBezTo>
                  <a:pt x="2050" y="828"/>
                  <a:pt x="2028" y="850"/>
                  <a:pt x="2000" y="850"/>
                </a:cubicBezTo>
                <a:cubicBezTo>
                  <a:pt x="1972" y="850"/>
                  <a:pt x="1950" y="828"/>
                  <a:pt x="1950" y="800"/>
                </a:cubicBezTo>
                <a:cubicBezTo>
                  <a:pt x="1950" y="772"/>
                  <a:pt x="1972" y="750"/>
                  <a:pt x="2000" y="750"/>
                </a:cubicBezTo>
                <a:cubicBezTo>
                  <a:pt x="2028" y="750"/>
                  <a:pt x="2050" y="772"/>
                  <a:pt x="2050" y="800"/>
                </a:cubicBezTo>
                <a:close/>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56" name="Google Shape;1456;p59"/>
          <p:cNvSpPr txBox="1"/>
          <p:nvPr/>
        </p:nvSpPr>
        <p:spPr>
          <a:xfrm>
            <a:off x="3958051" y="1371600"/>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brain-circuit</a:t>
            </a:r>
            <a:endParaRPr sz="1100"/>
          </a:p>
        </p:txBody>
      </p:sp>
      <p:sp>
        <p:nvSpPr>
          <p:cNvPr id="1457" name="Google Shape;1457;p59"/>
          <p:cNvSpPr/>
          <p:nvPr/>
        </p:nvSpPr>
        <p:spPr>
          <a:xfrm>
            <a:off x="5611313" y="960120"/>
            <a:ext cx="377202" cy="377190"/>
          </a:xfrm>
          <a:custGeom>
            <a:rect b="b" l="l" r="r" t="t"/>
            <a:pathLst>
              <a:path extrusionOk="0" fill="none" h="2400" w="2400">
                <a:moveTo>
                  <a:pt x="1200" y="2000"/>
                </a:moveTo>
                <a:lnTo>
                  <a:pt x="1200" y="2200"/>
                </a:lnTo>
                <a:moveTo>
                  <a:pt x="1200" y="200"/>
                </a:moveTo>
                <a:lnTo>
                  <a:pt x="1200" y="400"/>
                </a:lnTo>
                <a:moveTo>
                  <a:pt x="1700" y="2000"/>
                </a:moveTo>
                <a:lnTo>
                  <a:pt x="1700" y="2200"/>
                </a:lnTo>
                <a:moveTo>
                  <a:pt x="1700" y="200"/>
                </a:moveTo>
                <a:lnTo>
                  <a:pt x="1700" y="400"/>
                </a:lnTo>
                <a:moveTo>
                  <a:pt x="200" y="1200"/>
                </a:moveTo>
                <a:lnTo>
                  <a:pt x="400" y="1200"/>
                </a:lnTo>
                <a:moveTo>
                  <a:pt x="200" y="1700"/>
                </a:moveTo>
                <a:lnTo>
                  <a:pt x="400" y="1700"/>
                </a:lnTo>
                <a:moveTo>
                  <a:pt x="200" y="700"/>
                </a:moveTo>
                <a:lnTo>
                  <a:pt x="400" y="700"/>
                </a:lnTo>
                <a:moveTo>
                  <a:pt x="2000" y="1200"/>
                </a:moveTo>
                <a:lnTo>
                  <a:pt x="2200" y="1200"/>
                </a:lnTo>
                <a:moveTo>
                  <a:pt x="2000" y="1700"/>
                </a:moveTo>
                <a:lnTo>
                  <a:pt x="2200" y="1700"/>
                </a:lnTo>
                <a:moveTo>
                  <a:pt x="2000" y="700"/>
                </a:moveTo>
                <a:lnTo>
                  <a:pt x="2200" y="700"/>
                </a:lnTo>
                <a:moveTo>
                  <a:pt x="700" y="2000"/>
                </a:moveTo>
                <a:lnTo>
                  <a:pt x="700" y="2200"/>
                </a:lnTo>
                <a:moveTo>
                  <a:pt x="700" y="200"/>
                </a:moveTo>
                <a:lnTo>
                  <a:pt x="700" y="400"/>
                </a:lnTo>
                <a:moveTo>
                  <a:pt x="600" y="400"/>
                </a:moveTo>
                <a:lnTo>
                  <a:pt x="1800" y="400"/>
                </a:lnTo>
                <a:cubicBezTo>
                  <a:pt x="1910" y="400"/>
                  <a:pt x="2000" y="490"/>
                  <a:pt x="2000" y="600"/>
                </a:cubicBezTo>
                <a:lnTo>
                  <a:pt x="2000" y="1800"/>
                </a:lnTo>
                <a:cubicBezTo>
                  <a:pt x="2000" y="1910"/>
                  <a:pt x="1910" y="2000"/>
                  <a:pt x="1800" y="2000"/>
                </a:cubicBezTo>
                <a:lnTo>
                  <a:pt x="600" y="2000"/>
                </a:lnTo>
                <a:cubicBezTo>
                  <a:pt x="490" y="2000"/>
                  <a:pt x="400" y="1910"/>
                  <a:pt x="400" y="1800"/>
                </a:cubicBezTo>
                <a:lnTo>
                  <a:pt x="400" y="600"/>
                </a:lnTo>
                <a:cubicBezTo>
                  <a:pt x="400" y="490"/>
                  <a:pt x="490" y="400"/>
                  <a:pt x="600" y="400"/>
                </a:cubicBezTo>
                <a:close/>
                <a:moveTo>
                  <a:pt x="900" y="800"/>
                </a:moveTo>
                <a:lnTo>
                  <a:pt x="1500" y="800"/>
                </a:lnTo>
                <a:cubicBezTo>
                  <a:pt x="1555" y="800"/>
                  <a:pt x="1600" y="845"/>
                  <a:pt x="1600" y="900"/>
                </a:cubicBezTo>
                <a:lnTo>
                  <a:pt x="1600" y="1500"/>
                </a:lnTo>
                <a:cubicBezTo>
                  <a:pt x="1600" y="1555"/>
                  <a:pt x="1555" y="1600"/>
                  <a:pt x="1500" y="1600"/>
                </a:cubicBezTo>
                <a:lnTo>
                  <a:pt x="900" y="1600"/>
                </a:lnTo>
                <a:cubicBezTo>
                  <a:pt x="845" y="1600"/>
                  <a:pt x="800" y="1555"/>
                  <a:pt x="800" y="1500"/>
                </a:cubicBezTo>
                <a:lnTo>
                  <a:pt x="800" y="900"/>
                </a:lnTo>
                <a:cubicBezTo>
                  <a:pt x="800" y="845"/>
                  <a:pt x="845" y="800"/>
                  <a:pt x="900" y="800"/>
                </a:cubicBezTo>
                <a:close/>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58" name="Google Shape;1458;p59"/>
          <p:cNvSpPr txBox="1"/>
          <p:nvPr/>
        </p:nvSpPr>
        <p:spPr>
          <a:xfrm>
            <a:off x="5185959" y="1371600"/>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cpu</a:t>
            </a:r>
            <a:endParaRPr sz="1100"/>
          </a:p>
        </p:txBody>
      </p:sp>
      <p:sp>
        <p:nvSpPr>
          <p:cNvPr id="1459" name="Google Shape;1459;p59"/>
          <p:cNvSpPr/>
          <p:nvPr/>
        </p:nvSpPr>
        <p:spPr>
          <a:xfrm>
            <a:off x="6839221" y="960120"/>
            <a:ext cx="377202" cy="377190"/>
          </a:xfrm>
          <a:custGeom>
            <a:rect b="b" l="l" r="r" t="t"/>
            <a:pathLst>
              <a:path extrusionOk="0" fill="none" h="2400" w="2400">
                <a:moveTo>
                  <a:pt x="1000" y="1200"/>
                </a:moveTo>
                <a:lnTo>
                  <a:pt x="1400" y="1200"/>
                </a:lnTo>
                <a:moveTo>
                  <a:pt x="1000" y="1700"/>
                </a:moveTo>
                <a:lnTo>
                  <a:pt x="1400" y="1700"/>
                </a:lnTo>
                <a:moveTo>
                  <a:pt x="1000" y="700"/>
                </a:moveTo>
                <a:lnTo>
                  <a:pt x="1400" y="700"/>
                </a:lnTo>
                <a:moveTo>
                  <a:pt x="1800" y="1200"/>
                </a:moveTo>
                <a:lnTo>
                  <a:pt x="2000" y="1200"/>
                </a:lnTo>
                <a:moveTo>
                  <a:pt x="1800" y="1800"/>
                </a:moveTo>
                <a:lnTo>
                  <a:pt x="2000" y="1800"/>
                </a:lnTo>
                <a:moveTo>
                  <a:pt x="1800" y="600"/>
                </a:moveTo>
                <a:lnTo>
                  <a:pt x="2000" y="600"/>
                </a:lnTo>
                <a:moveTo>
                  <a:pt x="400" y="1200"/>
                </a:moveTo>
                <a:lnTo>
                  <a:pt x="600" y="1200"/>
                </a:lnTo>
                <a:moveTo>
                  <a:pt x="400" y="1800"/>
                </a:moveTo>
                <a:lnTo>
                  <a:pt x="600" y="1800"/>
                </a:lnTo>
                <a:moveTo>
                  <a:pt x="400" y="600"/>
                </a:moveTo>
                <a:lnTo>
                  <a:pt x="600" y="600"/>
                </a:lnTo>
                <a:moveTo>
                  <a:pt x="800" y="200"/>
                </a:moveTo>
                <a:lnTo>
                  <a:pt x="1600" y="200"/>
                </a:lnTo>
                <a:cubicBezTo>
                  <a:pt x="1710" y="200"/>
                  <a:pt x="1800" y="290"/>
                  <a:pt x="1800" y="400"/>
                </a:cubicBezTo>
                <a:lnTo>
                  <a:pt x="1800" y="2000"/>
                </a:lnTo>
                <a:cubicBezTo>
                  <a:pt x="1800" y="2110"/>
                  <a:pt x="1710" y="2200"/>
                  <a:pt x="1600" y="2200"/>
                </a:cubicBezTo>
                <a:lnTo>
                  <a:pt x="800" y="2200"/>
                </a:lnTo>
                <a:cubicBezTo>
                  <a:pt x="690" y="2200"/>
                  <a:pt x="600" y="2110"/>
                  <a:pt x="600" y="2000"/>
                </a:cubicBezTo>
                <a:lnTo>
                  <a:pt x="600" y="400"/>
                </a:lnTo>
                <a:cubicBezTo>
                  <a:pt x="600" y="290"/>
                  <a:pt x="690" y="200"/>
                  <a:pt x="800" y="200"/>
                </a:cubicBezTo>
                <a:close/>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60" name="Google Shape;1460;p59"/>
          <p:cNvSpPr txBox="1"/>
          <p:nvPr/>
        </p:nvSpPr>
        <p:spPr>
          <a:xfrm>
            <a:off x="6413867" y="1371600"/>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microchip</a:t>
            </a:r>
            <a:endParaRPr sz="1100"/>
          </a:p>
        </p:txBody>
      </p:sp>
      <p:sp>
        <p:nvSpPr>
          <p:cNvPr id="1461" name="Google Shape;1461;p59"/>
          <p:cNvSpPr/>
          <p:nvPr/>
        </p:nvSpPr>
        <p:spPr>
          <a:xfrm>
            <a:off x="8067129" y="960120"/>
            <a:ext cx="377202" cy="377190"/>
          </a:xfrm>
          <a:custGeom>
            <a:rect b="b" l="l" r="r" t="t"/>
            <a:pathLst>
              <a:path extrusionOk="0" fill="none" h="2400" w="2400">
                <a:moveTo>
                  <a:pt x="400" y="200"/>
                </a:moveTo>
                <a:lnTo>
                  <a:pt x="2000" y="200"/>
                </a:lnTo>
                <a:cubicBezTo>
                  <a:pt x="2110" y="200"/>
                  <a:pt x="2200" y="290"/>
                  <a:pt x="2200" y="400"/>
                </a:cubicBezTo>
                <a:lnTo>
                  <a:pt x="2200" y="800"/>
                </a:lnTo>
                <a:cubicBezTo>
                  <a:pt x="2200" y="910"/>
                  <a:pt x="2110" y="1000"/>
                  <a:pt x="2000" y="1000"/>
                </a:cubicBezTo>
                <a:lnTo>
                  <a:pt x="400" y="1000"/>
                </a:lnTo>
                <a:cubicBezTo>
                  <a:pt x="290" y="1000"/>
                  <a:pt x="200" y="910"/>
                  <a:pt x="200" y="800"/>
                </a:cubicBezTo>
                <a:lnTo>
                  <a:pt x="200" y="400"/>
                </a:lnTo>
                <a:cubicBezTo>
                  <a:pt x="200" y="290"/>
                  <a:pt x="290" y="200"/>
                  <a:pt x="400" y="200"/>
                </a:cubicBezTo>
                <a:close/>
                <a:moveTo>
                  <a:pt x="400" y="1400"/>
                </a:moveTo>
                <a:lnTo>
                  <a:pt x="2000" y="1400"/>
                </a:lnTo>
                <a:cubicBezTo>
                  <a:pt x="2110" y="1400"/>
                  <a:pt x="2200" y="1490"/>
                  <a:pt x="2200" y="1600"/>
                </a:cubicBezTo>
                <a:lnTo>
                  <a:pt x="2200" y="2000"/>
                </a:lnTo>
                <a:cubicBezTo>
                  <a:pt x="2200" y="2110"/>
                  <a:pt x="2110" y="2200"/>
                  <a:pt x="2000" y="2200"/>
                </a:cubicBezTo>
                <a:lnTo>
                  <a:pt x="400" y="2200"/>
                </a:lnTo>
                <a:cubicBezTo>
                  <a:pt x="290" y="2200"/>
                  <a:pt x="200" y="2110"/>
                  <a:pt x="200" y="2000"/>
                </a:cubicBezTo>
                <a:lnTo>
                  <a:pt x="200" y="1600"/>
                </a:lnTo>
                <a:cubicBezTo>
                  <a:pt x="200" y="1490"/>
                  <a:pt x="290" y="1400"/>
                  <a:pt x="400" y="1400"/>
                </a:cubicBezTo>
                <a:close/>
                <a:moveTo>
                  <a:pt x="600" y="600"/>
                </a:moveTo>
                <a:lnTo>
                  <a:pt x="601" y="600"/>
                </a:lnTo>
                <a:moveTo>
                  <a:pt x="600" y="1800"/>
                </a:moveTo>
                <a:lnTo>
                  <a:pt x="601" y="18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62" name="Google Shape;1462;p59"/>
          <p:cNvSpPr txBox="1"/>
          <p:nvPr/>
        </p:nvSpPr>
        <p:spPr>
          <a:xfrm>
            <a:off x="7641775" y="1371600"/>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server</a:t>
            </a:r>
            <a:endParaRPr sz="1100"/>
          </a:p>
        </p:txBody>
      </p:sp>
      <p:sp>
        <p:nvSpPr>
          <p:cNvPr id="1463" name="Google Shape;1463;p59"/>
          <p:cNvSpPr/>
          <p:nvPr/>
        </p:nvSpPr>
        <p:spPr>
          <a:xfrm>
            <a:off x="699681" y="1755648"/>
            <a:ext cx="377202" cy="377190"/>
          </a:xfrm>
          <a:custGeom>
            <a:rect b="b" l="l" r="r" t="t"/>
            <a:pathLst>
              <a:path extrusionOk="0" fill="none" h="2400" w="2400">
                <a:moveTo>
                  <a:pt x="2100" y="500"/>
                </a:moveTo>
                <a:cubicBezTo>
                  <a:pt x="2100" y="666"/>
                  <a:pt x="1697" y="800"/>
                  <a:pt x="1200" y="800"/>
                </a:cubicBezTo>
                <a:cubicBezTo>
                  <a:pt x="703" y="800"/>
                  <a:pt x="300" y="666"/>
                  <a:pt x="300" y="500"/>
                </a:cubicBezTo>
                <a:cubicBezTo>
                  <a:pt x="300" y="334"/>
                  <a:pt x="703" y="200"/>
                  <a:pt x="1200" y="200"/>
                </a:cubicBezTo>
                <a:cubicBezTo>
                  <a:pt x="1697" y="200"/>
                  <a:pt x="2100" y="334"/>
                  <a:pt x="2100" y="500"/>
                </a:cubicBezTo>
                <a:close/>
                <a:moveTo>
                  <a:pt x="300" y="500"/>
                </a:moveTo>
                <a:lnTo>
                  <a:pt x="300" y="1900"/>
                </a:lnTo>
                <a:lnTo>
                  <a:pt x="317" y="1959"/>
                </a:lnTo>
                <a:lnTo>
                  <a:pt x="369" y="2015"/>
                </a:lnTo>
                <a:lnTo>
                  <a:pt x="452" y="2067"/>
                </a:lnTo>
                <a:lnTo>
                  <a:pt x="564" y="2112"/>
                </a:lnTo>
                <a:lnTo>
                  <a:pt x="700" y="2149"/>
                </a:lnTo>
                <a:lnTo>
                  <a:pt x="856" y="2177"/>
                </a:lnTo>
                <a:lnTo>
                  <a:pt x="1024" y="2194"/>
                </a:lnTo>
                <a:lnTo>
                  <a:pt x="1200" y="2200"/>
                </a:lnTo>
                <a:lnTo>
                  <a:pt x="1376" y="2194"/>
                </a:lnTo>
                <a:lnTo>
                  <a:pt x="1544" y="2177"/>
                </a:lnTo>
                <a:lnTo>
                  <a:pt x="1700" y="2149"/>
                </a:lnTo>
                <a:lnTo>
                  <a:pt x="1836" y="2112"/>
                </a:lnTo>
                <a:lnTo>
                  <a:pt x="1948" y="2067"/>
                </a:lnTo>
                <a:lnTo>
                  <a:pt x="2031" y="2015"/>
                </a:lnTo>
                <a:lnTo>
                  <a:pt x="2083" y="1959"/>
                </a:lnTo>
                <a:lnTo>
                  <a:pt x="2100" y="1900"/>
                </a:lnTo>
                <a:lnTo>
                  <a:pt x="2100" y="500"/>
                </a:lnTo>
                <a:moveTo>
                  <a:pt x="300" y="1200"/>
                </a:moveTo>
                <a:lnTo>
                  <a:pt x="317" y="1259"/>
                </a:lnTo>
                <a:lnTo>
                  <a:pt x="369" y="1315"/>
                </a:lnTo>
                <a:lnTo>
                  <a:pt x="452" y="1367"/>
                </a:lnTo>
                <a:lnTo>
                  <a:pt x="564" y="1412"/>
                </a:lnTo>
                <a:lnTo>
                  <a:pt x="700" y="1449"/>
                </a:lnTo>
                <a:lnTo>
                  <a:pt x="856" y="1477"/>
                </a:lnTo>
                <a:lnTo>
                  <a:pt x="1024" y="1494"/>
                </a:lnTo>
                <a:lnTo>
                  <a:pt x="1200" y="1500"/>
                </a:lnTo>
                <a:lnTo>
                  <a:pt x="1376" y="1494"/>
                </a:lnTo>
                <a:lnTo>
                  <a:pt x="1544" y="1477"/>
                </a:lnTo>
                <a:lnTo>
                  <a:pt x="1700" y="1449"/>
                </a:lnTo>
                <a:lnTo>
                  <a:pt x="1836" y="1412"/>
                </a:lnTo>
                <a:lnTo>
                  <a:pt x="1948" y="1367"/>
                </a:lnTo>
                <a:lnTo>
                  <a:pt x="2031" y="1315"/>
                </a:lnTo>
                <a:lnTo>
                  <a:pt x="2083" y="1259"/>
                </a:lnTo>
                <a:lnTo>
                  <a:pt x="2100" y="12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64" name="Google Shape;1464;p59"/>
          <p:cNvSpPr txBox="1"/>
          <p:nvPr/>
        </p:nvSpPr>
        <p:spPr>
          <a:xfrm>
            <a:off x="274327" y="2167128"/>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database</a:t>
            </a:r>
            <a:endParaRPr sz="1100"/>
          </a:p>
        </p:txBody>
      </p:sp>
      <p:sp>
        <p:nvSpPr>
          <p:cNvPr id="1465" name="Google Shape;1465;p59"/>
          <p:cNvSpPr/>
          <p:nvPr/>
        </p:nvSpPr>
        <p:spPr>
          <a:xfrm>
            <a:off x="1927589" y="1755648"/>
            <a:ext cx="377202" cy="377190"/>
          </a:xfrm>
          <a:custGeom>
            <a:rect b="b" l="l" r="r" t="t"/>
            <a:pathLst>
              <a:path extrusionOk="0" fill="none" h="2400" w="2400">
                <a:moveTo>
                  <a:pt x="1750" y="1900"/>
                </a:moveTo>
                <a:lnTo>
                  <a:pt x="900" y="1900"/>
                </a:lnTo>
                <a:lnTo>
                  <a:pt x="709" y="1873"/>
                </a:lnTo>
                <a:lnTo>
                  <a:pt x="532" y="1796"/>
                </a:lnTo>
                <a:lnTo>
                  <a:pt x="384" y="1673"/>
                </a:lnTo>
                <a:lnTo>
                  <a:pt x="274" y="1514"/>
                </a:lnTo>
                <a:lnTo>
                  <a:pt x="213" y="1331"/>
                </a:lnTo>
                <a:lnTo>
                  <a:pt x="203" y="1139"/>
                </a:lnTo>
                <a:lnTo>
                  <a:pt x="246" y="951"/>
                </a:lnTo>
                <a:lnTo>
                  <a:pt x="339" y="782"/>
                </a:lnTo>
                <a:lnTo>
                  <a:pt x="474" y="644"/>
                </a:lnTo>
                <a:lnTo>
                  <a:pt x="642" y="549"/>
                </a:lnTo>
                <a:lnTo>
                  <a:pt x="830" y="504"/>
                </a:lnTo>
                <a:lnTo>
                  <a:pt x="1022" y="511"/>
                </a:lnTo>
                <a:lnTo>
                  <a:pt x="1206" y="570"/>
                </a:lnTo>
                <a:lnTo>
                  <a:pt x="1366" y="678"/>
                </a:lnTo>
                <a:lnTo>
                  <a:pt x="1491" y="825"/>
                </a:lnTo>
                <a:lnTo>
                  <a:pt x="1571" y="1000"/>
                </a:lnTo>
                <a:lnTo>
                  <a:pt x="1750" y="1000"/>
                </a:lnTo>
                <a:lnTo>
                  <a:pt x="1838" y="1009"/>
                </a:lnTo>
                <a:lnTo>
                  <a:pt x="1922" y="1034"/>
                </a:lnTo>
                <a:lnTo>
                  <a:pt x="2000" y="1076"/>
                </a:lnTo>
                <a:lnTo>
                  <a:pt x="2068" y="1132"/>
                </a:lnTo>
                <a:lnTo>
                  <a:pt x="2124" y="1200"/>
                </a:lnTo>
                <a:lnTo>
                  <a:pt x="2166" y="1278"/>
                </a:lnTo>
                <a:lnTo>
                  <a:pt x="2191" y="1362"/>
                </a:lnTo>
                <a:lnTo>
                  <a:pt x="2200" y="1450"/>
                </a:lnTo>
                <a:lnTo>
                  <a:pt x="2191" y="1538"/>
                </a:lnTo>
                <a:lnTo>
                  <a:pt x="2166" y="1622"/>
                </a:lnTo>
                <a:lnTo>
                  <a:pt x="2124" y="1700"/>
                </a:lnTo>
                <a:lnTo>
                  <a:pt x="2068" y="1768"/>
                </a:lnTo>
                <a:lnTo>
                  <a:pt x="2000" y="1824"/>
                </a:lnTo>
                <a:lnTo>
                  <a:pt x="1922" y="1866"/>
                </a:lnTo>
                <a:lnTo>
                  <a:pt x="1838" y="1891"/>
                </a:lnTo>
                <a:lnTo>
                  <a:pt x="1750" y="19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66" name="Google Shape;1466;p59"/>
          <p:cNvSpPr txBox="1"/>
          <p:nvPr/>
        </p:nvSpPr>
        <p:spPr>
          <a:xfrm>
            <a:off x="1502235" y="2167128"/>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cloud</a:t>
            </a:r>
            <a:endParaRPr sz="1100"/>
          </a:p>
        </p:txBody>
      </p:sp>
      <p:sp>
        <p:nvSpPr>
          <p:cNvPr id="1467" name="Google Shape;1467;p59"/>
          <p:cNvSpPr/>
          <p:nvPr/>
        </p:nvSpPr>
        <p:spPr>
          <a:xfrm>
            <a:off x="3155497" y="1755648"/>
            <a:ext cx="377202" cy="377190"/>
          </a:xfrm>
          <a:custGeom>
            <a:rect b="b" l="l" r="r" t="t"/>
            <a:pathLst>
              <a:path extrusionOk="0" fill="none" h="2400" w="2400">
                <a:moveTo>
                  <a:pt x="1200" y="1300"/>
                </a:moveTo>
                <a:lnTo>
                  <a:pt x="1200" y="2100"/>
                </a:lnTo>
                <a:moveTo>
                  <a:pt x="400" y="1490"/>
                </a:moveTo>
                <a:lnTo>
                  <a:pt x="303" y="1365"/>
                </a:lnTo>
                <a:lnTo>
                  <a:pt x="236" y="1221"/>
                </a:lnTo>
                <a:lnTo>
                  <a:pt x="203" y="1067"/>
                </a:lnTo>
                <a:lnTo>
                  <a:pt x="206" y="908"/>
                </a:lnTo>
                <a:lnTo>
                  <a:pt x="245" y="755"/>
                </a:lnTo>
                <a:lnTo>
                  <a:pt x="317" y="614"/>
                </a:lnTo>
                <a:lnTo>
                  <a:pt x="419" y="492"/>
                </a:lnTo>
                <a:lnTo>
                  <a:pt x="545" y="397"/>
                </a:lnTo>
                <a:lnTo>
                  <a:pt x="690" y="333"/>
                </a:lnTo>
                <a:lnTo>
                  <a:pt x="845" y="302"/>
                </a:lnTo>
                <a:lnTo>
                  <a:pt x="1003" y="308"/>
                </a:lnTo>
                <a:lnTo>
                  <a:pt x="1156" y="349"/>
                </a:lnTo>
                <a:lnTo>
                  <a:pt x="1296" y="423"/>
                </a:lnTo>
                <a:lnTo>
                  <a:pt x="1416" y="527"/>
                </a:lnTo>
                <a:lnTo>
                  <a:pt x="1509" y="654"/>
                </a:lnTo>
                <a:lnTo>
                  <a:pt x="1571" y="800"/>
                </a:lnTo>
                <a:lnTo>
                  <a:pt x="1750" y="800"/>
                </a:lnTo>
                <a:lnTo>
                  <a:pt x="1821" y="806"/>
                </a:lnTo>
                <a:lnTo>
                  <a:pt x="1891" y="823"/>
                </a:lnTo>
                <a:lnTo>
                  <a:pt x="1957" y="851"/>
                </a:lnTo>
                <a:lnTo>
                  <a:pt x="2018" y="889"/>
                </a:lnTo>
                <a:lnTo>
                  <a:pt x="2072" y="936"/>
                </a:lnTo>
                <a:lnTo>
                  <a:pt x="2118" y="991"/>
                </a:lnTo>
                <a:lnTo>
                  <a:pt x="2154" y="1053"/>
                </a:lnTo>
                <a:lnTo>
                  <a:pt x="2181" y="1119"/>
                </a:lnTo>
                <a:lnTo>
                  <a:pt x="2196" y="1189"/>
                </a:lnTo>
                <a:lnTo>
                  <a:pt x="2200" y="1261"/>
                </a:lnTo>
                <a:lnTo>
                  <a:pt x="2192" y="1332"/>
                </a:lnTo>
                <a:lnTo>
                  <a:pt x="2174" y="1402"/>
                </a:lnTo>
                <a:lnTo>
                  <a:pt x="2144" y="1467"/>
                </a:lnTo>
                <a:lnTo>
                  <a:pt x="2105" y="1527"/>
                </a:lnTo>
                <a:lnTo>
                  <a:pt x="2056" y="1580"/>
                </a:lnTo>
                <a:lnTo>
                  <a:pt x="2000" y="1624"/>
                </a:lnTo>
                <a:moveTo>
                  <a:pt x="800" y="1700"/>
                </a:moveTo>
                <a:lnTo>
                  <a:pt x="1200" y="1300"/>
                </a:lnTo>
                <a:lnTo>
                  <a:pt x="1600" y="17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68" name="Google Shape;1468;p59"/>
          <p:cNvSpPr txBox="1"/>
          <p:nvPr/>
        </p:nvSpPr>
        <p:spPr>
          <a:xfrm>
            <a:off x="2730143" y="2167128"/>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cloud-upload</a:t>
            </a:r>
            <a:endParaRPr sz="1100"/>
          </a:p>
        </p:txBody>
      </p:sp>
      <p:sp>
        <p:nvSpPr>
          <p:cNvPr id="1469" name="Google Shape;1469;p59"/>
          <p:cNvSpPr/>
          <p:nvPr/>
        </p:nvSpPr>
        <p:spPr>
          <a:xfrm>
            <a:off x="4383405" y="1755648"/>
            <a:ext cx="377202" cy="377190"/>
          </a:xfrm>
          <a:custGeom>
            <a:rect b="b" l="l" r="r" t="t"/>
            <a:pathLst>
              <a:path extrusionOk="0" fill="none" h="2400" w="2400">
                <a:moveTo>
                  <a:pt x="1200" y="1300"/>
                </a:moveTo>
                <a:lnTo>
                  <a:pt x="1200" y="2100"/>
                </a:lnTo>
                <a:lnTo>
                  <a:pt x="800" y="1700"/>
                </a:lnTo>
                <a:moveTo>
                  <a:pt x="1200" y="2100"/>
                </a:moveTo>
                <a:lnTo>
                  <a:pt x="1600" y="1700"/>
                </a:lnTo>
                <a:moveTo>
                  <a:pt x="439" y="1527"/>
                </a:moveTo>
                <a:lnTo>
                  <a:pt x="331" y="1407"/>
                </a:lnTo>
                <a:lnTo>
                  <a:pt x="253" y="1266"/>
                </a:lnTo>
                <a:lnTo>
                  <a:pt x="209" y="1110"/>
                </a:lnTo>
                <a:lnTo>
                  <a:pt x="202" y="948"/>
                </a:lnTo>
                <a:lnTo>
                  <a:pt x="233" y="790"/>
                </a:lnTo>
                <a:lnTo>
                  <a:pt x="299" y="642"/>
                </a:lnTo>
                <a:lnTo>
                  <a:pt x="397" y="514"/>
                </a:lnTo>
                <a:lnTo>
                  <a:pt x="522" y="411"/>
                </a:lnTo>
                <a:lnTo>
                  <a:pt x="667" y="340"/>
                </a:lnTo>
                <a:lnTo>
                  <a:pt x="825" y="304"/>
                </a:lnTo>
                <a:lnTo>
                  <a:pt x="986" y="305"/>
                </a:lnTo>
                <a:lnTo>
                  <a:pt x="1144" y="344"/>
                </a:lnTo>
                <a:lnTo>
                  <a:pt x="1288" y="417"/>
                </a:lnTo>
                <a:lnTo>
                  <a:pt x="1411" y="521"/>
                </a:lnTo>
                <a:lnTo>
                  <a:pt x="1507" y="651"/>
                </a:lnTo>
                <a:lnTo>
                  <a:pt x="1571" y="800"/>
                </a:lnTo>
                <a:lnTo>
                  <a:pt x="1750" y="800"/>
                </a:lnTo>
                <a:lnTo>
                  <a:pt x="1822" y="806"/>
                </a:lnTo>
                <a:lnTo>
                  <a:pt x="1892" y="823"/>
                </a:lnTo>
                <a:lnTo>
                  <a:pt x="1959" y="851"/>
                </a:lnTo>
                <a:lnTo>
                  <a:pt x="2020" y="890"/>
                </a:lnTo>
                <a:lnTo>
                  <a:pt x="2074" y="937"/>
                </a:lnTo>
                <a:lnTo>
                  <a:pt x="2120" y="993"/>
                </a:lnTo>
                <a:lnTo>
                  <a:pt x="2156" y="1056"/>
                </a:lnTo>
                <a:lnTo>
                  <a:pt x="2182" y="1123"/>
                </a:lnTo>
                <a:lnTo>
                  <a:pt x="2197" y="1194"/>
                </a:lnTo>
                <a:lnTo>
                  <a:pt x="2200" y="1266"/>
                </a:lnTo>
                <a:lnTo>
                  <a:pt x="2191" y="1338"/>
                </a:lnTo>
                <a:lnTo>
                  <a:pt x="2172" y="1407"/>
                </a:lnTo>
                <a:lnTo>
                  <a:pt x="2141" y="1472"/>
                </a:lnTo>
                <a:lnTo>
                  <a:pt x="2101" y="1532"/>
                </a:lnTo>
                <a:lnTo>
                  <a:pt x="2051" y="1585"/>
                </a:lnTo>
                <a:lnTo>
                  <a:pt x="1994" y="1628"/>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70" name="Google Shape;1470;p59"/>
          <p:cNvSpPr txBox="1"/>
          <p:nvPr/>
        </p:nvSpPr>
        <p:spPr>
          <a:xfrm>
            <a:off x="3958051" y="2167128"/>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cloud-download</a:t>
            </a:r>
            <a:endParaRPr sz="1100"/>
          </a:p>
        </p:txBody>
      </p:sp>
      <p:sp>
        <p:nvSpPr>
          <p:cNvPr id="1471" name="Google Shape;1471;p59"/>
          <p:cNvSpPr/>
          <p:nvPr/>
        </p:nvSpPr>
        <p:spPr>
          <a:xfrm>
            <a:off x="5611313" y="1755648"/>
            <a:ext cx="377202" cy="377190"/>
          </a:xfrm>
          <a:custGeom>
            <a:rect b="b" l="l" r="r" t="t"/>
            <a:pathLst>
              <a:path extrusionOk="0" fill="none" h="2400" w="2400">
                <a:moveTo>
                  <a:pt x="1200" y="2000"/>
                </a:moveTo>
                <a:lnTo>
                  <a:pt x="1201" y="2000"/>
                </a:lnTo>
                <a:moveTo>
                  <a:pt x="200" y="882"/>
                </a:moveTo>
                <a:lnTo>
                  <a:pt x="306" y="796"/>
                </a:lnTo>
                <a:lnTo>
                  <a:pt x="419" y="719"/>
                </a:lnTo>
                <a:lnTo>
                  <a:pt x="539" y="653"/>
                </a:lnTo>
                <a:lnTo>
                  <a:pt x="665" y="599"/>
                </a:lnTo>
                <a:lnTo>
                  <a:pt x="795" y="556"/>
                </a:lnTo>
                <a:lnTo>
                  <a:pt x="928" y="525"/>
                </a:lnTo>
                <a:lnTo>
                  <a:pt x="1063" y="506"/>
                </a:lnTo>
                <a:lnTo>
                  <a:pt x="1200" y="500"/>
                </a:lnTo>
                <a:lnTo>
                  <a:pt x="1337" y="506"/>
                </a:lnTo>
                <a:lnTo>
                  <a:pt x="1472" y="525"/>
                </a:lnTo>
                <a:lnTo>
                  <a:pt x="1605" y="556"/>
                </a:lnTo>
                <a:lnTo>
                  <a:pt x="1735" y="599"/>
                </a:lnTo>
                <a:lnTo>
                  <a:pt x="1861" y="653"/>
                </a:lnTo>
                <a:lnTo>
                  <a:pt x="1981" y="719"/>
                </a:lnTo>
                <a:lnTo>
                  <a:pt x="2094" y="796"/>
                </a:lnTo>
                <a:lnTo>
                  <a:pt x="2200" y="882"/>
                </a:lnTo>
                <a:moveTo>
                  <a:pt x="500" y="1286"/>
                </a:moveTo>
                <a:lnTo>
                  <a:pt x="572" y="1222"/>
                </a:lnTo>
                <a:lnTo>
                  <a:pt x="651" y="1164"/>
                </a:lnTo>
                <a:lnTo>
                  <a:pt x="734" y="1115"/>
                </a:lnTo>
                <a:lnTo>
                  <a:pt x="822" y="1074"/>
                </a:lnTo>
                <a:lnTo>
                  <a:pt x="913" y="1042"/>
                </a:lnTo>
                <a:lnTo>
                  <a:pt x="1007" y="1019"/>
                </a:lnTo>
                <a:lnTo>
                  <a:pt x="1103" y="1005"/>
                </a:lnTo>
                <a:lnTo>
                  <a:pt x="1200" y="1000"/>
                </a:lnTo>
                <a:lnTo>
                  <a:pt x="1297" y="1005"/>
                </a:lnTo>
                <a:lnTo>
                  <a:pt x="1393" y="1019"/>
                </a:lnTo>
                <a:lnTo>
                  <a:pt x="1487" y="1042"/>
                </a:lnTo>
                <a:lnTo>
                  <a:pt x="1578" y="1074"/>
                </a:lnTo>
                <a:lnTo>
                  <a:pt x="1666" y="1115"/>
                </a:lnTo>
                <a:lnTo>
                  <a:pt x="1749" y="1164"/>
                </a:lnTo>
                <a:lnTo>
                  <a:pt x="1828" y="1222"/>
                </a:lnTo>
                <a:lnTo>
                  <a:pt x="1900" y="1286"/>
                </a:lnTo>
                <a:moveTo>
                  <a:pt x="850" y="1643"/>
                </a:moveTo>
                <a:lnTo>
                  <a:pt x="886" y="1611"/>
                </a:lnTo>
                <a:lnTo>
                  <a:pt x="925" y="1582"/>
                </a:lnTo>
                <a:lnTo>
                  <a:pt x="967" y="1558"/>
                </a:lnTo>
                <a:lnTo>
                  <a:pt x="1011" y="1537"/>
                </a:lnTo>
                <a:lnTo>
                  <a:pt x="1057" y="1521"/>
                </a:lnTo>
                <a:lnTo>
                  <a:pt x="1104" y="1509"/>
                </a:lnTo>
                <a:lnTo>
                  <a:pt x="1152" y="1502"/>
                </a:lnTo>
                <a:lnTo>
                  <a:pt x="1200" y="1500"/>
                </a:lnTo>
                <a:lnTo>
                  <a:pt x="1248" y="1502"/>
                </a:lnTo>
                <a:lnTo>
                  <a:pt x="1296" y="1509"/>
                </a:lnTo>
                <a:lnTo>
                  <a:pt x="1343" y="1521"/>
                </a:lnTo>
                <a:lnTo>
                  <a:pt x="1389" y="1537"/>
                </a:lnTo>
                <a:lnTo>
                  <a:pt x="1433" y="1558"/>
                </a:lnTo>
                <a:lnTo>
                  <a:pt x="1475" y="1582"/>
                </a:lnTo>
                <a:lnTo>
                  <a:pt x="1514" y="1611"/>
                </a:lnTo>
                <a:lnTo>
                  <a:pt x="1550" y="1643"/>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72" name="Google Shape;1472;p59"/>
          <p:cNvSpPr txBox="1"/>
          <p:nvPr/>
        </p:nvSpPr>
        <p:spPr>
          <a:xfrm>
            <a:off x="5185959" y="2167128"/>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wifi</a:t>
            </a:r>
            <a:endParaRPr sz="1100"/>
          </a:p>
        </p:txBody>
      </p:sp>
      <p:sp>
        <p:nvSpPr>
          <p:cNvPr id="1473" name="Google Shape;1473;p59"/>
          <p:cNvSpPr/>
          <p:nvPr/>
        </p:nvSpPr>
        <p:spPr>
          <a:xfrm>
            <a:off x="6839221" y="1755648"/>
            <a:ext cx="377202" cy="377190"/>
          </a:xfrm>
          <a:custGeom>
            <a:rect b="b" l="l" r="r" t="t"/>
            <a:pathLst>
              <a:path extrusionOk="0" fill="none" h="2400" w="2400">
                <a:moveTo>
                  <a:pt x="400" y="300"/>
                </a:moveTo>
                <a:lnTo>
                  <a:pt x="2000" y="300"/>
                </a:lnTo>
                <a:cubicBezTo>
                  <a:pt x="2110" y="300"/>
                  <a:pt x="2200" y="390"/>
                  <a:pt x="2200" y="500"/>
                </a:cubicBezTo>
                <a:lnTo>
                  <a:pt x="2200" y="1500"/>
                </a:lnTo>
                <a:cubicBezTo>
                  <a:pt x="2200" y="1610"/>
                  <a:pt x="2110" y="1700"/>
                  <a:pt x="2000" y="1700"/>
                </a:cubicBezTo>
                <a:lnTo>
                  <a:pt x="400" y="1700"/>
                </a:lnTo>
                <a:cubicBezTo>
                  <a:pt x="290" y="1700"/>
                  <a:pt x="200" y="1610"/>
                  <a:pt x="200" y="1500"/>
                </a:cubicBezTo>
                <a:lnTo>
                  <a:pt x="200" y="500"/>
                </a:lnTo>
                <a:cubicBezTo>
                  <a:pt x="200" y="390"/>
                  <a:pt x="290" y="300"/>
                  <a:pt x="400" y="300"/>
                </a:cubicBezTo>
                <a:close/>
                <a:moveTo>
                  <a:pt x="800" y="2100"/>
                </a:moveTo>
                <a:lnTo>
                  <a:pt x="1600" y="2100"/>
                </a:lnTo>
                <a:moveTo>
                  <a:pt x="1200" y="1700"/>
                </a:moveTo>
                <a:lnTo>
                  <a:pt x="1200" y="21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74" name="Google Shape;1474;p59"/>
          <p:cNvSpPr txBox="1"/>
          <p:nvPr/>
        </p:nvSpPr>
        <p:spPr>
          <a:xfrm>
            <a:off x="6413867" y="2167128"/>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monitor</a:t>
            </a:r>
            <a:endParaRPr sz="1100"/>
          </a:p>
        </p:txBody>
      </p:sp>
      <p:sp>
        <p:nvSpPr>
          <p:cNvPr id="1475" name="Google Shape;1475;p59"/>
          <p:cNvSpPr/>
          <p:nvPr/>
        </p:nvSpPr>
        <p:spPr>
          <a:xfrm>
            <a:off x="8067129" y="1755648"/>
            <a:ext cx="377202" cy="377190"/>
          </a:xfrm>
          <a:custGeom>
            <a:rect b="b" l="l" r="r" t="t"/>
            <a:pathLst>
              <a:path extrusionOk="0" fill="none" h="2400" w="2400">
                <a:moveTo>
                  <a:pt x="700" y="200"/>
                </a:moveTo>
                <a:lnTo>
                  <a:pt x="1700" y="200"/>
                </a:lnTo>
                <a:cubicBezTo>
                  <a:pt x="1810" y="200"/>
                  <a:pt x="1900" y="290"/>
                  <a:pt x="1900" y="400"/>
                </a:cubicBezTo>
                <a:lnTo>
                  <a:pt x="1900" y="2000"/>
                </a:lnTo>
                <a:cubicBezTo>
                  <a:pt x="1900" y="2110"/>
                  <a:pt x="1810" y="2200"/>
                  <a:pt x="1700" y="2200"/>
                </a:cubicBezTo>
                <a:lnTo>
                  <a:pt x="700" y="2200"/>
                </a:lnTo>
                <a:cubicBezTo>
                  <a:pt x="590" y="2200"/>
                  <a:pt x="500" y="2110"/>
                  <a:pt x="500" y="2000"/>
                </a:cubicBezTo>
                <a:lnTo>
                  <a:pt x="500" y="400"/>
                </a:lnTo>
                <a:cubicBezTo>
                  <a:pt x="500" y="290"/>
                  <a:pt x="590" y="200"/>
                  <a:pt x="700" y="200"/>
                </a:cubicBezTo>
                <a:close/>
                <a:moveTo>
                  <a:pt x="1200" y="1800"/>
                </a:moveTo>
                <a:lnTo>
                  <a:pt x="1201" y="18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76" name="Google Shape;1476;p59"/>
          <p:cNvSpPr txBox="1"/>
          <p:nvPr/>
        </p:nvSpPr>
        <p:spPr>
          <a:xfrm>
            <a:off x="7641775" y="2167128"/>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smartphone</a:t>
            </a:r>
            <a:endParaRPr sz="1100"/>
          </a:p>
        </p:txBody>
      </p:sp>
      <p:sp>
        <p:nvSpPr>
          <p:cNvPr id="1477" name="Google Shape;1477;p59"/>
          <p:cNvSpPr/>
          <p:nvPr/>
        </p:nvSpPr>
        <p:spPr>
          <a:xfrm>
            <a:off x="699681" y="2551176"/>
            <a:ext cx="377202" cy="377190"/>
          </a:xfrm>
          <a:custGeom>
            <a:rect b="b" l="l" r="r" t="t"/>
            <a:pathLst>
              <a:path extrusionOk="0" fill="none" h="2400" w="2400">
                <a:moveTo>
                  <a:pt x="600" y="200"/>
                </a:moveTo>
                <a:lnTo>
                  <a:pt x="1800" y="200"/>
                </a:lnTo>
                <a:cubicBezTo>
                  <a:pt x="1910" y="200"/>
                  <a:pt x="2000" y="290"/>
                  <a:pt x="2000" y="400"/>
                </a:cubicBezTo>
                <a:lnTo>
                  <a:pt x="2000" y="2000"/>
                </a:lnTo>
                <a:cubicBezTo>
                  <a:pt x="2000" y="2110"/>
                  <a:pt x="1910" y="2200"/>
                  <a:pt x="1800" y="2200"/>
                </a:cubicBezTo>
                <a:lnTo>
                  <a:pt x="600" y="2200"/>
                </a:lnTo>
                <a:cubicBezTo>
                  <a:pt x="490" y="2200"/>
                  <a:pt x="400" y="2110"/>
                  <a:pt x="400" y="2000"/>
                </a:cubicBezTo>
                <a:lnTo>
                  <a:pt x="400" y="400"/>
                </a:lnTo>
                <a:cubicBezTo>
                  <a:pt x="400" y="290"/>
                  <a:pt x="490" y="200"/>
                  <a:pt x="600" y="200"/>
                </a:cubicBezTo>
                <a:close/>
                <a:moveTo>
                  <a:pt x="1200" y="1800"/>
                </a:moveTo>
                <a:lnTo>
                  <a:pt x="1201" y="18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78" name="Google Shape;1478;p59"/>
          <p:cNvSpPr txBox="1"/>
          <p:nvPr/>
        </p:nvSpPr>
        <p:spPr>
          <a:xfrm>
            <a:off x="274327" y="2962656"/>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tablet</a:t>
            </a:r>
            <a:endParaRPr sz="1100"/>
          </a:p>
        </p:txBody>
      </p:sp>
      <p:sp>
        <p:nvSpPr>
          <p:cNvPr id="1479" name="Google Shape;1479;p59"/>
          <p:cNvSpPr/>
          <p:nvPr/>
        </p:nvSpPr>
        <p:spPr>
          <a:xfrm>
            <a:off x="1927589" y="2551176"/>
            <a:ext cx="377202" cy="377190"/>
          </a:xfrm>
          <a:custGeom>
            <a:rect b="b" l="l" r="r" t="t"/>
            <a:pathLst>
              <a:path extrusionOk="0" fill="none" h="2400" w="2400">
                <a:moveTo>
                  <a:pt x="1800" y="500"/>
                </a:moveTo>
                <a:lnTo>
                  <a:pt x="1820" y="501"/>
                </a:lnTo>
                <a:lnTo>
                  <a:pt x="1839" y="504"/>
                </a:lnTo>
                <a:lnTo>
                  <a:pt x="1858" y="509"/>
                </a:lnTo>
                <a:lnTo>
                  <a:pt x="1877" y="515"/>
                </a:lnTo>
                <a:lnTo>
                  <a:pt x="1894" y="524"/>
                </a:lnTo>
                <a:lnTo>
                  <a:pt x="1911" y="534"/>
                </a:lnTo>
                <a:lnTo>
                  <a:pt x="1927" y="545"/>
                </a:lnTo>
                <a:lnTo>
                  <a:pt x="1941" y="559"/>
                </a:lnTo>
                <a:lnTo>
                  <a:pt x="1955" y="573"/>
                </a:lnTo>
                <a:lnTo>
                  <a:pt x="1966" y="589"/>
                </a:lnTo>
                <a:lnTo>
                  <a:pt x="1976" y="606"/>
                </a:lnTo>
                <a:lnTo>
                  <a:pt x="1985" y="623"/>
                </a:lnTo>
                <a:lnTo>
                  <a:pt x="1991" y="642"/>
                </a:lnTo>
                <a:lnTo>
                  <a:pt x="1996" y="661"/>
                </a:lnTo>
                <a:lnTo>
                  <a:pt x="1999" y="680"/>
                </a:lnTo>
                <a:lnTo>
                  <a:pt x="2000" y="700"/>
                </a:lnTo>
                <a:lnTo>
                  <a:pt x="2000" y="1553"/>
                </a:lnTo>
                <a:lnTo>
                  <a:pt x="2000" y="1558"/>
                </a:lnTo>
                <a:lnTo>
                  <a:pt x="2000" y="1564"/>
                </a:lnTo>
                <a:lnTo>
                  <a:pt x="2001" y="1570"/>
                </a:lnTo>
                <a:lnTo>
                  <a:pt x="2001" y="1576"/>
                </a:lnTo>
                <a:lnTo>
                  <a:pt x="2002" y="1582"/>
                </a:lnTo>
                <a:lnTo>
                  <a:pt x="2003" y="1587"/>
                </a:lnTo>
                <a:lnTo>
                  <a:pt x="2004" y="1593"/>
                </a:lnTo>
                <a:lnTo>
                  <a:pt x="2005" y="1599"/>
                </a:lnTo>
                <a:lnTo>
                  <a:pt x="2007" y="1604"/>
                </a:lnTo>
                <a:lnTo>
                  <a:pt x="2008" y="1610"/>
                </a:lnTo>
                <a:lnTo>
                  <a:pt x="2010" y="1615"/>
                </a:lnTo>
                <a:lnTo>
                  <a:pt x="2012" y="1621"/>
                </a:lnTo>
                <a:lnTo>
                  <a:pt x="2014" y="1626"/>
                </a:lnTo>
                <a:lnTo>
                  <a:pt x="2016" y="1632"/>
                </a:lnTo>
                <a:lnTo>
                  <a:pt x="2019" y="1637"/>
                </a:lnTo>
                <a:lnTo>
                  <a:pt x="2021" y="1642"/>
                </a:lnTo>
                <a:lnTo>
                  <a:pt x="2128" y="1855"/>
                </a:lnTo>
                <a:lnTo>
                  <a:pt x="2133" y="1867"/>
                </a:lnTo>
                <a:lnTo>
                  <a:pt x="2136" y="1879"/>
                </a:lnTo>
                <a:lnTo>
                  <a:pt x="2138" y="1892"/>
                </a:lnTo>
                <a:lnTo>
                  <a:pt x="2139" y="1904"/>
                </a:lnTo>
                <a:lnTo>
                  <a:pt x="2137" y="1917"/>
                </a:lnTo>
                <a:lnTo>
                  <a:pt x="2134" y="1930"/>
                </a:lnTo>
                <a:lnTo>
                  <a:pt x="2130" y="1941"/>
                </a:lnTo>
                <a:lnTo>
                  <a:pt x="2124" y="1953"/>
                </a:lnTo>
                <a:lnTo>
                  <a:pt x="2116" y="1963"/>
                </a:lnTo>
                <a:lnTo>
                  <a:pt x="2108" y="1973"/>
                </a:lnTo>
                <a:lnTo>
                  <a:pt x="2098" y="1981"/>
                </a:lnTo>
                <a:lnTo>
                  <a:pt x="2087" y="1988"/>
                </a:lnTo>
                <a:lnTo>
                  <a:pt x="2075" y="1993"/>
                </a:lnTo>
                <a:lnTo>
                  <a:pt x="2063" y="1997"/>
                </a:lnTo>
                <a:lnTo>
                  <a:pt x="2051" y="1999"/>
                </a:lnTo>
                <a:lnTo>
                  <a:pt x="2038" y="2000"/>
                </a:lnTo>
                <a:lnTo>
                  <a:pt x="362" y="2000"/>
                </a:lnTo>
                <a:lnTo>
                  <a:pt x="349" y="1999"/>
                </a:lnTo>
                <a:lnTo>
                  <a:pt x="337" y="1997"/>
                </a:lnTo>
                <a:lnTo>
                  <a:pt x="325" y="1993"/>
                </a:lnTo>
                <a:lnTo>
                  <a:pt x="313" y="1988"/>
                </a:lnTo>
                <a:lnTo>
                  <a:pt x="302" y="1981"/>
                </a:lnTo>
                <a:lnTo>
                  <a:pt x="292" y="1973"/>
                </a:lnTo>
                <a:lnTo>
                  <a:pt x="284" y="1963"/>
                </a:lnTo>
                <a:lnTo>
                  <a:pt x="276" y="1953"/>
                </a:lnTo>
                <a:lnTo>
                  <a:pt x="270" y="1941"/>
                </a:lnTo>
                <a:lnTo>
                  <a:pt x="266" y="1930"/>
                </a:lnTo>
                <a:lnTo>
                  <a:pt x="263" y="1917"/>
                </a:lnTo>
                <a:lnTo>
                  <a:pt x="261" y="1904"/>
                </a:lnTo>
                <a:lnTo>
                  <a:pt x="262" y="1892"/>
                </a:lnTo>
                <a:lnTo>
                  <a:pt x="264" y="1879"/>
                </a:lnTo>
                <a:lnTo>
                  <a:pt x="267" y="1867"/>
                </a:lnTo>
                <a:lnTo>
                  <a:pt x="272" y="1855"/>
                </a:lnTo>
                <a:lnTo>
                  <a:pt x="379" y="1642"/>
                </a:lnTo>
                <a:lnTo>
                  <a:pt x="381" y="1637"/>
                </a:lnTo>
                <a:lnTo>
                  <a:pt x="384" y="1632"/>
                </a:lnTo>
                <a:lnTo>
                  <a:pt x="386" y="1626"/>
                </a:lnTo>
                <a:lnTo>
                  <a:pt x="388" y="1621"/>
                </a:lnTo>
                <a:lnTo>
                  <a:pt x="390" y="1615"/>
                </a:lnTo>
                <a:lnTo>
                  <a:pt x="392" y="1610"/>
                </a:lnTo>
                <a:lnTo>
                  <a:pt x="393" y="1604"/>
                </a:lnTo>
                <a:lnTo>
                  <a:pt x="395" y="1599"/>
                </a:lnTo>
                <a:lnTo>
                  <a:pt x="396" y="1593"/>
                </a:lnTo>
                <a:lnTo>
                  <a:pt x="397" y="1587"/>
                </a:lnTo>
                <a:lnTo>
                  <a:pt x="398" y="1582"/>
                </a:lnTo>
                <a:lnTo>
                  <a:pt x="399" y="1576"/>
                </a:lnTo>
                <a:lnTo>
                  <a:pt x="399" y="1570"/>
                </a:lnTo>
                <a:lnTo>
                  <a:pt x="400" y="1564"/>
                </a:lnTo>
                <a:lnTo>
                  <a:pt x="400" y="1558"/>
                </a:lnTo>
                <a:lnTo>
                  <a:pt x="400" y="1553"/>
                </a:lnTo>
                <a:lnTo>
                  <a:pt x="400" y="700"/>
                </a:lnTo>
                <a:lnTo>
                  <a:pt x="401" y="680"/>
                </a:lnTo>
                <a:lnTo>
                  <a:pt x="404" y="661"/>
                </a:lnTo>
                <a:lnTo>
                  <a:pt x="409" y="642"/>
                </a:lnTo>
                <a:lnTo>
                  <a:pt x="415" y="623"/>
                </a:lnTo>
                <a:lnTo>
                  <a:pt x="424" y="606"/>
                </a:lnTo>
                <a:lnTo>
                  <a:pt x="434" y="589"/>
                </a:lnTo>
                <a:lnTo>
                  <a:pt x="445" y="573"/>
                </a:lnTo>
                <a:lnTo>
                  <a:pt x="459" y="559"/>
                </a:lnTo>
                <a:lnTo>
                  <a:pt x="473" y="545"/>
                </a:lnTo>
                <a:lnTo>
                  <a:pt x="489" y="534"/>
                </a:lnTo>
                <a:lnTo>
                  <a:pt x="506" y="524"/>
                </a:lnTo>
                <a:lnTo>
                  <a:pt x="523" y="515"/>
                </a:lnTo>
                <a:lnTo>
                  <a:pt x="542" y="509"/>
                </a:lnTo>
                <a:lnTo>
                  <a:pt x="561" y="504"/>
                </a:lnTo>
                <a:lnTo>
                  <a:pt x="580" y="501"/>
                </a:lnTo>
                <a:lnTo>
                  <a:pt x="600" y="500"/>
                </a:lnTo>
                <a:lnTo>
                  <a:pt x="1800" y="500"/>
                </a:lnTo>
                <a:moveTo>
                  <a:pt x="2005" y="1599"/>
                </a:moveTo>
                <a:lnTo>
                  <a:pt x="395" y="1599"/>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80" name="Google Shape;1480;p59"/>
          <p:cNvSpPr txBox="1"/>
          <p:nvPr/>
        </p:nvSpPr>
        <p:spPr>
          <a:xfrm>
            <a:off x="1502235" y="2962656"/>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laptop</a:t>
            </a:r>
            <a:endParaRPr sz="1100"/>
          </a:p>
        </p:txBody>
      </p:sp>
      <p:sp>
        <p:nvSpPr>
          <p:cNvPr id="1481" name="Google Shape;1481;p59"/>
          <p:cNvSpPr/>
          <p:nvPr/>
        </p:nvSpPr>
        <p:spPr>
          <a:xfrm>
            <a:off x="3155497" y="2551176"/>
            <a:ext cx="377202" cy="377190"/>
          </a:xfrm>
          <a:custGeom>
            <a:rect b="b" l="l" r="r" t="t"/>
            <a:pathLst>
              <a:path extrusionOk="0" fill="none" h="2400" w="2400">
                <a:moveTo>
                  <a:pt x="1600" y="1800"/>
                </a:moveTo>
                <a:lnTo>
                  <a:pt x="2200" y="1200"/>
                </a:lnTo>
                <a:lnTo>
                  <a:pt x="1600" y="600"/>
                </a:lnTo>
                <a:moveTo>
                  <a:pt x="800" y="600"/>
                </a:moveTo>
                <a:lnTo>
                  <a:pt x="200" y="1200"/>
                </a:lnTo>
                <a:lnTo>
                  <a:pt x="800" y="18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82" name="Google Shape;1482;p59"/>
          <p:cNvSpPr txBox="1"/>
          <p:nvPr/>
        </p:nvSpPr>
        <p:spPr>
          <a:xfrm>
            <a:off x="2730143" y="2962656"/>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code</a:t>
            </a:r>
            <a:endParaRPr sz="1100"/>
          </a:p>
        </p:txBody>
      </p:sp>
      <p:sp>
        <p:nvSpPr>
          <p:cNvPr id="1483" name="Google Shape;1483;p59"/>
          <p:cNvSpPr/>
          <p:nvPr/>
        </p:nvSpPr>
        <p:spPr>
          <a:xfrm>
            <a:off x="4383405" y="2551176"/>
            <a:ext cx="377202" cy="377190"/>
          </a:xfrm>
          <a:custGeom>
            <a:rect b="b" l="l" r="r" t="t"/>
            <a:pathLst>
              <a:path extrusionOk="0" fill="none" h="2400" w="2400">
                <a:moveTo>
                  <a:pt x="1800" y="1600"/>
                </a:moveTo>
                <a:lnTo>
                  <a:pt x="2200" y="1200"/>
                </a:lnTo>
                <a:lnTo>
                  <a:pt x="1800" y="800"/>
                </a:lnTo>
                <a:moveTo>
                  <a:pt x="600" y="800"/>
                </a:moveTo>
                <a:lnTo>
                  <a:pt x="200" y="1200"/>
                </a:lnTo>
                <a:lnTo>
                  <a:pt x="600" y="1600"/>
                </a:lnTo>
                <a:moveTo>
                  <a:pt x="1450" y="400"/>
                </a:moveTo>
                <a:lnTo>
                  <a:pt x="950" y="20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84" name="Google Shape;1484;p59"/>
          <p:cNvSpPr txBox="1"/>
          <p:nvPr/>
        </p:nvSpPr>
        <p:spPr>
          <a:xfrm>
            <a:off x="3958051" y="2962656"/>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code-2</a:t>
            </a:r>
            <a:endParaRPr sz="1100"/>
          </a:p>
        </p:txBody>
      </p:sp>
      <p:sp>
        <p:nvSpPr>
          <p:cNvPr id="1485" name="Google Shape;1485;p59"/>
          <p:cNvSpPr/>
          <p:nvPr/>
        </p:nvSpPr>
        <p:spPr>
          <a:xfrm>
            <a:off x="5611313" y="2551176"/>
            <a:ext cx="377202" cy="377190"/>
          </a:xfrm>
          <a:custGeom>
            <a:rect b="b" l="l" r="r" t="t"/>
            <a:pathLst>
              <a:path extrusionOk="0" fill="none" h="2400" w="2400">
                <a:moveTo>
                  <a:pt x="1200" y="1900"/>
                </a:moveTo>
                <a:lnTo>
                  <a:pt x="2000" y="1900"/>
                </a:lnTo>
                <a:moveTo>
                  <a:pt x="400" y="1700"/>
                </a:moveTo>
                <a:lnTo>
                  <a:pt x="1000" y="1100"/>
                </a:lnTo>
                <a:lnTo>
                  <a:pt x="400" y="5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86" name="Google Shape;1486;p59"/>
          <p:cNvSpPr txBox="1"/>
          <p:nvPr/>
        </p:nvSpPr>
        <p:spPr>
          <a:xfrm>
            <a:off x="5185959" y="2962656"/>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terminal</a:t>
            </a:r>
            <a:endParaRPr sz="1100"/>
          </a:p>
        </p:txBody>
      </p:sp>
      <p:sp>
        <p:nvSpPr>
          <p:cNvPr id="1487" name="Google Shape;1487;p59"/>
          <p:cNvSpPr/>
          <p:nvPr/>
        </p:nvSpPr>
        <p:spPr>
          <a:xfrm>
            <a:off x="6839221" y="2551176"/>
            <a:ext cx="377202" cy="377190"/>
          </a:xfrm>
          <a:custGeom>
            <a:rect b="b" l="l" r="r" t="t"/>
            <a:pathLst>
              <a:path extrusionOk="0" fill="none" h="2400" w="2400">
                <a:moveTo>
                  <a:pt x="1200" y="2000"/>
                </a:moveTo>
                <a:lnTo>
                  <a:pt x="1200" y="1100"/>
                </a:lnTo>
                <a:moveTo>
                  <a:pt x="1400" y="700"/>
                </a:moveTo>
                <a:lnTo>
                  <a:pt x="1439" y="702"/>
                </a:lnTo>
                <a:lnTo>
                  <a:pt x="1478" y="708"/>
                </a:lnTo>
                <a:lnTo>
                  <a:pt x="1516" y="717"/>
                </a:lnTo>
                <a:lnTo>
                  <a:pt x="1553" y="730"/>
                </a:lnTo>
                <a:lnTo>
                  <a:pt x="1589" y="747"/>
                </a:lnTo>
                <a:lnTo>
                  <a:pt x="1622" y="767"/>
                </a:lnTo>
                <a:lnTo>
                  <a:pt x="1654" y="791"/>
                </a:lnTo>
                <a:lnTo>
                  <a:pt x="1683" y="817"/>
                </a:lnTo>
                <a:lnTo>
                  <a:pt x="1709" y="846"/>
                </a:lnTo>
                <a:lnTo>
                  <a:pt x="1733" y="878"/>
                </a:lnTo>
                <a:lnTo>
                  <a:pt x="1753" y="911"/>
                </a:lnTo>
                <a:lnTo>
                  <a:pt x="1770" y="947"/>
                </a:lnTo>
                <a:lnTo>
                  <a:pt x="1783" y="984"/>
                </a:lnTo>
                <a:lnTo>
                  <a:pt x="1792" y="1022"/>
                </a:lnTo>
                <a:lnTo>
                  <a:pt x="1798" y="1061"/>
                </a:lnTo>
                <a:lnTo>
                  <a:pt x="1800" y="1100"/>
                </a:lnTo>
                <a:lnTo>
                  <a:pt x="1800" y="1400"/>
                </a:lnTo>
                <a:lnTo>
                  <a:pt x="1788" y="1517"/>
                </a:lnTo>
                <a:lnTo>
                  <a:pt x="1754" y="1630"/>
                </a:lnTo>
                <a:lnTo>
                  <a:pt x="1699" y="1733"/>
                </a:lnTo>
                <a:lnTo>
                  <a:pt x="1624" y="1824"/>
                </a:lnTo>
                <a:lnTo>
                  <a:pt x="1533" y="1899"/>
                </a:lnTo>
                <a:lnTo>
                  <a:pt x="1430" y="1954"/>
                </a:lnTo>
                <a:lnTo>
                  <a:pt x="1317" y="1988"/>
                </a:lnTo>
                <a:lnTo>
                  <a:pt x="1200" y="2000"/>
                </a:lnTo>
                <a:lnTo>
                  <a:pt x="1083" y="1988"/>
                </a:lnTo>
                <a:lnTo>
                  <a:pt x="970" y="1954"/>
                </a:lnTo>
                <a:lnTo>
                  <a:pt x="867" y="1899"/>
                </a:lnTo>
                <a:lnTo>
                  <a:pt x="776" y="1824"/>
                </a:lnTo>
                <a:lnTo>
                  <a:pt x="701" y="1733"/>
                </a:lnTo>
                <a:lnTo>
                  <a:pt x="646" y="1630"/>
                </a:lnTo>
                <a:lnTo>
                  <a:pt x="612" y="1517"/>
                </a:lnTo>
                <a:lnTo>
                  <a:pt x="600" y="1400"/>
                </a:lnTo>
                <a:lnTo>
                  <a:pt x="600" y="1100"/>
                </a:lnTo>
                <a:lnTo>
                  <a:pt x="602" y="1061"/>
                </a:lnTo>
                <a:lnTo>
                  <a:pt x="608" y="1022"/>
                </a:lnTo>
                <a:lnTo>
                  <a:pt x="617" y="984"/>
                </a:lnTo>
                <a:lnTo>
                  <a:pt x="630" y="947"/>
                </a:lnTo>
                <a:lnTo>
                  <a:pt x="647" y="911"/>
                </a:lnTo>
                <a:lnTo>
                  <a:pt x="667" y="878"/>
                </a:lnTo>
                <a:lnTo>
                  <a:pt x="691" y="846"/>
                </a:lnTo>
                <a:lnTo>
                  <a:pt x="717" y="817"/>
                </a:lnTo>
                <a:lnTo>
                  <a:pt x="746" y="791"/>
                </a:lnTo>
                <a:lnTo>
                  <a:pt x="778" y="767"/>
                </a:lnTo>
                <a:lnTo>
                  <a:pt x="811" y="747"/>
                </a:lnTo>
                <a:lnTo>
                  <a:pt x="847" y="730"/>
                </a:lnTo>
                <a:lnTo>
                  <a:pt x="884" y="717"/>
                </a:lnTo>
                <a:lnTo>
                  <a:pt x="922" y="708"/>
                </a:lnTo>
                <a:lnTo>
                  <a:pt x="961" y="702"/>
                </a:lnTo>
                <a:lnTo>
                  <a:pt x="1000" y="700"/>
                </a:lnTo>
                <a:lnTo>
                  <a:pt x="1400" y="700"/>
                </a:lnTo>
                <a:moveTo>
                  <a:pt x="1412" y="388"/>
                </a:moveTo>
                <a:lnTo>
                  <a:pt x="1600" y="200"/>
                </a:lnTo>
                <a:moveTo>
                  <a:pt x="2100" y="2100"/>
                </a:moveTo>
                <a:lnTo>
                  <a:pt x="2098" y="2062"/>
                </a:lnTo>
                <a:lnTo>
                  <a:pt x="2093" y="2024"/>
                </a:lnTo>
                <a:lnTo>
                  <a:pt x="2084" y="1987"/>
                </a:lnTo>
                <a:lnTo>
                  <a:pt x="2071" y="1951"/>
                </a:lnTo>
                <a:lnTo>
                  <a:pt x="2056" y="1917"/>
                </a:lnTo>
                <a:lnTo>
                  <a:pt x="2037" y="1884"/>
                </a:lnTo>
                <a:lnTo>
                  <a:pt x="2015" y="1852"/>
                </a:lnTo>
                <a:lnTo>
                  <a:pt x="1990" y="1824"/>
                </a:lnTo>
                <a:lnTo>
                  <a:pt x="1962" y="1797"/>
                </a:lnTo>
                <a:lnTo>
                  <a:pt x="1932" y="1774"/>
                </a:lnTo>
                <a:lnTo>
                  <a:pt x="1900" y="1753"/>
                </a:lnTo>
                <a:lnTo>
                  <a:pt x="1866" y="1736"/>
                </a:lnTo>
                <a:lnTo>
                  <a:pt x="1831" y="1722"/>
                </a:lnTo>
                <a:lnTo>
                  <a:pt x="1794" y="1711"/>
                </a:lnTo>
                <a:lnTo>
                  <a:pt x="1757" y="1704"/>
                </a:lnTo>
                <a:lnTo>
                  <a:pt x="1719" y="1700"/>
                </a:lnTo>
                <a:moveTo>
                  <a:pt x="2100" y="500"/>
                </a:moveTo>
                <a:lnTo>
                  <a:pt x="2098" y="536"/>
                </a:lnTo>
                <a:lnTo>
                  <a:pt x="2093" y="572"/>
                </a:lnTo>
                <a:lnTo>
                  <a:pt x="2085" y="608"/>
                </a:lnTo>
                <a:lnTo>
                  <a:pt x="2074" y="642"/>
                </a:lnTo>
                <a:lnTo>
                  <a:pt x="2059" y="676"/>
                </a:lnTo>
                <a:lnTo>
                  <a:pt x="2042" y="708"/>
                </a:lnTo>
                <a:lnTo>
                  <a:pt x="2021" y="738"/>
                </a:lnTo>
                <a:lnTo>
                  <a:pt x="1998" y="766"/>
                </a:lnTo>
                <a:lnTo>
                  <a:pt x="1973" y="792"/>
                </a:lnTo>
                <a:lnTo>
                  <a:pt x="1945" y="816"/>
                </a:lnTo>
                <a:lnTo>
                  <a:pt x="1915" y="837"/>
                </a:lnTo>
                <a:lnTo>
                  <a:pt x="1884" y="855"/>
                </a:lnTo>
                <a:lnTo>
                  <a:pt x="1851" y="870"/>
                </a:lnTo>
                <a:lnTo>
                  <a:pt x="1816" y="882"/>
                </a:lnTo>
                <a:lnTo>
                  <a:pt x="1781" y="891"/>
                </a:lnTo>
                <a:lnTo>
                  <a:pt x="1745" y="897"/>
                </a:lnTo>
                <a:moveTo>
                  <a:pt x="2200" y="1300"/>
                </a:moveTo>
                <a:lnTo>
                  <a:pt x="1800" y="1300"/>
                </a:lnTo>
                <a:moveTo>
                  <a:pt x="300" y="2100"/>
                </a:moveTo>
                <a:lnTo>
                  <a:pt x="302" y="2062"/>
                </a:lnTo>
                <a:lnTo>
                  <a:pt x="307" y="2024"/>
                </a:lnTo>
                <a:lnTo>
                  <a:pt x="316" y="1987"/>
                </a:lnTo>
                <a:lnTo>
                  <a:pt x="329" y="1951"/>
                </a:lnTo>
                <a:lnTo>
                  <a:pt x="344" y="1917"/>
                </a:lnTo>
                <a:lnTo>
                  <a:pt x="363" y="1884"/>
                </a:lnTo>
                <a:lnTo>
                  <a:pt x="385" y="1852"/>
                </a:lnTo>
                <a:lnTo>
                  <a:pt x="410" y="1824"/>
                </a:lnTo>
                <a:lnTo>
                  <a:pt x="438" y="1797"/>
                </a:lnTo>
                <a:lnTo>
                  <a:pt x="468" y="1774"/>
                </a:lnTo>
                <a:lnTo>
                  <a:pt x="500" y="1753"/>
                </a:lnTo>
                <a:lnTo>
                  <a:pt x="534" y="1736"/>
                </a:lnTo>
                <a:lnTo>
                  <a:pt x="569" y="1722"/>
                </a:lnTo>
                <a:lnTo>
                  <a:pt x="606" y="1711"/>
                </a:lnTo>
                <a:lnTo>
                  <a:pt x="643" y="1704"/>
                </a:lnTo>
                <a:lnTo>
                  <a:pt x="681" y="1700"/>
                </a:lnTo>
                <a:moveTo>
                  <a:pt x="300" y="500"/>
                </a:moveTo>
                <a:lnTo>
                  <a:pt x="302" y="536"/>
                </a:lnTo>
                <a:lnTo>
                  <a:pt x="307" y="572"/>
                </a:lnTo>
                <a:lnTo>
                  <a:pt x="315" y="608"/>
                </a:lnTo>
                <a:lnTo>
                  <a:pt x="326" y="642"/>
                </a:lnTo>
                <a:lnTo>
                  <a:pt x="341" y="676"/>
                </a:lnTo>
                <a:lnTo>
                  <a:pt x="358" y="708"/>
                </a:lnTo>
                <a:lnTo>
                  <a:pt x="379" y="738"/>
                </a:lnTo>
                <a:lnTo>
                  <a:pt x="402" y="766"/>
                </a:lnTo>
                <a:lnTo>
                  <a:pt x="427" y="792"/>
                </a:lnTo>
                <a:lnTo>
                  <a:pt x="455" y="816"/>
                </a:lnTo>
                <a:lnTo>
                  <a:pt x="485" y="837"/>
                </a:lnTo>
                <a:lnTo>
                  <a:pt x="516" y="855"/>
                </a:lnTo>
                <a:lnTo>
                  <a:pt x="549" y="870"/>
                </a:lnTo>
                <a:lnTo>
                  <a:pt x="584" y="882"/>
                </a:lnTo>
                <a:lnTo>
                  <a:pt x="619" y="891"/>
                </a:lnTo>
                <a:lnTo>
                  <a:pt x="655" y="897"/>
                </a:lnTo>
                <a:moveTo>
                  <a:pt x="600" y="1300"/>
                </a:moveTo>
                <a:lnTo>
                  <a:pt x="200" y="1300"/>
                </a:lnTo>
                <a:moveTo>
                  <a:pt x="800" y="200"/>
                </a:moveTo>
                <a:lnTo>
                  <a:pt x="988" y="388"/>
                </a:lnTo>
                <a:moveTo>
                  <a:pt x="900" y="713"/>
                </a:moveTo>
                <a:lnTo>
                  <a:pt x="900" y="600"/>
                </a:lnTo>
                <a:lnTo>
                  <a:pt x="906" y="541"/>
                </a:lnTo>
                <a:lnTo>
                  <a:pt x="923" y="485"/>
                </a:lnTo>
                <a:lnTo>
                  <a:pt x="951" y="433"/>
                </a:lnTo>
                <a:lnTo>
                  <a:pt x="988" y="388"/>
                </a:lnTo>
                <a:lnTo>
                  <a:pt x="1033" y="351"/>
                </a:lnTo>
                <a:lnTo>
                  <a:pt x="1085" y="323"/>
                </a:lnTo>
                <a:lnTo>
                  <a:pt x="1141" y="306"/>
                </a:lnTo>
                <a:lnTo>
                  <a:pt x="1200" y="300"/>
                </a:lnTo>
                <a:lnTo>
                  <a:pt x="1259" y="306"/>
                </a:lnTo>
                <a:lnTo>
                  <a:pt x="1315" y="323"/>
                </a:lnTo>
                <a:lnTo>
                  <a:pt x="1367" y="351"/>
                </a:lnTo>
                <a:lnTo>
                  <a:pt x="1412" y="388"/>
                </a:lnTo>
                <a:lnTo>
                  <a:pt x="1449" y="433"/>
                </a:lnTo>
                <a:lnTo>
                  <a:pt x="1477" y="485"/>
                </a:lnTo>
                <a:lnTo>
                  <a:pt x="1494" y="541"/>
                </a:lnTo>
                <a:lnTo>
                  <a:pt x="1500" y="600"/>
                </a:lnTo>
                <a:lnTo>
                  <a:pt x="1500" y="713"/>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88" name="Google Shape;1488;p59"/>
          <p:cNvSpPr txBox="1"/>
          <p:nvPr/>
        </p:nvSpPr>
        <p:spPr>
          <a:xfrm>
            <a:off x="6413867" y="2962656"/>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bug</a:t>
            </a:r>
            <a:endParaRPr sz="1100"/>
          </a:p>
        </p:txBody>
      </p:sp>
      <p:sp>
        <p:nvSpPr>
          <p:cNvPr id="1489" name="Google Shape;1489;p59"/>
          <p:cNvSpPr/>
          <p:nvPr/>
        </p:nvSpPr>
        <p:spPr>
          <a:xfrm>
            <a:off x="8067129" y="2551176"/>
            <a:ext cx="377202" cy="377190"/>
          </a:xfrm>
          <a:custGeom>
            <a:rect b="b" l="l" r="r" t="t"/>
            <a:pathLst>
              <a:path extrusionOk="0" fill="none" h="2400" w="2400">
                <a:moveTo>
                  <a:pt x="967" y="414"/>
                </a:moveTo>
                <a:lnTo>
                  <a:pt x="975" y="371"/>
                </a:lnTo>
                <a:lnTo>
                  <a:pt x="991" y="331"/>
                </a:lnTo>
                <a:lnTo>
                  <a:pt x="1014" y="294"/>
                </a:lnTo>
                <a:lnTo>
                  <a:pt x="1043" y="263"/>
                </a:lnTo>
                <a:lnTo>
                  <a:pt x="1077" y="237"/>
                </a:lnTo>
                <a:lnTo>
                  <a:pt x="1116" y="217"/>
                </a:lnTo>
                <a:lnTo>
                  <a:pt x="1157" y="206"/>
                </a:lnTo>
                <a:lnTo>
                  <a:pt x="1200" y="202"/>
                </a:lnTo>
                <a:lnTo>
                  <a:pt x="1243" y="206"/>
                </a:lnTo>
                <a:lnTo>
                  <a:pt x="1284" y="217"/>
                </a:lnTo>
                <a:lnTo>
                  <a:pt x="1323" y="237"/>
                </a:lnTo>
                <a:lnTo>
                  <a:pt x="1357" y="263"/>
                </a:lnTo>
                <a:lnTo>
                  <a:pt x="1387" y="294"/>
                </a:lnTo>
                <a:lnTo>
                  <a:pt x="1409" y="331"/>
                </a:lnTo>
                <a:lnTo>
                  <a:pt x="1425" y="371"/>
                </a:lnTo>
                <a:lnTo>
                  <a:pt x="1433" y="414"/>
                </a:lnTo>
                <a:lnTo>
                  <a:pt x="1437" y="441"/>
                </a:lnTo>
                <a:lnTo>
                  <a:pt x="1445" y="468"/>
                </a:lnTo>
                <a:lnTo>
                  <a:pt x="1455" y="494"/>
                </a:lnTo>
                <a:lnTo>
                  <a:pt x="1469" y="519"/>
                </a:lnTo>
                <a:lnTo>
                  <a:pt x="1485" y="542"/>
                </a:lnTo>
                <a:lnTo>
                  <a:pt x="1504" y="562"/>
                </a:lnTo>
                <a:lnTo>
                  <a:pt x="1526" y="580"/>
                </a:lnTo>
                <a:lnTo>
                  <a:pt x="1549" y="596"/>
                </a:lnTo>
                <a:lnTo>
                  <a:pt x="1574" y="608"/>
                </a:lnTo>
                <a:lnTo>
                  <a:pt x="1601" y="618"/>
                </a:lnTo>
                <a:lnTo>
                  <a:pt x="1628" y="624"/>
                </a:lnTo>
                <a:lnTo>
                  <a:pt x="1656" y="627"/>
                </a:lnTo>
                <a:lnTo>
                  <a:pt x="1684" y="626"/>
                </a:lnTo>
                <a:lnTo>
                  <a:pt x="1712" y="622"/>
                </a:lnTo>
                <a:lnTo>
                  <a:pt x="1739" y="615"/>
                </a:lnTo>
                <a:lnTo>
                  <a:pt x="1765" y="605"/>
                </a:lnTo>
                <a:lnTo>
                  <a:pt x="1806" y="591"/>
                </a:lnTo>
                <a:lnTo>
                  <a:pt x="1848" y="585"/>
                </a:lnTo>
                <a:lnTo>
                  <a:pt x="1891" y="586"/>
                </a:lnTo>
                <a:lnTo>
                  <a:pt x="1933" y="595"/>
                </a:lnTo>
                <a:lnTo>
                  <a:pt x="1973" y="612"/>
                </a:lnTo>
                <a:lnTo>
                  <a:pt x="2009" y="636"/>
                </a:lnTo>
                <a:lnTo>
                  <a:pt x="2039" y="666"/>
                </a:lnTo>
                <a:lnTo>
                  <a:pt x="2064" y="701"/>
                </a:lnTo>
                <a:lnTo>
                  <a:pt x="2082" y="740"/>
                </a:lnTo>
                <a:lnTo>
                  <a:pt x="2093" y="782"/>
                </a:lnTo>
                <a:lnTo>
                  <a:pt x="2096" y="825"/>
                </a:lnTo>
                <a:lnTo>
                  <a:pt x="2090" y="868"/>
                </a:lnTo>
                <a:lnTo>
                  <a:pt x="2077" y="909"/>
                </a:lnTo>
                <a:lnTo>
                  <a:pt x="2057" y="947"/>
                </a:lnTo>
                <a:lnTo>
                  <a:pt x="2030" y="980"/>
                </a:lnTo>
                <a:lnTo>
                  <a:pt x="1998" y="1008"/>
                </a:lnTo>
                <a:lnTo>
                  <a:pt x="1976" y="1026"/>
                </a:lnTo>
                <a:lnTo>
                  <a:pt x="1956" y="1046"/>
                </a:lnTo>
                <a:lnTo>
                  <a:pt x="1939" y="1068"/>
                </a:lnTo>
                <a:lnTo>
                  <a:pt x="1925" y="1092"/>
                </a:lnTo>
                <a:lnTo>
                  <a:pt x="1913" y="1118"/>
                </a:lnTo>
                <a:lnTo>
                  <a:pt x="1905" y="1144"/>
                </a:lnTo>
                <a:lnTo>
                  <a:pt x="1900" y="1172"/>
                </a:lnTo>
                <a:lnTo>
                  <a:pt x="1898" y="1200"/>
                </a:lnTo>
                <a:lnTo>
                  <a:pt x="1900" y="1228"/>
                </a:lnTo>
                <a:lnTo>
                  <a:pt x="1905" y="1256"/>
                </a:lnTo>
                <a:lnTo>
                  <a:pt x="1913" y="1282"/>
                </a:lnTo>
                <a:lnTo>
                  <a:pt x="1925" y="1308"/>
                </a:lnTo>
                <a:lnTo>
                  <a:pt x="1939" y="1332"/>
                </a:lnTo>
                <a:lnTo>
                  <a:pt x="1956" y="1354"/>
                </a:lnTo>
                <a:lnTo>
                  <a:pt x="1976" y="1374"/>
                </a:lnTo>
                <a:lnTo>
                  <a:pt x="1998" y="1392"/>
                </a:lnTo>
                <a:lnTo>
                  <a:pt x="2030" y="1420"/>
                </a:lnTo>
                <a:lnTo>
                  <a:pt x="2057" y="1453"/>
                </a:lnTo>
                <a:lnTo>
                  <a:pt x="2077" y="1491"/>
                </a:lnTo>
                <a:lnTo>
                  <a:pt x="2090" y="1532"/>
                </a:lnTo>
                <a:lnTo>
                  <a:pt x="2096" y="1575"/>
                </a:lnTo>
                <a:lnTo>
                  <a:pt x="2093" y="1618"/>
                </a:lnTo>
                <a:lnTo>
                  <a:pt x="2082" y="1660"/>
                </a:lnTo>
                <a:lnTo>
                  <a:pt x="2064" y="1699"/>
                </a:lnTo>
                <a:lnTo>
                  <a:pt x="2039" y="1734"/>
                </a:lnTo>
                <a:lnTo>
                  <a:pt x="2009" y="1764"/>
                </a:lnTo>
                <a:lnTo>
                  <a:pt x="1973" y="1788"/>
                </a:lnTo>
                <a:lnTo>
                  <a:pt x="1933" y="1805"/>
                </a:lnTo>
                <a:lnTo>
                  <a:pt x="1891" y="1814"/>
                </a:lnTo>
                <a:lnTo>
                  <a:pt x="1848" y="1815"/>
                </a:lnTo>
                <a:lnTo>
                  <a:pt x="1806" y="1809"/>
                </a:lnTo>
                <a:lnTo>
                  <a:pt x="1765" y="1795"/>
                </a:lnTo>
                <a:lnTo>
                  <a:pt x="1739" y="1785"/>
                </a:lnTo>
                <a:lnTo>
                  <a:pt x="1712" y="1777"/>
                </a:lnTo>
                <a:lnTo>
                  <a:pt x="1684" y="1774"/>
                </a:lnTo>
                <a:lnTo>
                  <a:pt x="1656" y="1773"/>
                </a:lnTo>
                <a:lnTo>
                  <a:pt x="1628" y="1776"/>
                </a:lnTo>
                <a:lnTo>
                  <a:pt x="1601" y="1782"/>
                </a:lnTo>
                <a:lnTo>
                  <a:pt x="1574" y="1792"/>
                </a:lnTo>
                <a:lnTo>
                  <a:pt x="1549" y="1804"/>
                </a:lnTo>
                <a:lnTo>
                  <a:pt x="1526" y="1820"/>
                </a:lnTo>
                <a:lnTo>
                  <a:pt x="1504" y="1838"/>
                </a:lnTo>
                <a:lnTo>
                  <a:pt x="1485" y="1858"/>
                </a:lnTo>
                <a:lnTo>
                  <a:pt x="1469" y="1881"/>
                </a:lnTo>
                <a:lnTo>
                  <a:pt x="1455" y="1906"/>
                </a:lnTo>
                <a:lnTo>
                  <a:pt x="1445" y="1932"/>
                </a:lnTo>
                <a:lnTo>
                  <a:pt x="1437" y="1959"/>
                </a:lnTo>
                <a:lnTo>
                  <a:pt x="1433" y="1986"/>
                </a:lnTo>
                <a:lnTo>
                  <a:pt x="1425" y="2029"/>
                </a:lnTo>
                <a:lnTo>
                  <a:pt x="1409" y="2069"/>
                </a:lnTo>
                <a:lnTo>
                  <a:pt x="1387" y="2105"/>
                </a:lnTo>
                <a:lnTo>
                  <a:pt x="1357" y="2137"/>
                </a:lnTo>
                <a:lnTo>
                  <a:pt x="1323" y="2163"/>
                </a:lnTo>
                <a:lnTo>
                  <a:pt x="1284" y="2182"/>
                </a:lnTo>
                <a:lnTo>
                  <a:pt x="1243" y="2194"/>
                </a:lnTo>
                <a:lnTo>
                  <a:pt x="1200" y="2198"/>
                </a:lnTo>
                <a:lnTo>
                  <a:pt x="1157" y="2194"/>
                </a:lnTo>
                <a:lnTo>
                  <a:pt x="1116" y="2182"/>
                </a:lnTo>
                <a:lnTo>
                  <a:pt x="1077" y="2163"/>
                </a:lnTo>
                <a:lnTo>
                  <a:pt x="1043" y="2137"/>
                </a:lnTo>
                <a:lnTo>
                  <a:pt x="1014" y="2105"/>
                </a:lnTo>
                <a:lnTo>
                  <a:pt x="991" y="2069"/>
                </a:lnTo>
                <a:lnTo>
                  <a:pt x="975" y="2029"/>
                </a:lnTo>
                <a:lnTo>
                  <a:pt x="967" y="1986"/>
                </a:lnTo>
                <a:lnTo>
                  <a:pt x="963" y="1959"/>
                </a:lnTo>
                <a:lnTo>
                  <a:pt x="956" y="1932"/>
                </a:lnTo>
                <a:lnTo>
                  <a:pt x="945" y="1906"/>
                </a:lnTo>
                <a:lnTo>
                  <a:pt x="931" y="1881"/>
                </a:lnTo>
                <a:lnTo>
                  <a:pt x="915" y="1858"/>
                </a:lnTo>
                <a:lnTo>
                  <a:pt x="896" y="1838"/>
                </a:lnTo>
                <a:lnTo>
                  <a:pt x="874" y="1820"/>
                </a:lnTo>
                <a:lnTo>
                  <a:pt x="851" y="1804"/>
                </a:lnTo>
                <a:lnTo>
                  <a:pt x="826" y="1792"/>
                </a:lnTo>
                <a:lnTo>
                  <a:pt x="799" y="1782"/>
                </a:lnTo>
                <a:lnTo>
                  <a:pt x="772" y="1776"/>
                </a:lnTo>
                <a:lnTo>
                  <a:pt x="744" y="1773"/>
                </a:lnTo>
                <a:lnTo>
                  <a:pt x="716" y="1774"/>
                </a:lnTo>
                <a:lnTo>
                  <a:pt x="688" y="1777"/>
                </a:lnTo>
                <a:lnTo>
                  <a:pt x="661" y="1784"/>
                </a:lnTo>
                <a:lnTo>
                  <a:pt x="635" y="1795"/>
                </a:lnTo>
                <a:lnTo>
                  <a:pt x="594" y="1809"/>
                </a:lnTo>
                <a:lnTo>
                  <a:pt x="552" y="1815"/>
                </a:lnTo>
                <a:lnTo>
                  <a:pt x="509" y="1814"/>
                </a:lnTo>
                <a:lnTo>
                  <a:pt x="467" y="1805"/>
                </a:lnTo>
                <a:lnTo>
                  <a:pt x="427" y="1788"/>
                </a:lnTo>
                <a:lnTo>
                  <a:pt x="391" y="1764"/>
                </a:lnTo>
                <a:lnTo>
                  <a:pt x="361" y="1734"/>
                </a:lnTo>
                <a:lnTo>
                  <a:pt x="336" y="1699"/>
                </a:lnTo>
                <a:lnTo>
                  <a:pt x="318" y="1660"/>
                </a:lnTo>
                <a:lnTo>
                  <a:pt x="307" y="1618"/>
                </a:lnTo>
                <a:lnTo>
                  <a:pt x="304" y="1575"/>
                </a:lnTo>
                <a:lnTo>
                  <a:pt x="310" y="1532"/>
                </a:lnTo>
                <a:lnTo>
                  <a:pt x="323" y="1491"/>
                </a:lnTo>
                <a:lnTo>
                  <a:pt x="343" y="1453"/>
                </a:lnTo>
                <a:lnTo>
                  <a:pt x="370" y="1420"/>
                </a:lnTo>
                <a:lnTo>
                  <a:pt x="402" y="1392"/>
                </a:lnTo>
                <a:lnTo>
                  <a:pt x="424" y="1374"/>
                </a:lnTo>
                <a:lnTo>
                  <a:pt x="444" y="1354"/>
                </a:lnTo>
                <a:lnTo>
                  <a:pt x="461" y="1332"/>
                </a:lnTo>
                <a:lnTo>
                  <a:pt x="475" y="1308"/>
                </a:lnTo>
                <a:lnTo>
                  <a:pt x="487" y="1282"/>
                </a:lnTo>
                <a:lnTo>
                  <a:pt x="495" y="1256"/>
                </a:lnTo>
                <a:lnTo>
                  <a:pt x="500" y="1228"/>
                </a:lnTo>
                <a:lnTo>
                  <a:pt x="502" y="1200"/>
                </a:lnTo>
                <a:lnTo>
                  <a:pt x="500" y="1172"/>
                </a:lnTo>
                <a:lnTo>
                  <a:pt x="495" y="1144"/>
                </a:lnTo>
                <a:lnTo>
                  <a:pt x="487" y="1118"/>
                </a:lnTo>
                <a:lnTo>
                  <a:pt x="475" y="1092"/>
                </a:lnTo>
                <a:lnTo>
                  <a:pt x="461" y="1068"/>
                </a:lnTo>
                <a:lnTo>
                  <a:pt x="444" y="1046"/>
                </a:lnTo>
                <a:lnTo>
                  <a:pt x="424" y="1026"/>
                </a:lnTo>
                <a:lnTo>
                  <a:pt x="402" y="1008"/>
                </a:lnTo>
                <a:lnTo>
                  <a:pt x="370" y="980"/>
                </a:lnTo>
                <a:lnTo>
                  <a:pt x="343" y="947"/>
                </a:lnTo>
                <a:lnTo>
                  <a:pt x="323" y="909"/>
                </a:lnTo>
                <a:lnTo>
                  <a:pt x="310" y="868"/>
                </a:lnTo>
                <a:lnTo>
                  <a:pt x="305" y="825"/>
                </a:lnTo>
                <a:lnTo>
                  <a:pt x="307" y="782"/>
                </a:lnTo>
                <a:lnTo>
                  <a:pt x="318" y="740"/>
                </a:lnTo>
                <a:lnTo>
                  <a:pt x="336" y="701"/>
                </a:lnTo>
                <a:lnTo>
                  <a:pt x="361" y="666"/>
                </a:lnTo>
                <a:lnTo>
                  <a:pt x="392" y="636"/>
                </a:lnTo>
                <a:lnTo>
                  <a:pt x="427" y="612"/>
                </a:lnTo>
                <a:lnTo>
                  <a:pt x="467" y="596"/>
                </a:lnTo>
                <a:lnTo>
                  <a:pt x="509" y="586"/>
                </a:lnTo>
                <a:lnTo>
                  <a:pt x="552" y="585"/>
                </a:lnTo>
                <a:lnTo>
                  <a:pt x="594" y="591"/>
                </a:lnTo>
                <a:lnTo>
                  <a:pt x="635" y="605"/>
                </a:lnTo>
                <a:lnTo>
                  <a:pt x="661" y="615"/>
                </a:lnTo>
                <a:lnTo>
                  <a:pt x="688" y="622"/>
                </a:lnTo>
                <a:lnTo>
                  <a:pt x="716" y="626"/>
                </a:lnTo>
                <a:lnTo>
                  <a:pt x="744" y="627"/>
                </a:lnTo>
                <a:lnTo>
                  <a:pt x="772" y="624"/>
                </a:lnTo>
                <a:lnTo>
                  <a:pt x="799" y="618"/>
                </a:lnTo>
                <a:lnTo>
                  <a:pt x="826" y="608"/>
                </a:lnTo>
                <a:lnTo>
                  <a:pt x="851" y="596"/>
                </a:lnTo>
                <a:lnTo>
                  <a:pt x="874" y="580"/>
                </a:lnTo>
                <a:lnTo>
                  <a:pt x="896" y="562"/>
                </a:lnTo>
                <a:lnTo>
                  <a:pt x="915" y="542"/>
                </a:lnTo>
                <a:lnTo>
                  <a:pt x="931" y="519"/>
                </a:lnTo>
                <a:lnTo>
                  <a:pt x="945" y="494"/>
                </a:lnTo>
                <a:lnTo>
                  <a:pt x="955" y="468"/>
                </a:lnTo>
                <a:lnTo>
                  <a:pt x="963" y="441"/>
                </a:lnTo>
                <a:lnTo>
                  <a:pt x="967" y="414"/>
                </a:lnTo>
                <a:moveTo>
                  <a:pt x="1500" y="1200"/>
                </a:moveTo>
                <a:cubicBezTo>
                  <a:pt x="1500" y="1366"/>
                  <a:pt x="1366" y="1500"/>
                  <a:pt x="1200" y="1500"/>
                </a:cubicBezTo>
                <a:cubicBezTo>
                  <a:pt x="1034" y="1500"/>
                  <a:pt x="900" y="1366"/>
                  <a:pt x="900" y="1200"/>
                </a:cubicBezTo>
                <a:cubicBezTo>
                  <a:pt x="900" y="1034"/>
                  <a:pt x="1034" y="900"/>
                  <a:pt x="1200" y="900"/>
                </a:cubicBezTo>
                <a:cubicBezTo>
                  <a:pt x="1366" y="900"/>
                  <a:pt x="1500" y="1034"/>
                  <a:pt x="1500" y="1200"/>
                </a:cubicBezTo>
                <a:close/>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90" name="Google Shape;1490;p59"/>
          <p:cNvSpPr txBox="1"/>
          <p:nvPr/>
        </p:nvSpPr>
        <p:spPr>
          <a:xfrm>
            <a:off x="7641775" y="2962656"/>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settings</a:t>
            </a:r>
            <a:endParaRPr sz="1100"/>
          </a:p>
        </p:txBody>
      </p:sp>
      <p:sp>
        <p:nvSpPr>
          <p:cNvPr id="1491" name="Google Shape;1491;p59"/>
          <p:cNvSpPr/>
          <p:nvPr/>
        </p:nvSpPr>
        <p:spPr>
          <a:xfrm>
            <a:off x="699681" y="3346704"/>
            <a:ext cx="377202" cy="377190"/>
          </a:xfrm>
          <a:custGeom>
            <a:rect b="b" l="l" r="r" t="t"/>
            <a:pathLst>
              <a:path extrusionOk="0" fill="none" h="2400" w="2400">
                <a:moveTo>
                  <a:pt x="1400" y="1700"/>
                </a:moveTo>
                <a:lnTo>
                  <a:pt x="500" y="1700"/>
                </a:lnTo>
                <a:moveTo>
                  <a:pt x="1900" y="700"/>
                </a:moveTo>
                <a:lnTo>
                  <a:pt x="1000" y="700"/>
                </a:lnTo>
                <a:moveTo>
                  <a:pt x="2000" y="1700"/>
                </a:moveTo>
                <a:cubicBezTo>
                  <a:pt x="2000" y="1866"/>
                  <a:pt x="1866" y="2000"/>
                  <a:pt x="1700" y="2000"/>
                </a:cubicBezTo>
                <a:cubicBezTo>
                  <a:pt x="1534" y="2000"/>
                  <a:pt x="1400" y="1866"/>
                  <a:pt x="1400" y="1700"/>
                </a:cubicBezTo>
                <a:cubicBezTo>
                  <a:pt x="1400" y="1534"/>
                  <a:pt x="1534" y="1400"/>
                  <a:pt x="1700" y="1400"/>
                </a:cubicBezTo>
                <a:cubicBezTo>
                  <a:pt x="1866" y="1400"/>
                  <a:pt x="2000" y="1534"/>
                  <a:pt x="2000" y="1700"/>
                </a:cubicBezTo>
                <a:close/>
                <a:moveTo>
                  <a:pt x="1000" y="700"/>
                </a:moveTo>
                <a:cubicBezTo>
                  <a:pt x="1000" y="866"/>
                  <a:pt x="866" y="1000"/>
                  <a:pt x="700" y="1000"/>
                </a:cubicBezTo>
                <a:cubicBezTo>
                  <a:pt x="534" y="1000"/>
                  <a:pt x="400" y="866"/>
                  <a:pt x="400" y="700"/>
                </a:cubicBezTo>
                <a:cubicBezTo>
                  <a:pt x="400" y="534"/>
                  <a:pt x="534" y="400"/>
                  <a:pt x="700" y="400"/>
                </a:cubicBezTo>
                <a:cubicBezTo>
                  <a:pt x="866" y="400"/>
                  <a:pt x="1000" y="534"/>
                  <a:pt x="1000" y="700"/>
                </a:cubicBezTo>
                <a:close/>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92" name="Google Shape;1492;p59"/>
          <p:cNvSpPr txBox="1"/>
          <p:nvPr/>
        </p:nvSpPr>
        <p:spPr>
          <a:xfrm>
            <a:off x="274327" y="3758184"/>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settings-2</a:t>
            </a:r>
            <a:endParaRPr sz="1100"/>
          </a:p>
        </p:txBody>
      </p:sp>
      <p:sp>
        <p:nvSpPr>
          <p:cNvPr id="1493" name="Google Shape;1493;p59"/>
          <p:cNvSpPr/>
          <p:nvPr/>
        </p:nvSpPr>
        <p:spPr>
          <a:xfrm>
            <a:off x="1927589" y="3346704"/>
            <a:ext cx="377202" cy="377190"/>
          </a:xfrm>
          <a:custGeom>
            <a:rect b="b" l="l" r="r" t="t"/>
            <a:pathLst>
              <a:path extrusionOk="0" fill="none" h="2400" w="2400">
                <a:moveTo>
                  <a:pt x="1000" y="800"/>
                </a:moveTo>
                <a:lnTo>
                  <a:pt x="1400" y="800"/>
                </a:lnTo>
                <a:moveTo>
                  <a:pt x="1200" y="2100"/>
                </a:moveTo>
                <a:lnTo>
                  <a:pt x="1200" y="1200"/>
                </a:lnTo>
                <a:moveTo>
                  <a:pt x="1200" y="800"/>
                </a:moveTo>
                <a:lnTo>
                  <a:pt x="1200" y="300"/>
                </a:lnTo>
                <a:moveTo>
                  <a:pt x="1700" y="1600"/>
                </a:moveTo>
                <a:lnTo>
                  <a:pt x="2100" y="1600"/>
                </a:lnTo>
                <a:moveTo>
                  <a:pt x="1900" y="1200"/>
                </a:moveTo>
                <a:lnTo>
                  <a:pt x="1900" y="300"/>
                </a:lnTo>
                <a:moveTo>
                  <a:pt x="1900" y="2100"/>
                </a:moveTo>
                <a:lnTo>
                  <a:pt x="1900" y="1600"/>
                </a:lnTo>
                <a:moveTo>
                  <a:pt x="300" y="1400"/>
                </a:moveTo>
                <a:lnTo>
                  <a:pt x="700" y="1400"/>
                </a:lnTo>
                <a:moveTo>
                  <a:pt x="500" y="1000"/>
                </a:moveTo>
                <a:lnTo>
                  <a:pt x="500" y="300"/>
                </a:lnTo>
                <a:moveTo>
                  <a:pt x="500" y="2100"/>
                </a:moveTo>
                <a:lnTo>
                  <a:pt x="500" y="14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94" name="Google Shape;1494;p59"/>
          <p:cNvSpPr txBox="1"/>
          <p:nvPr/>
        </p:nvSpPr>
        <p:spPr>
          <a:xfrm>
            <a:off x="1502235" y="3758184"/>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sliders</a:t>
            </a:r>
            <a:endParaRPr sz="1100"/>
          </a:p>
        </p:txBody>
      </p:sp>
      <p:sp>
        <p:nvSpPr>
          <p:cNvPr id="1495" name="Google Shape;1495;p59"/>
          <p:cNvSpPr/>
          <p:nvPr/>
        </p:nvSpPr>
        <p:spPr>
          <a:xfrm>
            <a:off x="3155497" y="3346704"/>
            <a:ext cx="377202" cy="377190"/>
          </a:xfrm>
          <a:custGeom>
            <a:rect b="b" l="l" r="r" t="t"/>
            <a:pathLst>
              <a:path extrusionOk="0" fill="none" h="2400" w="2400">
                <a:moveTo>
                  <a:pt x="1000" y="500"/>
                </a:moveTo>
                <a:lnTo>
                  <a:pt x="300" y="500"/>
                </a:lnTo>
                <a:moveTo>
                  <a:pt x="1200" y="1900"/>
                </a:moveTo>
                <a:lnTo>
                  <a:pt x="300" y="1900"/>
                </a:lnTo>
                <a:moveTo>
                  <a:pt x="1400" y="300"/>
                </a:moveTo>
                <a:lnTo>
                  <a:pt x="1400" y="700"/>
                </a:lnTo>
                <a:moveTo>
                  <a:pt x="1600" y="1700"/>
                </a:moveTo>
                <a:lnTo>
                  <a:pt x="1600" y="2100"/>
                </a:lnTo>
                <a:moveTo>
                  <a:pt x="2100" y="1200"/>
                </a:moveTo>
                <a:lnTo>
                  <a:pt x="1200" y="1200"/>
                </a:lnTo>
                <a:moveTo>
                  <a:pt x="2100" y="1900"/>
                </a:moveTo>
                <a:lnTo>
                  <a:pt x="1600" y="1900"/>
                </a:lnTo>
                <a:moveTo>
                  <a:pt x="2100" y="500"/>
                </a:moveTo>
                <a:lnTo>
                  <a:pt x="1400" y="500"/>
                </a:lnTo>
                <a:moveTo>
                  <a:pt x="800" y="1000"/>
                </a:moveTo>
                <a:lnTo>
                  <a:pt x="800" y="1400"/>
                </a:lnTo>
                <a:moveTo>
                  <a:pt x="800" y="1200"/>
                </a:moveTo>
                <a:lnTo>
                  <a:pt x="300" y="12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96" name="Google Shape;1496;p59"/>
          <p:cNvSpPr txBox="1"/>
          <p:nvPr/>
        </p:nvSpPr>
        <p:spPr>
          <a:xfrm>
            <a:off x="2730143" y="3758184"/>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sliders-horizontal</a:t>
            </a:r>
            <a:endParaRPr sz="1100"/>
          </a:p>
        </p:txBody>
      </p:sp>
      <p:sp>
        <p:nvSpPr>
          <p:cNvPr id="1497" name="Google Shape;1497;p59"/>
          <p:cNvSpPr/>
          <p:nvPr/>
        </p:nvSpPr>
        <p:spPr>
          <a:xfrm>
            <a:off x="4383405" y="3346704"/>
            <a:ext cx="377202" cy="377190"/>
          </a:xfrm>
          <a:custGeom>
            <a:rect b="b" l="l" r="r" t="t"/>
            <a:pathLst>
              <a:path extrusionOk="0" fill="none" h="2400" w="2400">
                <a:moveTo>
                  <a:pt x="1470" y="630"/>
                </a:moveTo>
                <a:lnTo>
                  <a:pt x="1464" y="637"/>
                </a:lnTo>
                <a:lnTo>
                  <a:pt x="1458" y="645"/>
                </a:lnTo>
                <a:lnTo>
                  <a:pt x="1453" y="653"/>
                </a:lnTo>
                <a:lnTo>
                  <a:pt x="1449" y="662"/>
                </a:lnTo>
                <a:lnTo>
                  <a:pt x="1446" y="671"/>
                </a:lnTo>
                <a:lnTo>
                  <a:pt x="1443" y="681"/>
                </a:lnTo>
                <a:lnTo>
                  <a:pt x="1442" y="690"/>
                </a:lnTo>
                <a:lnTo>
                  <a:pt x="1441" y="700"/>
                </a:lnTo>
                <a:lnTo>
                  <a:pt x="1442" y="710"/>
                </a:lnTo>
                <a:lnTo>
                  <a:pt x="1443" y="719"/>
                </a:lnTo>
                <a:lnTo>
                  <a:pt x="1446" y="729"/>
                </a:lnTo>
                <a:lnTo>
                  <a:pt x="1449" y="738"/>
                </a:lnTo>
                <a:lnTo>
                  <a:pt x="1453" y="747"/>
                </a:lnTo>
                <a:lnTo>
                  <a:pt x="1458" y="755"/>
                </a:lnTo>
                <a:lnTo>
                  <a:pt x="1464" y="763"/>
                </a:lnTo>
                <a:lnTo>
                  <a:pt x="1470" y="770"/>
                </a:lnTo>
                <a:lnTo>
                  <a:pt x="1630" y="930"/>
                </a:lnTo>
                <a:lnTo>
                  <a:pt x="1637" y="936"/>
                </a:lnTo>
                <a:lnTo>
                  <a:pt x="1645" y="942"/>
                </a:lnTo>
                <a:lnTo>
                  <a:pt x="1653" y="947"/>
                </a:lnTo>
                <a:lnTo>
                  <a:pt x="1662" y="951"/>
                </a:lnTo>
                <a:lnTo>
                  <a:pt x="1671" y="954"/>
                </a:lnTo>
                <a:lnTo>
                  <a:pt x="1681" y="957"/>
                </a:lnTo>
                <a:lnTo>
                  <a:pt x="1690" y="958"/>
                </a:lnTo>
                <a:lnTo>
                  <a:pt x="1700" y="959"/>
                </a:lnTo>
                <a:lnTo>
                  <a:pt x="1710" y="958"/>
                </a:lnTo>
                <a:lnTo>
                  <a:pt x="1719" y="957"/>
                </a:lnTo>
                <a:lnTo>
                  <a:pt x="1729" y="954"/>
                </a:lnTo>
                <a:lnTo>
                  <a:pt x="1738" y="951"/>
                </a:lnTo>
                <a:lnTo>
                  <a:pt x="1747" y="947"/>
                </a:lnTo>
                <a:lnTo>
                  <a:pt x="1755" y="942"/>
                </a:lnTo>
                <a:lnTo>
                  <a:pt x="1763" y="936"/>
                </a:lnTo>
                <a:lnTo>
                  <a:pt x="1770" y="930"/>
                </a:lnTo>
                <a:lnTo>
                  <a:pt x="2081" y="619"/>
                </a:lnTo>
                <a:cubicBezTo>
                  <a:pt x="2113" y="587"/>
                  <a:pt x="2167" y="597"/>
                  <a:pt x="2179" y="641"/>
                </a:cubicBezTo>
                <a:lnTo>
                  <a:pt x="2196" y="724"/>
                </a:lnTo>
                <a:lnTo>
                  <a:pt x="2200" y="809"/>
                </a:lnTo>
                <a:lnTo>
                  <a:pt x="2193" y="894"/>
                </a:lnTo>
                <a:lnTo>
                  <a:pt x="2174" y="976"/>
                </a:lnTo>
                <a:lnTo>
                  <a:pt x="2143" y="1055"/>
                </a:lnTo>
                <a:lnTo>
                  <a:pt x="2102" y="1130"/>
                </a:lnTo>
                <a:lnTo>
                  <a:pt x="2051" y="1197"/>
                </a:lnTo>
                <a:lnTo>
                  <a:pt x="1990" y="1257"/>
                </a:lnTo>
                <a:lnTo>
                  <a:pt x="1922" y="1307"/>
                </a:lnTo>
                <a:lnTo>
                  <a:pt x="1847" y="1347"/>
                </a:lnTo>
                <a:lnTo>
                  <a:pt x="1768" y="1377"/>
                </a:lnTo>
                <a:lnTo>
                  <a:pt x="1685" y="1394"/>
                </a:lnTo>
                <a:lnTo>
                  <a:pt x="1600" y="1400"/>
                </a:lnTo>
                <a:lnTo>
                  <a:pt x="1515" y="1394"/>
                </a:lnTo>
                <a:lnTo>
                  <a:pt x="1433" y="1376"/>
                </a:lnTo>
                <a:lnTo>
                  <a:pt x="1353" y="1347"/>
                </a:lnTo>
                <a:lnTo>
                  <a:pt x="562" y="2138"/>
                </a:lnTo>
                <a:lnTo>
                  <a:pt x="530" y="2164"/>
                </a:lnTo>
                <a:lnTo>
                  <a:pt x="493" y="2184"/>
                </a:lnTo>
                <a:lnTo>
                  <a:pt x="453" y="2196"/>
                </a:lnTo>
                <a:lnTo>
                  <a:pt x="412" y="2200"/>
                </a:lnTo>
                <a:lnTo>
                  <a:pt x="371" y="2196"/>
                </a:lnTo>
                <a:lnTo>
                  <a:pt x="331" y="2184"/>
                </a:lnTo>
                <a:lnTo>
                  <a:pt x="294" y="2164"/>
                </a:lnTo>
                <a:lnTo>
                  <a:pt x="262" y="2138"/>
                </a:lnTo>
                <a:lnTo>
                  <a:pt x="236" y="2106"/>
                </a:lnTo>
                <a:lnTo>
                  <a:pt x="216" y="2069"/>
                </a:lnTo>
                <a:lnTo>
                  <a:pt x="204" y="2029"/>
                </a:lnTo>
                <a:lnTo>
                  <a:pt x="200" y="1988"/>
                </a:lnTo>
                <a:lnTo>
                  <a:pt x="204" y="1947"/>
                </a:lnTo>
                <a:lnTo>
                  <a:pt x="216" y="1907"/>
                </a:lnTo>
                <a:lnTo>
                  <a:pt x="236" y="1870"/>
                </a:lnTo>
                <a:lnTo>
                  <a:pt x="262" y="1838"/>
                </a:lnTo>
                <a:lnTo>
                  <a:pt x="1053" y="1047"/>
                </a:lnTo>
                <a:lnTo>
                  <a:pt x="1024" y="967"/>
                </a:lnTo>
                <a:lnTo>
                  <a:pt x="1006" y="885"/>
                </a:lnTo>
                <a:lnTo>
                  <a:pt x="1000" y="800"/>
                </a:lnTo>
                <a:lnTo>
                  <a:pt x="1006" y="715"/>
                </a:lnTo>
                <a:lnTo>
                  <a:pt x="1024" y="632"/>
                </a:lnTo>
                <a:lnTo>
                  <a:pt x="1053" y="553"/>
                </a:lnTo>
                <a:lnTo>
                  <a:pt x="1093" y="478"/>
                </a:lnTo>
                <a:lnTo>
                  <a:pt x="1144" y="410"/>
                </a:lnTo>
                <a:lnTo>
                  <a:pt x="1203" y="349"/>
                </a:lnTo>
                <a:lnTo>
                  <a:pt x="1271" y="298"/>
                </a:lnTo>
                <a:lnTo>
                  <a:pt x="1345" y="257"/>
                </a:lnTo>
                <a:lnTo>
                  <a:pt x="1424" y="226"/>
                </a:lnTo>
                <a:lnTo>
                  <a:pt x="1506" y="207"/>
                </a:lnTo>
                <a:lnTo>
                  <a:pt x="1591" y="200"/>
                </a:lnTo>
                <a:lnTo>
                  <a:pt x="1676" y="204"/>
                </a:lnTo>
                <a:lnTo>
                  <a:pt x="1759" y="221"/>
                </a:lnTo>
                <a:cubicBezTo>
                  <a:pt x="1803" y="233"/>
                  <a:pt x="1813" y="287"/>
                  <a:pt x="1781" y="319"/>
                </a:cubicBezTo>
                <a:lnTo>
                  <a:pt x="1470" y="63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98" name="Google Shape;1498;p59"/>
          <p:cNvSpPr txBox="1"/>
          <p:nvPr/>
        </p:nvSpPr>
        <p:spPr>
          <a:xfrm>
            <a:off x="3958051" y="3758184"/>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wrench</a:t>
            </a:r>
            <a:endParaRPr sz="1100"/>
          </a:p>
        </p:txBody>
      </p:sp>
      <p:sp>
        <p:nvSpPr>
          <p:cNvPr id="1499" name="Google Shape;1499;p59"/>
          <p:cNvSpPr/>
          <p:nvPr/>
        </p:nvSpPr>
        <p:spPr>
          <a:xfrm>
            <a:off x="5611313" y="3346704"/>
            <a:ext cx="377202" cy="377190"/>
          </a:xfrm>
          <a:custGeom>
            <a:rect b="b" l="l" r="r" t="t"/>
            <a:pathLst>
              <a:path extrusionOk="0" fill="none" h="2400" w="2400">
                <a:moveTo>
                  <a:pt x="1550" y="750"/>
                </a:moveTo>
                <a:lnTo>
                  <a:pt x="1780" y="980"/>
                </a:lnTo>
                <a:lnTo>
                  <a:pt x="1787" y="986"/>
                </a:lnTo>
                <a:lnTo>
                  <a:pt x="1795" y="992"/>
                </a:lnTo>
                <a:lnTo>
                  <a:pt x="1803" y="997"/>
                </a:lnTo>
                <a:lnTo>
                  <a:pt x="1812" y="1001"/>
                </a:lnTo>
                <a:lnTo>
                  <a:pt x="1821" y="1004"/>
                </a:lnTo>
                <a:lnTo>
                  <a:pt x="1831" y="1007"/>
                </a:lnTo>
                <a:lnTo>
                  <a:pt x="1840" y="1008"/>
                </a:lnTo>
                <a:lnTo>
                  <a:pt x="1850" y="1009"/>
                </a:lnTo>
                <a:lnTo>
                  <a:pt x="1860" y="1008"/>
                </a:lnTo>
                <a:lnTo>
                  <a:pt x="1869" y="1007"/>
                </a:lnTo>
                <a:lnTo>
                  <a:pt x="1879" y="1004"/>
                </a:lnTo>
                <a:lnTo>
                  <a:pt x="1888" y="1001"/>
                </a:lnTo>
                <a:lnTo>
                  <a:pt x="1897" y="997"/>
                </a:lnTo>
                <a:lnTo>
                  <a:pt x="1905" y="992"/>
                </a:lnTo>
                <a:lnTo>
                  <a:pt x="1913" y="986"/>
                </a:lnTo>
                <a:lnTo>
                  <a:pt x="1920" y="980"/>
                </a:lnTo>
                <a:lnTo>
                  <a:pt x="2130" y="770"/>
                </a:lnTo>
                <a:lnTo>
                  <a:pt x="2136" y="763"/>
                </a:lnTo>
                <a:lnTo>
                  <a:pt x="2142" y="755"/>
                </a:lnTo>
                <a:lnTo>
                  <a:pt x="2147" y="747"/>
                </a:lnTo>
                <a:lnTo>
                  <a:pt x="2151" y="738"/>
                </a:lnTo>
                <a:lnTo>
                  <a:pt x="2154" y="729"/>
                </a:lnTo>
                <a:lnTo>
                  <a:pt x="2157" y="719"/>
                </a:lnTo>
                <a:lnTo>
                  <a:pt x="2158" y="710"/>
                </a:lnTo>
                <a:lnTo>
                  <a:pt x="2159" y="700"/>
                </a:lnTo>
                <a:lnTo>
                  <a:pt x="2158" y="690"/>
                </a:lnTo>
                <a:lnTo>
                  <a:pt x="2157" y="681"/>
                </a:lnTo>
                <a:lnTo>
                  <a:pt x="2154" y="671"/>
                </a:lnTo>
                <a:lnTo>
                  <a:pt x="2151" y="662"/>
                </a:lnTo>
                <a:lnTo>
                  <a:pt x="2147" y="653"/>
                </a:lnTo>
                <a:lnTo>
                  <a:pt x="2142" y="645"/>
                </a:lnTo>
                <a:lnTo>
                  <a:pt x="2136" y="637"/>
                </a:lnTo>
                <a:lnTo>
                  <a:pt x="2130" y="630"/>
                </a:lnTo>
                <a:lnTo>
                  <a:pt x="1900" y="400"/>
                </a:lnTo>
                <a:moveTo>
                  <a:pt x="2100" y="200"/>
                </a:moveTo>
                <a:lnTo>
                  <a:pt x="1140" y="1160"/>
                </a:lnTo>
                <a:moveTo>
                  <a:pt x="1300" y="1550"/>
                </a:moveTo>
                <a:cubicBezTo>
                  <a:pt x="1300" y="1854"/>
                  <a:pt x="1054" y="2100"/>
                  <a:pt x="750" y="2100"/>
                </a:cubicBezTo>
                <a:cubicBezTo>
                  <a:pt x="446" y="2100"/>
                  <a:pt x="200" y="1854"/>
                  <a:pt x="200" y="1550"/>
                </a:cubicBezTo>
                <a:cubicBezTo>
                  <a:pt x="200" y="1246"/>
                  <a:pt x="446" y="1000"/>
                  <a:pt x="750" y="1000"/>
                </a:cubicBezTo>
                <a:cubicBezTo>
                  <a:pt x="1054" y="1000"/>
                  <a:pt x="1300" y="1246"/>
                  <a:pt x="1300" y="1550"/>
                </a:cubicBezTo>
                <a:close/>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00" name="Google Shape;1500;p59"/>
          <p:cNvSpPr txBox="1"/>
          <p:nvPr/>
        </p:nvSpPr>
        <p:spPr>
          <a:xfrm>
            <a:off x="5185959" y="3758184"/>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key</a:t>
            </a:r>
            <a:endParaRPr sz="1100"/>
          </a:p>
        </p:txBody>
      </p:sp>
      <p:sp>
        <p:nvSpPr>
          <p:cNvPr id="1501" name="Google Shape;1501;p59"/>
          <p:cNvSpPr/>
          <p:nvPr/>
        </p:nvSpPr>
        <p:spPr>
          <a:xfrm>
            <a:off x="6839221" y="3346704"/>
            <a:ext cx="377202" cy="377190"/>
          </a:xfrm>
          <a:custGeom>
            <a:rect b="b" l="l" r="r" t="t"/>
            <a:pathLst>
              <a:path extrusionOk="0" fill="none" h="2400" w="2400">
                <a:moveTo>
                  <a:pt x="259" y="1741"/>
                </a:moveTo>
                <a:lnTo>
                  <a:pt x="252" y="1749"/>
                </a:lnTo>
                <a:lnTo>
                  <a:pt x="245" y="1756"/>
                </a:lnTo>
                <a:lnTo>
                  <a:pt x="239" y="1764"/>
                </a:lnTo>
                <a:lnTo>
                  <a:pt x="234" y="1772"/>
                </a:lnTo>
                <a:lnTo>
                  <a:pt x="228" y="1780"/>
                </a:lnTo>
                <a:lnTo>
                  <a:pt x="224" y="1789"/>
                </a:lnTo>
                <a:lnTo>
                  <a:pt x="219" y="1797"/>
                </a:lnTo>
                <a:lnTo>
                  <a:pt x="215" y="1806"/>
                </a:lnTo>
                <a:lnTo>
                  <a:pt x="212" y="1815"/>
                </a:lnTo>
                <a:lnTo>
                  <a:pt x="209" y="1825"/>
                </a:lnTo>
                <a:lnTo>
                  <a:pt x="206" y="1834"/>
                </a:lnTo>
                <a:lnTo>
                  <a:pt x="204" y="1844"/>
                </a:lnTo>
                <a:lnTo>
                  <a:pt x="202" y="1853"/>
                </a:lnTo>
                <a:lnTo>
                  <a:pt x="201" y="1863"/>
                </a:lnTo>
                <a:lnTo>
                  <a:pt x="200" y="1873"/>
                </a:lnTo>
                <a:lnTo>
                  <a:pt x="200" y="1883"/>
                </a:lnTo>
                <a:lnTo>
                  <a:pt x="200" y="2100"/>
                </a:lnTo>
                <a:lnTo>
                  <a:pt x="200" y="2110"/>
                </a:lnTo>
                <a:lnTo>
                  <a:pt x="202" y="2120"/>
                </a:lnTo>
                <a:lnTo>
                  <a:pt x="204" y="2129"/>
                </a:lnTo>
                <a:lnTo>
                  <a:pt x="208" y="2138"/>
                </a:lnTo>
                <a:lnTo>
                  <a:pt x="212" y="2147"/>
                </a:lnTo>
                <a:lnTo>
                  <a:pt x="217" y="2156"/>
                </a:lnTo>
                <a:lnTo>
                  <a:pt x="223" y="2163"/>
                </a:lnTo>
                <a:lnTo>
                  <a:pt x="229" y="2171"/>
                </a:lnTo>
                <a:lnTo>
                  <a:pt x="237" y="2177"/>
                </a:lnTo>
                <a:lnTo>
                  <a:pt x="244" y="2183"/>
                </a:lnTo>
                <a:lnTo>
                  <a:pt x="253" y="2188"/>
                </a:lnTo>
                <a:lnTo>
                  <a:pt x="262" y="2192"/>
                </a:lnTo>
                <a:lnTo>
                  <a:pt x="271" y="2196"/>
                </a:lnTo>
                <a:lnTo>
                  <a:pt x="280" y="2198"/>
                </a:lnTo>
                <a:lnTo>
                  <a:pt x="290" y="2200"/>
                </a:lnTo>
                <a:lnTo>
                  <a:pt x="300" y="2200"/>
                </a:lnTo>
                <a:lnTo>
                  <a:pt x="600" y="2200"/>
                </a:lnTo>
                <a:lnTo>
                  <a:pt x="610" y="2200"/>
                </a:lnTo>
                <a:lnTo>
                  <a:pt x="620" y="2198"/>
                </a:lnTo>
                <a:lnTo>
                  <a:pt x="629" y="2196"/>
                </a:lnTo>
                <a:lnTo>
                  <a:pt x="638" y="2192"/>
                </a:lnTo>
                <a:lnTo>
                  <a:pt x="647" y="2188"/>
                </a:lnTo>
                <a:lnTo>
                  <a:pt x="656" y="2183"/>
                </a:lnTo>
                <a:lnTo>
                  <a:pt x="663" y="2177"/>
                </a:lnTo>
                <a:lnTo>
                  <a:pt x="671" y="2171"/>
                </a:lnTo>
                <a:lnTo>
                  <a:pt x="677" y="2163"/>
                </a:lnTo>
                <a:lnTo>
                  <a:pt x="683" y="2156"/>
                </a:lnTo>
                <a:lnTo>
                  <a:pt x="688" y="2147"/>
                </a:lnTo>
                <a:lnTo>
                  <a:pt x="692" y="2138"/>
                </a:lnTo>
                <a:lnTo>
                  <a:pt x="696" y="2129"/>
                </a:lnTo>
                <a:lnTo>
                  <a:pt x="698" y="2120"/>
                </a:lnTo>
                <a:lnTo>
                  <a:pt x="700" y="2110"/>
                </a:lnTo>
                <a:lnTo>
                  <a:pt x="700" y="2100"/>
                </a:lnTo>
                <a:lnTo>
                  <a:pt x="700" y="2000"/>
                </a:lnTo>
                <a:lnTo>
                  <a:pt x="700" y="1990"/>
                </a:lnTo>
                <a:lnTo>
                  <a:pt x="702" y="1980"/>
                </a:lnTo>
                <a:lnTo>
                  <a:pt x="704" y="1971"/>
                </a:lnTo>
                <a:lnTo>
                  <a:pt x="708" y="1962"/>
                </a:lnTo>
                <a:lnTo>
                  <a:pt x="712" y="1953"/>
                </a:lnTo>
                <a:lnTo>
                  <a:pt x="717" y="1944"/>
                </a:lnTo>
                <a:lnTo>
                  <a:pt x="723" y="1937"/>
                </a:lnTo>
                <a:lnTo>
                  <a:pt x="729" y="1929"/>
                </a:lnTo>
                <a:lnTo>
                  <a:pt x="737" y="1923"/>
                </a:lnTo>
                <a:lnTo>
                  <a:pt x="744" y="1917"/>
                </a:lnTo>
                <a:lnTo>
                  <a:pt x="753" y="1912"/>
                </a:lnTo>
                <a:lnTo>
                  <a:pt x="762" y="1908"/>
                </a:lnTo>
                <a:lnTo>
                  <a:pt x="771" y="1904"/>
                </a:lnTo>
                <a:lnTo>
                  <a:pt x="780" y="1902"/>
                </a:lnTo>
                <a:lnTo>
                  <a:pt x="790" y="1900"/>
                </a:lnTo>
                <a:lnTo>
                  <a:pt x="800" y="1900"/>
                </a:lnTo>
                <a:lnTo>
                  <a:pt x="900" y="1900"/>
                </a:lnTo>
                <a:lnTo>
                  <a:pt x="910" y="1900"/>
                </a:lnTo>
                <a:lnTo>
                  <a:pt x="920" y="1898"/>
                </a:lnTo>
                <a:lnTo>
                  <a:pt x="929" y="1896"/>
                </a:lnTo>
                <a:lnTo>
                  <a:pt x="938" y="1892"/>
                </a:lnTo>
                <a:lnTo>
                  <a:pt x="947" y="1888"/>
                </a:lnTo>
                <a:lnTo>
                  <a:pt x="956" y="1883"/>
                </a:lnTo>
                <a:lnTo>
                  <a:pt x="963" y="1877"/>
                </a:lnTo>
                <a:lnTo>
                  <a:pt x="971" y="1871"/>
                </a:lnTo>
                <a:lnTo>
                  <a:pt x="977" y="1863"/>
                </a:lnTo>
                <a:lnTo>
                  <a:pt x="983" y="1856"/>
                </a:lnTo>
                <a:lnTo>
                  <a:pt x="988" y="1847"/>
                </a:lnTo>
                <a:lnTo>
                  <a:pt x="992" y="1838"/>
                </a:lnTo>
                <a:lnTo>
                  <a:pt x="996" y="1829"/>
                </a:lnTo>
                <a:lnTo>
                  <a:pt x="998" y="1820"/>
                </a:lnTo>
                <a:lnTo>
                  <a:pt x="1000" y="1810"/>
                </a:lnTo>
                <a:lnTo>
                  <a:pt x="1000" y="1800"/>
                </a:lnTo>
                <a:lnTo>
                  <a:pt x="1000" y="1700"/>
                </a:lnTo>
                <a:lnTo>
                  <a:pt x="1000" y="1690"/>
                </a:lnTo>
                <a:lnTo>
                  <a:pt x="1002" y="1680"/>
                </a:lnTo>
                <a:lnTo>
                  <a:pt x="1004" y="1671"/>
                </a:lnTo>
                <a:lnTo>
                  <a:pt x="1008" y="1662"/>
                </a:lnTo>
                <a:lnTo>
                  <a:pt x="1012" y="1653"/>
                </a:lnTo>
                <a:lnTo>
                  <a:pt x="1017" y="1644"/>
                </a:lnTo>
                <a:lnTo>
                  <a:pt x="1023" y="1637"/>
                </a:lnTo>
                <a:lnTo>
                  <a:pt x="1029" y="1629"/>
                </a:lnTo>
                <a:lnTo>
                  <a:pt x="1037" y="1623"/>
                </a:lnTo>
                <a:lnTo>
                  <a:pt x="1044" y="1617"/>
                </a:lnTo>
                <a:lnTo>
                  <a:pt x="1053" y="1612"/>
                </a:lnTo>
                <a:lnTo>
                  <a:pt x="1062" y="1608"/>
                </a:lnTo>
                <a:lnTo>
                  <a:pt x="1071" y="1604"/>
                </a:lnTo>
                <a:lnTo>
                  <a:pt x="1080" y="1602"/>
                </a:lnTo>
                <a:lnTo>
                  <a:pt x="1090" y="1600"/>
                </a:lnTo>
                <a:lnTo>
                  <a:pt x="1100" y="1600"/>
                </a:lnTo>
                <a:lnTo>
                  <a:pt x="1117" y="1600"/>
                </a:lnTo>
                <a:lnTo>
                  <a:pt x="1127" y="1600"/>
                </a:lnTo>
                <a:lnTo>
                  <a:pt x="1137" y="1599"/>
                </a:lnTo>
                <a:lnTo>
                  <a:pt x="1147" y="1598"/>
                </a:lnTo>
                <a:lnTo>
                  <a:pt x="1156" y="1596"/>
                </a:lnTo>
                <a:lnTo>
                  <a:pt x="1166" y="1594"/>
                </a:lnTo>
                <a:lnTo>
                  <a:pt x="1175" y="1591"/>
                </a:lnTo>
                <a:lnTo>
                  <a:pt x="1185" y="1588"/>
                </a:lnTo>
                <a:lnTo>
                  <a:pt x="1194" y="1585"/>
                </a:lnTo>
                <a:lnTo>
                  <a:pt x="1203" y="1581"/>
                </a:lnTo>
                <a:lnTo>
                  <a:pt x="1211" y="1576"/>
                </a:lnTo>
                <a:lnTo>
                  <a:pt x="1220" y="1572"/>
                </a:lnTo>
                <a:lnTo>
                  <a:pt x="1228" y="1566"/>
                </a:lnTo>
                <a:lnTo>
                  <a:pt x="1236" y="1561"/>
                </a:lnTo>
                <a:lnTo>
                  <a:pt x="1244" y="1555"/>
                </a:lnTo>
                <a:lnTo>
                  <a:pt x="1251" y="1548"/>
                </a:lnTo>
                <a:lnTo>
                  <a:pt x="1259" y="1541"/>
                </a:lnTo>
                <a:lnTo>
                  <a:pt x="1340" y="1460"/>
                </a:lnTo>
                <a:lnTo>
                  <a:pt x="1555" y="1496"/>
                </a:lnTo>
                <a:lnTo>
                  <a:pt x="1769" y="1459"/>
                </a:lnTo>
                <a:lnTo>
                  <a:pt x="1960" y="1354"/>
                </a:lnTo>
                <a:lnTo>
                  <a:pt x="2104" y="1192"/>
                </a:lnTo>
                <a:lnTo>
                  <a:pt x="2188" y="990"/>
                </a:lnTo>
                <a:lnTo>
                  <a:pt x="2200" y="773"/>
                </a:lnTo>
                <a:lnTo>
                  <a:pt x="2139" y="564"/>
                </a:lnTo>
                <a:lnTo>
                  <a:pt x="2013" y="387"/>
                </a:lnTo>
                <a:lnTo>
                  <a:pt x="1836" y="261"/>
                </a:lnTo>
                <a:lnTo>
                  <a:pt x="1627" y="200"/>
                </a:lnTo>
                <a:lnTo>
                  <a:pt x="1410" y="212"/>
                </a:lnTo>
                <a:lnTo>
                  <a:pt x="1208" y="296"/>
                </a:lnTo>
                <a:lnTo>
                  <a:pt x="1046" y="440"/>
                </a:lnTo>
                <a:lnTo>
                  <a:pt x="941" y="631"/>
                </a:lnTo>
                <a:lnTo>
                  <a:pt x="904" y="845"/>
                </a:lnTo>
                <a:lnTo>
                  <a:pt x="940" y="1060"/>
                </a:lnTo>
                <a:lnTo>
                  <a:pt x="259" y="1741"/>
                </a:lnTo>
                <a:moveTo>
                  <a:pt x="1700" y="750"/>
                </a:moveTo>
                <a:cubicBezTo>
                  <a:pt x="1700" y="778"/>
                  <a:pt x="1678" y="800"/>
                  <a:pt x="1650" y="800"/>
                </a:cubicBezTo>
                <a:cubicBezTo>
                  <a:pt x="1622" y="800"/>
                  <a:pt x="1600" y="778"/>
                  <a:pt x="1600" y="750"/>
                </a:cubicBezTo>
                <a:cubicBezTo>
                  <a:pt x="1600" y="722"/>
                  <a:pt x="1622" y="700"/>
                  <a:pt x="1650" y="700"/>
                </a:cubicBezTo>
                <a:cubicBezTo>
                  <a:pt x="1678" y="700"/>
                  <a:pt x="1700" y="722"/>
                  <a:pt x="1700" y="750"/>
                </a:cubicBezTo>
                <a:close/>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02" name="Google Shape;1502;p59"/>
          <p:cNvSpPr txBox="1"/>
          <p:nvPr/>
        </p:nvSpPr>
        <p:spPr>
          <a:xfrm>
            <a:off x="6413867" y="3758184"/>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key-round</a:t>
            </a:r>
            <a:endParaRPr sz="1100"/>
          </a:p>
        </p:txBody>
      </p:sp>
      <p:sp>
        <p:nvSpPr>
          <p:cNvPr id="1503" name="Google Shape;1503;p59"/>
          <p:cNvSpPr/>
          <p:nvPr/>
        </p:nvSpPr>
        <p:spPr>
          <a:xfrm>
            <a:off x="8067129" y="3346704"/>
            <a:ext cx="377202" cy="377190"/>
          </a:xfrm>
          <a:custGeom>
            <a:rect b="b" l="l" r="r" t="t"/>
            <a:pathLst>
              <a:path extrusionOk="0" fill="none" h="2400" w="2400">
                <a:moveTo>
                  <a:pt x="500" y="1100"/>
                </a:moveTo>
                <a:lnTo>
                  <a:pt x="1900" y="1100"/>
                </a:lnTo>
                <a:cubicBezTo>
                  <a:pt x="2010" y="1100"/>
                  <a:pt x="2100" y="1190"/>
                  <a:pt x="2100" y="1300"/>
                </a:cubicBezTo>
                <a:lnTo>
                  <a:pt x="2100" y="2000"/>
                </a:lnTo>
                <a:cubicBezTo>
                  <a:pt x="2100" y="2110"/>
                  <a:pt x="2010" y="2200"/>
                  <a:pt x="1900" y="2200"/>
                </a:cubicBezTo>
                <a:lnTo>
                  <a:pt x="500" y="2200"/>
                </a:lnTo>
                <a:cubicBezTo>
                  <a:pt x="390" y="2200"/>
                  <a:pt x="300" y="2110"/>
                  <a:pt x="300" y="2000"/>
                </a:cubicBezTo>
                <a:lnTo>
                  <a:pt x="300" y="1300"/>
                </a:lnTo>
                <a:cubicBezTo>
                  <a:pt x="300" y="1190"/>
                  <a:pt x="390" y="1100"/>
                  <a:pt x="500" y="1100"/>
                </a:cubicBezTo>
                <a:close/>
                <a:moveTo>
                  <a:pt x="700" y="1100"/>
                </a:moveTo>
                <a:lnTo>
                  <a:pt x="700" y="700"/>
                </a:lnTo>
                <a:lnTo>
                  <a:pt x="710" y="602"/>
                </a:lnTo>
                <a:lnTo>
                  <a:pt x="738" y="509"/>
                </a:lnTo>
                <a:lnTo>
                  <a:pt x="784" y="422"/>
                </a:lnTo>
                <a:lnTo>
                  <a:pt x="846" y="346"/>
                </a:lnTo>
                <a:lnTo>
                  <a:pt x="922" y="284"/>
                </a:lnTo>
                <a:lnTo>
                  <a:pt x="1009" y="238"/>
                </a:lnTo>
                <a:lnTo>
                  <a:pt x="1102" y="210"/>
                </a:lnTo>
                <a:lnTo>
                  <a:pt x="1200" y="200"/>
                </a:lnTo>
                <a:lnTo>
                  <a:pt x="1298" y="210"/>
                </a:lnTo>
                <a:lnTo>
                  <a:pt x="1391" y="238"/>
                </a:lnTo>
                <a:lnTo>
                  <a:pt x="1478" y="284"/>
                </a:lnTo>
                <a:lnTo>
                  <a:pt x="1554" y="346"/>
                </a:lnTo>
                <a:lnTo>
                  <a:pt x="1616" y="422"/>
                </a:lnTo>
                <a:lnTo>
                  <a:pt x="1662" y="509"/>
                </a:lnTo>
                <a:lnTo>
                  <a:pt x="1690" y="602"/>
                </a:lnTo>
                <a:lnTo>
                  <a:pt x="1700" y="700"/>
                </a:lnTo>
                <a:lnTo>
                  <a:pt x="1700" y="11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04" name="Google Shape;1504;p59"/>
          <p:cNvSpPr txBox="1"/>
          <p:nvPr/>
        </p:nvSpPr>
        <p:spPr>
          <a:xfrm>
            <a:off x="7641775" y="3758184"/>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lock</a:t>
            </a:r>
            <a:endParaRPr sz="1100"/>
          </a:p>
        </p:txBody>
      </p:sp>
      <p:sp>
        <p:nvSpPr>
          <p:cNvPr id="1505" name="Google Shape;1505;p59"/>
          <p:cNvSpPr/>
          <p:nvPr/>
        </p:nvSpPr>
        <p:spPr>
          <a:xfrm>
            <a:off x="699681" y="4142232"/>
            <a:ext cx="377202" cy="377190"/>
          </a:xfrm>
          <a:custGeom>
            <a:rect b="b" l="l" r="r" t="t"/>
            <a:pathLst>
              <a:path extrusionOk="0" fill="none" h="2400" w="2400">
                <a:moveTo>
                  <a:pt x="500" y="1100"/>
                </a:moveTo>
                <a:lnTo>
                  <a:pt x="1900" y="1100"/>
                </a:lnTo>
                <a:cubicBezTo>
                  <a:pt x="2010" y="1100"/>
                  <a:pt x="2100" y="1190"/>
                  <a:pt x="2100" y="1300"/>
                </a:cubicBezTo>
                <a:lnTo>
                  <a:pt x="2100" y="2000"/>
                </a:lnTo>
                <a:cubicBezTo>
                  <a:pt x="2100" y="2110"/>
                  <a:pt x="2010" y="2200"/>
                  <a:pt x="1900" y="2200"/>
                </a:cubicBezTo>
                <a:lnTo>
                  <a:pt x="500" y="2200"/>
                </a:lnTo>
                <a:cubicBezTo>
                  <a:pt x="390" y="2200"/>
                  <a:pt x="300" y="2110"/>
                  <a:pt x="300" y="2000"/>
                </a:cubicBezTo>
                <a:lnTo>
                  <a:pt x="300" y="1300"/>
                </a:lnTo>
                <a:cubicBezTo>
                  <a:pt x="300" y="1190"/>
                  <a:pt x="390" y="1100"/>
                  <a:pt x="500" y="1100"/>
                </a:cubicBezTo>
                <a:close/>
                <a:moveTo>
                  <a:pt x="700" y="1100"/>
                </a:moveTo>
                <a:lnTo>
                  <a:pt x="700" y="700"/>
                </a:lnTo>
                <a:lnTo>
                  <a:pt x="708" y="609"/>
                </a:lnTo>
                <a:lnTo>
                  <a:pt x="733" y="520"/>
                </a:lnTo>
                <a:lnTo>
                  <a:pt x="774" y="438"/>
                </a:lnTo>
                <a:lnTo>
                  <a:pt x="829" y="364"/>
                </a:lnTo>
                <a:lnTo>
                  <a:pt x="896" y="302"/>
                </a:lnTo>
                <a:lnTo>
                  <a:pt x="974" y="253"/>
                </a:lnTo>
                <a:lnTo>
                  <a:pt x="1060" y="220"/>
                </a:lnTo>
                <a:lnTo>
                  <a:pt x="1150" y="202"/>
                </a:lnTo>
                <a:lnTo>
                  <a:pt x="1242" y="201"/>
                </a:lnTo>
                <a:lnTo>
                  <a:pt x="1332" y="217"/>
                </a:lnTo>
                <a:lnTo>
                  <a:pt x="1418" y="249"/>
                </a:lnTo>
                <a:lnTo>
                  <a:pt x="1497" y="297"/>
                </a:lnTo>
                <a:lnTo>
                  <a:pt x="1565" y="358"/>
                </a:lnTo>
                <a:lnTo>
                  <a:pt x="1621" y="430"/>
                </a:lnTo>
                <a:lnTo>
                  <a:pt x="1664" y="512"/>
                </a:lnTo>
                <a:lnTo>
                  <a:pt x="1690" y="6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06" name="Google Shape;1506;p59"/>
          <p:cNvSpPr txBox="1"/>
          <p:nvPr/>
        </p:nvSpPr>
        <p:spPr>
          <a:xfrm>
            <a:off x="274327" y="4553712"/>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unlock</a:t>
            </a:r>
            <a:endParaRPr sz="1100"/>
          </a:p>
        </p:txBody>
      </p:sp>
      <p:sp>
        <p:nvSpPr>
          <p:cNvPr id="1507" name="Google Shape;1507;p59"/>
          <p:cNvSpPr/>
          <p:nvPr/>
        </p:nvSpPr>
        <p:spPr>
          <a:xfrm>
            <a:off x="1927589" y="4142232"/>
            <a:ext cx="377202" cy="377190"/>
          </a:xfrm>
          <a:custGeom>
            <a:rect b="b" l="l" r="r" t="t"/>
            <a:pathLst>
              <a:path extrusionOk="0" fill="none" h="2400" w="2400">
                <a:moveTo>
                  <a:pt x="2000" y="1300"/>
                </a:moveTo>
                <a:cubicBezTo>
                  <a:pt x="2000" y="1800"/>
                  <a:pt x="1650" y="2050"/>
                  <a:pt x="1234" y="2195"/>
                </a:cubicBezTo>
                <a:lnTo>
                  <a:pt x="1230" y="2196"/>
                </a:lnTo>
                <a:lnTo>
                  <a:pt x="1226" y="2197"/>
                </a:lnTo>
                <a:lnTo>
                  <a:pt x="1222" y="2198"/>
                </a:lnTo>
                <a:lnTo>
                  <a:pt x="1217" y="2199"/>
                </a:lnTo>
                <a:lnTo>
                  <a:pt x="1213" y="2200"/>
                </a:lnTo>
                <a:lnTo>
                  <a:pt x="1209" y="2200"/>
                </a:lnTo>
                <a:lnTo>
                  <a:pt x="1205" y="2200"/>
                </a:lnTo>
                <a:lnTo>
                  <a:pt x="1200" y="2200"/>
                </a:lnTo>
                <a:lnTo>
                  <a:pt x="1196" y="2200"/>
                </a:lnTo>
                <a:lnTo>
                  <a:pt x="1192" y="2200"/>
                </a:lnTo>
                <a:lnTo>
                  <a:pt x="1188" y="2199"/>
                </a:lnTo>
                <a:lnTo>
                  <a:pt x="1183" y="2199"/>
                </a:lnTo>
                <a:lnTo>
                  <a:pt x="1179" y="2198"/>
                </a:lnTo>
                <a:lnTo>
                  <a:pt x="1175" y="2197"/>
                </a:lnTo>
                <a:lnTo>
                  <a:pt x="1171" y="2195"/>
                </a:lnTo>
                <a:lnTo>
                  <a:pt x="1167" y="2194"/>
                </a:lnTo>
                <a:cubicBezTo>
                  <a:pt x="750" y="2050"/>
                  <a:pt x="400" y="1800"/>
                  <a:pt x="400" y="1300"/>
                </a:cubicBezTo>
                <a:lnTo>
                  <a:pt x="400" y="600"/>
                </a:lnTo>
                <a:lnTo>
                  <a:pt x="400" y="590"/>
                </a:lnTo>
                <a:lnTo>
                  <a:pt x="402" y="580"/>
                </a:lnTo>
                <a:lnTo>
                  <a:pt x="404" y="571"/>
                </a:lnTo>
                <a:lnTo>
                  <a:pt x="408" y="562"/>
                </a:lnTo>
                <a:lnTo>
                  <a:pt x="412" y="553"/>
                </a:lnTo>
                <a:lnTo>
                  <a:pt x="417" y="544"/>
                </a:lnTo>
                <a:lnTo>
                  <a:pt x="423" y="537"/>
                </a:lnTo>
                <a:lnTo>
                  <a:pt x="429" y="529"/>
                </a:lnTo>
                <a:lnTo>
                  <a:pt x="437" y="523"/>
                </a:lnTo>
                <a:lnTo>
                  <a:pt x="444" y="517"/>
                </a:lnTo>
                <a:lnTo>
                  <a:pt x="453" y="512"/>
                </a:lnTo>
                <a:lnTo>
                  <a:pt x="462" y="508"/>
                </a:lnTo>
                <a:lnTo>
                  <a:pt x="471" y="504"/>
                </a:lnTo>
                <a:lnTo>
                  <a:pt x="480" y="502"/>
                </a:lnTo>
                <a:lnTo>
                  <a:pt x="490" y="500"/>
                </a:lnTo>
                <a:lnTo>
                  <a:pt x="500" y="500"/>
                </a:lnTo>
                <a:cubicBezTo>
                  <a:pt x="700" y="500"/>
                  <a:pt x="950" y="380"/>
                  <a:pt x="1124" y="228"/>
                </a:cubicBezTo>
                <a:lnTo>
                  <a:pt x="1132" y="222"/>
                </a:lnTo>
                <a:lnTo>
                  <a:pt x="1141" y="216"/>
                </a:lnTo>
                <a:lnTo>
                  <a:pt x="1150" y="211"/>
                </a:lnTo>
                <a:lnTo>
                  <a:pt x="1159" y="207"/>
                </a:lnTo>
                <a:lnTo>
                  <a:pt x="1169" y="204"/>
                </a:lnTo>
                <a:lnTo>
                  <a:pt x="1179" y="202"/>
                </a:lnTo>
                <a:lnTo>
                  <a:pt x="1190" y="200"/>
                </a:lnTo>
                <a:lnTo>
                  <a:pt x="1200" y="200"/>
                </a:lnTo>
                <a:lnTo>
                  <a:pt x="1210" y="200"/>
                </a:lnTo>
                <a:lnTo>
                  <a:pt x="1221" y="202"/>
                </a:lnTo>
                <a:lnTo>
                  <a:pt x="1231" y="204"/>
                </a:lnTo>
                <a:lnTo>
                  <a:pt x="1241" y="207"/>
                </a:lnTo>
                <a:lnTo>
                  <a:pt x="1250" y="211"/>
                </a:lnTo>
                <a:lnTo>
                  <a:pt x="1259" y="216"/>
                </a:lnTo>
                <a:lnTo>
                  <a:pt x="1268" y="222"/>
                </a:lnTo>
                <a:lnTo>
                  <a:pt x="1276" y="228"/>
                </a:lnTo>
                <a:cubicBezTo>
                  <a:pt x="1451" y="381"/>
                  <a:pt x="1700" y="500"/>
                  <a:pt x="1900" y="500"/>
                </a:cubicBezTo>
                <a:lnTo>
                  <a:pt x="1910" y="500"/>
                </a:lnTo>
                <a:lnTo>
                  <a:pt x="1920" y="502"/>
                </a:lnTo>
                <a:lnTo>
                  <a:pt x="1929" y="504"/>
                </a:lnTo>
                <a:lnTo>
                  <a:pt x="1938" y="508"/>
                </a:lnTo>
                <a:lnTo>
                  <a:pt x="1947" y="512"/>
                </a:lnTo>
                <a:lnTo>
                  <a:pt x="1956" y="517"/>
                </a:lnTo>
                <a:lnTo>
                  <a:pt x="1963" y="523"/>
                </a:lnTo>
                <a:lnTo>
                  <a:pt x="1971" y="529"/>
                </a:lnTo>
                <a:lnTo>
                  <a:pt x="1977" y="537"/>
                </a:lnTo>
                <a:lnTo>
                  <a:pt x="1983" y="544"/>
                </a:lnTo>
                <a:lnTo>
                  <a:pt x="1988" y="553"/>
                </a:lnTo>
                <a:lnTo>
                  <a:pt x="1992" y="562"/>
                </a:lnTo>
                <a:lnTo>
                  <a:pt x="1996" y="571"/>
                </a:lnTo>
                <a:lnTo>
                  <a:pt x="1998" y="580"/>
                </a:lnTo>
                <a:lnTo>
                  <a:pt x="2000" y="590"/>
                </a:lnTo>
                <a:lnTo>
                  <a:pt x="2000" y="600"/>
                </a:lnTo>
                <a:lnTo>
                  <a:pt x="2000" y="1300"/>
                </a:lnTo>
                <a:moveTo>
                  <a:pt x="900" y="1200"/>
                </a:moveTo>
                <a:lnTo>
                  <a:pt x="1100" y="1400"/>
                </a:lnTo>
                <a:lnTo>
                  <a:pt x="1500" y="10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08" name="Google Shape;1508;p59"/>
          <p:cNvSpPr txBox="1"/>
          <p:nvPr/>
        </p:nvSpPr>
        <p:spPr>
          <a:xfrm>
            <a:off x="1502235" y="4553712"/>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shield-check</a:t>
            </a:r>
            <a:endParaRPr sz="1100"/>
          </a:p>
        </p:txBody>
      </p:sp>
      <p:sp>
        <p:nvSpPr>
          <p:cNvPr id="1509" name="Google Shape;1509;p59"/>
          <p:cNvSpPr/>
          <p:nvPr/>
        </p:nvSpPr>
        <p:spPr>
          <a:xfrm>
            <a:off x="3155497" y="4142232"/>
            <a:ext cx="377202" cy="377190"/>
          </a:xfrm>
          <a:custGeom>
            <a:rect b="b" l="l" r="r" t="t"/>
            <a:pathLst>
              <a:path extrusionOk="0" fill="none" h="2400" w="2400">
                <a:moveTo>
                  <a:pt x="400" y="1400"/>
                </a:moveTo>
                <a:lnTo>
                  <a:pt x="386" y="1399"/>
                </a:lnTo>
                <a:lnTo>
                  <a:pt x="372" y="1396"/>
                </a:lnTo>
                <a:lnTo>
                  <a:pt x="359" y="1391"/>
                </a:lnTo>
                <a:lnTo>
                  <a:pt x="346" y="1385"/>
                </a:lnTo>
                <a:lnTo>
                  <a:pt x="335" y="1376"/>
                </a:lnTo>
                <a:lnTo>
                  <a:pt x="325" y="1367"/>
                </a:lnTo>
                <a:lnTo>
                  <a:pt x="316" y="1355"/>
                </a:lnTo>
                <a:lnTo>
                  <a:pt x="309" y="1343"/>
                </a:lnTo>
                <a:lnTo>
                  <a:pt x="304" y="1330"/>
                </a:lnTo>
                <a:lnTo>
                  <a:pt x="301" y="1316"/>
                </a:lnTo>
                <a:lnTo>
                  <a:pt x="300" y="1302"/>
                </a:lnTo>
                <a:lnTo>
                  <a:pt x="300" y="1288"/>
                </a:lnTo>
                <a:lnTo>
                  <a:pt x="303" y="1274"/>
                </a:lnTo>
                <a:lnTo>
                  <a:pt x="308" y="1261"/>
                </a:lnTo>
                <a:lnTo>
                  <a:pt x="314" y="1249"/>
                </a:lnTo>
                <a:lnTo>
                  <a:pt x="322" y="1237"/>
                </a:lnTo>
                <a:lnTo>
                  <a:pt x="1312" y="217"/>
                </a:lnTo>
                <a:lnTo>
                  <a:pt x="1318" y="211"/>
                </a:lnTo>
                <a:lnTo>
                  <a:pt x="1325" y="206"/>
                </a:lnTo>
                <a:lnTo>
                  <a:pt x="1333" y="203"/>
                </a:lnTo>
                <a:lnTo>
                  <a:pt x="1341" y="201"/>
                </a:lnTo>
                <a:lnTo>
                  <a:pt x="1349" y="200"/>
                </a:lnTo>
                <a:lnTo>
                  <a:pt x="1357" y="200"/>
                </a:lnTo>
                <a:lnTo>
                  <a:pt x="1366" y="202"/>
                </a:lnTo>
                <a:lnTo>
                  <a:pt x="1373" y="206"/>
                </a:lnTo>
                <a:lnTo>
                  <a:pt x="1380" y="210"/>
                </a:lnTo>
                <a:lnTo>
                  <a:pt x="1387" y="216"/>
                </a:lnTo>
                <a:lnTo>
                  <a:pt x="1392" y="223"/>
                </a:lnTo>
                <a:lnTo>
                  <a:pt x="1396" y="230"/>
                </a:lnTo>
                <a:lnTo>
                  <a:pt x="1398" y="238"/>
                </a:lnTo>
                <a:lnTo>
                  <a:pt x="1400" y="246"/>
                </a:lnTo>
                <a:lnTo>
                  <a:pt x="1400" y="255"/>
                </a:lnTo>
                <a:lnTo>
                  <a:pt x="1398" y="263"/>
                </a:lnTo>
                <a:lnTo>
                  <a:pt x="1206" y="865"/>
                </a:lnTo>
                <a:lnTo>
                  <a:pt x="1202" y="877"/>
                </a:lnTo>
                <a:lnTo>
                  <a:pt x="1200" y="888"/>
                </a:lnTo>
                <a:lnTo>
                  <a:pt x="1200" y="900"/>
                </a:lnTo>
                <a:lnTo>
                  <a:pt x="1200" y="913"/>
                </a:lnTo>
                <a:lnTo>
                  <a:pt x="1203" y="924"/>
                </a:lnTo>
                <a:lnTo>
                  <a:pt x="1206" y="936"/>
                </a:lnTo>
                <a:lnTo>
                  <a:pt x="1211" y="947"/>
                </a:lnTo>
                <a:lnTo>
                  <a:pt x="1218" y="957"/>
                </a:lnTo>
                <a:lnTo>
                  <a:pt x="1225" y="967"/>
                </a:lnTo>
                <a:lnTo>
                  <a:pt x="1234" y="975"/>
                </a:lnTo>
                <a:lnTo>
                  <a:pt x="1243" y="983"/>
                </a:lnTo>
                <a:lnTo>
                  <a:pt x="1254" y="989"/>
                </a:lnTo>
                <a:lnTo>
                  <a:pt x="1265" y="994"/>
                </a:lnTo>
                <a:lnTo>
                  <a:pt x="1276" y="997"/>
                </a:lnTo>
                <a:lnTo>
                  <a:pt x="1288" y="999"/>
                </a:lnTo>
                <a:lnTo>
                  <a:pt x="1300" y="1000"/>
                </a:lnTo>
                <a:lnTo>
                  <a:pt x="2000" y="1000"/>
                </a:lnTo>
                <a:lnTo>
                  <a:pt x="2014" y="1001"/>
                </a:lnTo>
                <a:lnTo>
                  <a:pt x="2028" y="1004"/>
                </a:lnTo>
                <a:lnTo>
                  <a:pt x="2041" y="1009"/>
                </a:lnTo>
                <a:lnTo>
                  <a:pt x="2054" y="1015"/>
                </a:lnTo>
                <a:lnTo>
                  <a:pt x="2065" y="1024"/>
                </a:lnTo>
                <a:lnTo>
                  <a:pt x="2075" y="1033"/>
                </a:lnTo>
                <a:lnTo>
                  <a:pt x="2084" y="1045"/>
                </a:lnTo>
                <a:lnTo>
                  <a:pt x="2091" y="1057"/>
                </a:lnTo>
                <a:lnTo>
                  <a:pt x="2096" y="1070"/>
                </a:lnTo>
                <a:lnTo>
                  <a:pt x="2099" y="1084"/>
                </a:lnTo>
                <a:lnTo>
                  <a:pt x="2100" y="1098"/>
                </a:lnTo>
                <a:lnTo>
                  <a:pt x="2100" y="1112"/>
                </a:lnTo>
                <a:lnTo>
                  <a:pt x="2097" y="1126"/>
                </a:lnTo>
                <a:lnTo>
                  <a:pt x="2092" y="1139"/>
                </a:lnTo>
                <a:lnTo>
                  <a:pt x="2086" y="1151"/>
                </a:lnTo>
                <a:lnTo>
                  <a:pt x="2078" y="1163"/>
                </a:lnTo>
                <a:lnTo>
                  <a:pt x="1088" y="2183"/>
                </a:lnTo>
                <a:lnTo>
                  <a:pt x="1082" y="2189"/>
                </a:lnTo>
                <a:lnTo>
                  <a:pt x="1075" y="2194"/>
                </a:lnTo>
                <a:lnTo>
                  <a:pt x="1067" y="2197"/>
                </a:lnTo>
                <a:lnTo>
                  <a:pt x="1059" y="2199"/>
                </a:lnTo>
                <a:lnTo>
                  <a:pt x="1051" y="2200"/>
                </a:lnTo>
                <a:lnTo>
                  <a:pt x="1043" y="2200"/>
                </a:lnTo>
                <a:lnTo>
                  <a:pt x="1034" y="2198"/>
                </a:lnTo>
                <a:lnTo>
                  <a:pt x="1027" y="2194"/>
                </a:lnTo>
                <a:lnTo>
                  <a:pt x="1020" y="2190"/>
                </a:lnTo>
                <a:lnTo>
                  <a:pt x="1013" y="2184"/>
                </a:lnTo>
                <a:lnTo>
                  <a:pt x="1008" y="2177"/>
                </a:lnTo>
                <a:lnTo>
                  <a:pt x="1004" y="2170"/>
                </a:lnTo>
                <a:lnTo>
                  <a:pt x="1002" y="2162"/>
                </a:lnTo>
                <a:lnTo>
                  <a:pt x="1000" y="2154"/>
                </a:lnTo>
                <a:lnTo>
                  <a:pt x="1000" y="2145"/>
                </a:lnTo>
                <a:lnTo>
                  <a:pt x="1002" y="2137"/>
                </a:lnTo>
                <a:lnTo>
                  <a:pt x="1194" y="1535"/>
                </a:lnTo>
                <a:lnTo>
                  <a:pt x="1198" y="1523"/>
                </a:lnTo>
                <a:lnTo>
                  <a:pt x="1200" y="1512"/>
                </a:lnTo>
                <a:lnTo>
                  <a:pt x="1200" y="1500"/>
                </a:lnTo>
                <a:lnTo>
                  <a:pt x="1200" y="1487"/>
                </a:lnTo>
                <a:lnTo>
                  <a:pt x="1197" y="1476"/>
                </a:lnTo>
                <a:lnTo>
                  <a:pt x="1194" y="1464"/>
                </a:lnTo>
                <a:lnTo>
                  <a:pt x="1189" y="1453"/>
                </a:lnTo>
                <a:lnTo>
                  <a:pt x="1182" y="1443"/>
                </a:lnTo>
                <a:lnTo>
                  <a:pt x="1175" y="1433"/>
                </a:lnTo>
                <a:lnTo>
                  <a:pt x="1166" y="1425"/>
                </a:lnTo>
                <a:lnTo>
                  <a:pt x="1157" y="1417"/>
                </a:lnTo>
                <a:lnTo>
                  <a:pt x="1146" y="1411"/>
                </a:lnTo>
                <a:lnTo>
                  <a:pt x="1135" y="1406"/>
                </a:lnTo>
                <a:lnTo>
                  <a:pt x="1124" y="1403"/>
                </a:lnTo>
                <a:lnTo>
                  <a:pt x="1112" y="1401"/>
                </a:lnTo>
                <a:lnTo>
                  <a:pt x="1100" y="1400"/>
                </a:lnTo>
                <a:lnTo>
                  <a:pt x="400" y="14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10" name="Google Shape;1510;p59"/>
          <p:cNvSpPr txBox="1"/>
          <p:nvPr/>
        </p:nvSpPr>
        <p:spPr>
          <a:xfrm>
            <a:off x="2730143" y="4553712"/>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zap</a:t>
            </a:r>
            <a:endParaRPr sz="1100"/>
          </a:p>
        </p:txBody>
      </p:sp>
      <p:sp>
        <p:nvSpPr>
          <p:cNvPr id="1511" name="Google Shape;1511;p59"/>
          <p:cNvSpPr/>
          <p:nvPr/>
        </p:nvSpPr>
        <p:spPr>
          <a:xfrm>
            <a:off x="4383405" y="4142232"/>
            <a:ext cx="377202" cy="377190"/>
          </a:xfrm>
          <a:custGeom>
            <a:rect b="b" l="l" r="r" t="t"/>
            <a:pathLst>
              <a:path extrusionOk="0" fill="none" h="2400" w="2400">
                <a:moveTo>
                  <a:pt x="1200" y="200"/>
                </a:moveTo>
                <a:lnTo>
                  <a:pt x="1200" y="1200"/>
                </a:lnTo>
                <a:moveTo>
                  <a:pt x="1840" y="660"/>
                </a:moveTo>
                <a:lnTo>
                  <a:pt x="1997" y="872"/>
                </a:lnTo>
                <a:lnTo>
                  <a:pt x="2086" y="1120"/>
                </a:lnTo>
                <a:lnTo>
                  <a:pt x="2099" y="1384"/>
                </a:lnTo>
                <a:lnTo>
                  <a:pt x="2035" y="1639"/>
                </a:lnTo>
                <a:lnTo>
                  <a:pt x="1900" y="1866"/>
                </a:lnTo>
                <a:lnTo>
                  <a:pt x="1705" y="2043"/>
                </a:lnTo>
                <a:lnTo>
                  <a:pt x="1467" y="2157"/>
                </a:lnTo>
                <a:lnTo>
                  <a:pt x="1206" y="2196"/>
                </a:lnTo>
                <a:lnTo>
                  <a:pt x="945" y="2158"/>
                </a:lnTo>
                <a:lnTo>
                  <a:pt x="706" y="2047"/>
                </a:lnTo>
                <a:lnTo>
                  <a:pt x="510" y="1870"/>
                </a:lnTo>
                <a:lnTo>
                  <a:pt x="374" y="1645"/>
                </a:lnTo>
                <a:lnTo>
                  <a:pt x="308" y="1389"/>
                </a:lnTo>
                <a:lnTo>
                  <a:pt x="320" y="1126"/>
                </a:lnTo>
                <a:lnTo>
                  <a:pt x="407" y="877"/>
                </a:lnTo>
                <a:lnTo>
                  <a:pt x="563" y="664"/>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12" name="Google Shape;1512;p59"/>
          <p:cNvSpPr txBox="1"/>
          <p:nvPr/>
        </p:nvSpPr>
        <p:spPr>
          <a:xfrm>
            <a:off x="3958051" y="4553712"/>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power</a:t>
            </a:r>
            <a:endParaRPr sz="1100"/>
          </a:p>
        </p:txBody>
      </p:sp>
      <p:sp>
        <p:nvSpPr>
          <p:cNvPr id="1513" name="Google Shape;1513;p59"/>
          <p:cNvSpPr/>
          <p:nvPr/>
        </p:nvSpPr>
        <p:spPr>
          <a:xfrm>
            <a:off x="5611313" y="4142232"/>
            <a:ext cx="377202" cy="377190"/>
          </a:xfrm>
          <a:custGeom>
            <a:rect b="b" l="l" r="r" t="t"/>
            <a:pathLst>
              <a:path extrusionOk="0" fill="none" h="2400" w="2400">
                <a:moveTo>
                  <a:pt x="2200" y="1200"/>
                </a:moveTo>
                <a:cubicBezTo>
                  <a:pt x="2200" y="1752"/>
                  <a:pt x="1752" y="2200"/>
                  <a:pt x="1200" y="2200"/>
                </a:cubicBezTo>
                <a:cubicBezTo>
                  <a:pt x="648" y="2200"/>
                  <a:pt x="200" y="1752"/>
                  <a:pt x="200" y="1200"/>
                </a:cubicBezTo>
                <a:cubicBezTo>
                  <a:pt x="200" y="648"/>
                  <a:pt x="648" y="200"/>
                  <a:pt x="1200" y="200"/>
                </a:cubicBezTo>
                <a:cubicBezTo>
                  <a:pt x="1752" y="200"/>
                  <a:pt x="2200" y="648"/>
                  <a:pt x="2200" y="1200"/>
                </a:cubicBezTo>
                <a:close/>
                <a:moveTo>
                  <a:pt x="1200" y="200"/>
                </a:moveTo>
                <a:lnTo>
                  <a:pt x="1110" y="304"/>
                </a:lnTo>
                <a:lnTo>
                  <a:pt x="1030" y="417"/>
                </a:lnTo>
                <a:lnTo>
                  <a:pt x="961" y="536"/>
                </a:lnTo>
                <a:lnTo>
                  <a:pt x="904" y="661"/>
                </a:lnTo>
                <a:lnTo>
                  <a:pt x="859" y="792"/>
                </a:lnTo>
                <a:lnTo>
                  <a:pt x="826" y="926"/>
                </a:lnTo>
                <a:lnTo>
                  <a:pt x="807" y="1062"/>
                </a:lnTo>
                <a:lnTo>
                  <a:pt x="800" y="1200"/>
                </a:lnTo>
                <a:lnTo>
                  <a:pt x="807" y="1338"/>
                </a:lnTo>
                <a:lnTo>
                  <a:pt x="826" y="1474"/>
                </a:lnTo>
                <a:lnTo>
                  <a:pt x="859" y="1608"/>
                </a:lnTo>
                <a:lnTo>
                  <a:pt x="904" y="1739"/>
                </a:lnTo>
                <a:lnTo>
                  <a:pt x="961" y="1864"/>
                </a:lnTo>
                <a:lnTo>
                  <a:pt x="1030" y="1983"/>
                </a:lnTo>
                <a:lnTo>
                  <a:pt x="1110" y="2096"/>
                </a:lnTo>
                <a:lnTo>
                  <a:pt x="1200" y="2200"/>
                </a:lnTo>
                <a:lnTo>
                  <a:pt x="1290" y="2096"/>
                </a:lnTo>
                <a:lnTo>
                  <a:pt x="1370" y="1983"/>
                </a:lnTo>
                <a:lnTo>
                  <a:pt x="1439" y="1864"/>
                </a:lnTo>
                <a:lnTo>
                  <a:pt x="1496" y="1739"/>
                </a:lnTo>
                <a:lnTo>
                  <a:pt x="1541" y="1608"/>
                </a:lnTo>
                <a:lnTo>
                  <a:pt x="1574" y="1474"/>
                </a:lnTo>
                <a:lnTo>
                  <a:pt x="1593" y="1338"/>
                </a:lnTo>
                <a:lnTo>
                  <a:pt x="1600" y="1200"/>
                </a:lnTo>
                <a:lnTo>
                  <a:pt x="1593" y="1062"/>
                </a:lnTo>
                <a:lnTo>
                  <a:pt x="1574" y="926"/>
                </a:lnTo>
                <a:lnTo>
                  <a:pt x="1541" y="792"/>
                </a:lnTo>
                <a:lnTo>
                  <a:pt x="1496" y="661"/>
                </a:lnTo>
                <a:lnTo>
                  <a:pt x="1439" y="536"/>
                </a:lnTo>
                <a:lnTo>
                  <a:pt x="1370" y="417"/>
                </a:lnTo>
                <a:lnTo>
                  <a:pt x="1290" y="304"/>
                </a:lnTo>
                <a:lnTo>
                  <a:pt x="1200" y="200"/>
                </a:lnTo>
                <a:moveTo>
                  <a:pt x="200" y="1200"/>
                </a:moveTo>
                <a:lnTo>
                  <a:pt x="2200" y="12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14" name="Google Shape;1514;p59"/>
          <p:cNvSpPr txBox="1"/>
          <p:nvPr/>
        </p:nvSpPr>
        <p:spPr>
          <a:xfrm>
            <a:off x="5185959" y="4553712"/>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globe</a:t>
            </a:r>
            <a:endParaRPr sz="1100"/>
          </a:p>
        </p:txBody>
      </p:sp>
      <p:sp>
        <p:nvSpPr>
          <p:cNvPr id="1515" name="Google Shape;1515;p59"/>
          <p:cNvSpPr/>
          <p:nvPr/>
        </p:nvSpPr>
        <p:spPr>
          <a:xfrm>
            <a:off x="6839221" y="4142232"/>
            <a:ext cx="377202" cy="377190"/>
          </a:xfrm>
          <a:custGeom>
            <a:rect b="b" l="l" r="r" t="t"/>
            <a:pathLst>
              <a:path extrusionOk="0" fill="none" h="2400" w="2400">
                <a:moveTo>
                  <a:pt x="500" y="800"/>
                </a:moveTo>
                <a:lnTo>
                  <a:pt x="1100" y="1400"/>
                </a:lnTo>
                <a:moveTo>
                  <a:pt x="400" y="1400"/>
                </a:moveTo>
                <a:lnTo>
                  <a:pt x="1000" y="800"/>
                </a:lnTo>
                <a:lnTo>
                  <a:pt x="1200" y="500"/>
                </a:lnTo>
                <a:moveTo>
                  <a:pt x="200" y="500"/>
                </a:moveTo>
                <a:lnTo>
                  <a:pt x="1400" y="500"/>
                </a:lnTo>
                <a:moveTo>
                  <a:pt x="700" y="200"/>
                </a:moveTo>
                <a:lnTo>
                  <a:pt x="800" y="200"/>
                </a:lnTo>
                <a:moveTo>
                  <a:pt x="2200" y="2200"/>
                </a:moveTo>
                <a:lnTo>
                  <a:pt x="1700" y="1200"/>
                </a:lnTo>
                <a:lnTo>
                  <a:pt x="1200" y="2200"/>
                </a:lnTo>
                <a:moveTo>
                  <a:pt x="1400" y="1800"/>
                </a:moveTo>
                <a:lnTo>
                  <a:pt x="2000" y="18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16" name="Google Shape;1516;p59"/>
          <p:cNvSpPr txBox="1"/>
          <p:nvPr/>
        </p:nvSpPr>
        <p:spPr>
          <a:xfrm>
            <a:off x="6413867" y="4553712"/>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languages</a:t>
            </a:r>
            <a:endParaRPr sz="1100"/>
          </a:p>
        </p:txBody>
      </p:sp>
      <p:sp>
        <p:nvSpPr>
          <p:cNvPr id="1517" name="Google Shape;1517;p59"/>
          <p:cNvSpPr/>
          <p:nvPr/>
        </p:nvSpPr>
        <p:spPr>
          <a:xfrm>
            <a:off x="8067129" y="4142232"/>
            <a:ext cx="377202" cy="377190"/>
          </a:xfrm>
          <a:custGeom>
            <a:rect b="b" l="l" r="r" t="t"/>
            <a:pathLst>
              <a:path extrusionOk="0" fill="none" h="2400" w="2400">
                <a:moveTo>
                  <a:pt x="630" y="2030"/>
                </a:moveTo>
                <a:lnTo>
                  <a:pt x="647" y="2046"/>
                </a:lnTo>
                <a:lnTo>
                  <a:pt x="666" y="2060"/>
                </a:lnTo>
                <a:lnTo>
                  <a:pt x="687" y="2072"/>
                </a:lnTo>
                <a:lnTo>
                  <a:pt x="708" y="2082"/>
                </a:lnTo>
                <a:lnTo>
                  <a:pt x="730" y="2090"/>
                </a:lnTo>
                <a:lnTo>
                  <a:pt x="753" y="2096"/>
                </a:lnTo>
                <a:lnTo>
                  <a:pt x="776" y="2099"/>
                </a:lnTo>
                <a:lnTo>
                  <a:pt x="800" y="2101"/>
                </a:lnTo>
                <a:lnTo>
                  <a:pt x="824" y="2099"/>
                </a:lnTo>
                <a:lnTo>
                  <a:pt x="847" y="2096"/>
                </a:lnTo>
                <a:lnTo>
                  <a:pt x="870" y="2090"/>
                </a:lnTo>
                <a:lnTo>
                  <a:pt x="892" y="2082"/>
                </a:lnTo>
                <a:lnTo>
                  <a:pt x="913" y="2072"/>
                </a:lnTo>
                <a:lnTo>
                  <a:pt x="934" y="2060"/>
                </a:lnTo>
                <a:lnTo>
                  <a:pt x="953" y="2046"/>
                </a:lnTo>
                <a:lnTo>
                  <a:pt x="970" y="2030"/>
                </a:lnTo>
                <a:lnTo>
                  <a:pt x="1200" y="1800"/>
                </a:lnTo>
                <a:lnTo>
                  <a:pt x="600" y="1200"/>
                </a:lnTo>
                <a:lnTo>
                  <a:pt x="370" y="1430"/>
                </a:lnTo>
                <a:lnTo>
                  <a:pt x="354" y="1447"/>
                </a:lnTo>
                <a:lnTo>
                  <a:pt x="340" y="1466"/>
                </a:lnTo>
                <a:lnTo>
                  <a:pt x="328" y="1487"/>
                </a:lnTo>
                <a:lnTo>
                  <a:pt x="318" y="1508"/>
                </a:lnTo>
                <a:lnTo>
                  <a:pt x="310" y="1530"/>
                </a:lnTo>
                <a:lnTo>
                  <a:pt x="304" y="1553"/>
                </a:lnTo>
                <a:lnTo>
                  <a:pt x="301" y="1576"/>
                </a:lnTo>
                <a:lnTo>
                  <a:pt x="299" y="1600"/>
                </a:lnTo>
                <a:lnTo>
                  <a:pt x="301" y="1624"/>
                </a:lnTo>
                <a:lnTo>
                  <a:pt x="304" y="1647"/>
                </a:lnTo>
                <a:lnTo>
                  <a:pt x="310" y="1670"/>
                </a:lnTo>
                <a:lnTo>
                  <a:pt x="318" y="1692"/>
                </a:lnTo>
                <a:lnTo>
                  <a:pt x="328" y="1713"/>
                </a:lnTo>
                <a:lnTo>
                  <a:pt x="340" y="1734"/>
                </a:lnTo>
                <a:lnTo>
                  <a:pt x="354" y="1753"/>
                </a:lnTo>
                <a:lnTo>
                  <a:pt x="370" y="1770"/>
                </a:lnTo>
                <a:lnTo>
                  <a:pt x="630" y="2030"/>
                </a:lnTo>
                <a:moveTo>
                  <a:pt x="200" y="2200"/>
                </a:moveTo>
                <a:lnTo>
                  <a:pt x="500" y="1900"/>
                </a:lnTo>
                <a:moveTo>
                  <a:pt x="750" y="1350"/>
                </a:moveTo>
                <a:lnTo>
                  <a:pt x="1000" y="1100"/>
                </a:lnTo>
                <a:moveTo>
                  <a:pt x="1050" y="1650"/>
                </a:moveTo>
                <a:lnTo>
                  <a:pt x="1300" y="1400"/>
                </a:lnTo>
                <a:moveTo>
                  <a:pt x="1800" y="300"/>
                </a:moveTo>
                <a:lnTo>
                  <a:pt x="1400" y="700"/>
                </a:lnTo>
                <a:lnTo>
                  <a:pt x="2000" y="700"/>
                </a:lnTo>
                <a:lnTo>
                  <a:pt x="1600" y="1100"/>
                </a:lnTo>
              </a:path>
            </a:pathLst>
          </a:custGeom>
          <a:noFill/>
          <a:ln cap="rnd" cmpd="sng" w="28575">
            <a:solidFill>
              <a:srgbClr val="1A1A1A"/>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18" name="Google Shape;1518;p59"/>
          <p:cNvSpPr txBox="1"/>
          <p:nvPr/>
        </p:nvSpPr>
        <p:spPr>
          <a:xfrm>
            <a:off x="7641775" y="4553712"/>
            <a:ext cx="1227900" cy="9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600">
                <a:solidFill>
                  <a:srgbClr val="6B7280"/>
                </a:solidFill>
                <a:latin typeface="Arial"/>
                <a:ea typeface="Arial"/>
                <a:cs typeface="Arial"/>
                <a:sym typeface="Arial"/>
              </a:rPr>
              <a:t>plug-zap</a:t>
            </a:r>
            <a:endParaRPr sz="11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C0E1E"/>
            </a:gs>
            <a:gs pos="100000">
              <a:srgbClr val="14336F"/>
            </a:gs>
          </a:gsLst>
          <a:lin ang="5400012" scaled="0"/>
        </a:gradFill>
      </p:bgPr>
    </p:bg>
    <p:spTree>
      <p:nvGrpSpPr>
        <p:cNvPr id="1522" name="Shape 1522"/>
        <p:cNvGrpSpPr/>
        <p:nvPr/>
      </p:nvGrpSpPr>
      <p:grpSpPr>
        <a:xfrm>
          <a:off x="0" y="0"/>
          <a:ext cx="0" cy="0"/>
          <a:chOff x="0" y="0"/>
          <a:chExt cx="0" cy="0"/>
        </a:xfrm>
      </p:grpSpPr>
      <p:grpSp>
        <p:nvGrpSpPr>
          <p:cNvPr id="1523" name="Google Shape;1523;p60"/>
          <p:cNvGrpSpPr/>
          <p:nvPr/>
        </p:nvGrpSpPr>
        <p:grpSpPr>
          <a:xfrm>
            <a:off x="1487817" y="2040355"/>
            <a:ext cx="1735148" cy="335820"/>
            <a:chOff x="2142667" y="1837955"/>
            <a:chExt cx="1735148" cy="335820"/>
          </a:xfrm>
        </p:grpSpPr>
        <p:sp>
          <p:nvSpPr>
            <p:cNvPr id="1524" name="Google Shape;1524;p60"/>
            <p:cNvSpPr/>
            <p:nvPr/>
          </p:nvSpPr>
          <p:spPr>
            <a:xfrm>
              <a:off x="2142667" y="1837955"/>
              <a:ext cx="1735148" cy="335820"/>
            </a:xfrm>
            <a:custGeom>
              <a:rect b="b" l="l" r="r" t="t"/>
              <a:pathLst>
                <a:path extrusionOk="0" h="6000" w="31000">
                  <a:moveTo>
                    <a:pt x="28697" y="3004"/>
                  </a:moveTo>
                  <a:cubicBezTo>
                    <a:pt x="28697" y="2738"/>
                    <a:pt x="28631" y="2500"/>
                    <a:pt x="28500" y="2293"/>
                  </a:cubicBezTo>
                  <a:cubicBezTo>
                    <a:pt x="28369" y="2086"/>
                    <a:pt x="28188" y="1924"/>
                    <a:pt x="27956" y="1808"/>
                  </a:cubicBezTo>
                  <a:cubicBezTo>
                    <a:pt x="27723" y="1692"/>
                    <a:pt x="27455" y="1634"/>
                    <a:pt x="27148" y="1634"/>
                  </a:cubicBezTo>
                  <a:cubicBezTo>
                    <a:pt x="26912" y="1634"/>
                    <a:pt x="26684" y="1677"/>
                    <a:pt x="26467" y="1760"/>
                  </a:cubicBezTo>
                  <a:cubicBezTo>
                    <a:pt x="26250" y="1844"/>
                    <a:pt x="26059" y="1960"/>
                    <a:pt x="25896" y="2105"/>
                  </a:cubicBezTo>
                  <a:cubicBezTo>
                    <a:pt x="25732" y="2250"/>
                    <a:pt x="25614" y="2415"/>
                    <a:pt x="25540" y="2597"/>
                  </a:cubicBezTo>
                  <a:lnTo>
                    <a:pt x="26140" y="2909"/>
                  </a:lnTo>
                  <a:cubicBezTo>
                    <a:pt x="26224" y="2721"/>
                    <a:pt x="26354" y="2568"/>
                    <a:pt x="26529" y="2450"/>
                  </a:cubicBezTo>
                  <a:cubicBezTo>
                    <a:pt x="26704" y="2331"/>
                    <a:pt x="26905" y="2272"/>
                    <a:pt x="27133" y="2272"/>
                  </a:cubicBezTo>
                  <a:cubicBezTo>
                    <a:pt x="27395" y="2272"/>
                    <a:pt x="27605" y="2340"/>
                    <a:pt x="27763" y="2475"/>
                  </a:cubicBezTo>
                  <a:cubicBezTo>
                    <a:pt x="27921" y="2612"/>
                    <a:pt x="28000" y="2788"/>
                    <a:pt x="28000" y="3005"/>
                  </a:cubicBezTo>
                  <a:lnTo>
                    <a:pt x="28000" y="3188"/>
                  </a:lnTo>
                  <a:lnTo>
                    <a:pt x="26644" y="3413"/>
                  </a:lnTo>
                  <a:cubicBezTo>
                    <a:pt x="26348" y="3462"/>
                    <a:pt x="26102" y="3547"/>
                    <a:pt x="25907" y="3665"/>
                  </a:cubicBezTo>
                  <a:cubicBezTo>
                    <a:pt x="25712" y="3783"/>
                    <a:pt x="25568" y="3929"/>
                    <a:pt x="25474" y="4098"/>
                  </a:cubicBezTo>
                  <a:cubicBezTo>
                    <a:pt x="25380" y="4268"/>
                    <a:pt x="25334" y="4460"/>
                    <a:pt x="25334" y="4673"/>
                  </a:cubicBezTo>
                  <a:cubicBezTo>
                    <a:pt x="25334" y="4887"/>
                    <a:pt x="25390" y="5092"/>
                    <a:pt x="25505" y="5262"/>
                  </a:cubicBezTo>
                  <a:cubicBezTo>
                    <a:pt x="25618" y="5433"/>
                    <a:pt x="25776" y="5566"/>
                    <a:pt x="25979" y="5662"/>
                  </a:cubicBezTo>
                  <a:cubicBezTo>
                    <a:pt x="26181" y="5759"/>
                    <a:pt x="26414" y="5806"/>
                    <a:pt x="26676" y="5806"/>
                  </a:cubicBezTo>
                  <a:cubicBezTo>
                    <a:pt x="26904" y="5806"/>
                    <a:pt x="27112" y="5773"/>
                    <a:pt x="27303" y="5706"/>
                  </a:cubicBezTo>
                  <a:cubicBezTo>
                    <a:pt x="27493" y="5639"/>
                    <a:pt x="27660" y="5545"/>
                    <a:pt x="27807" y="5424"/>
                  </a:cubicBezTo>
                  <a:cubicBezTo>
                    <a:pt x="27890" y="5355"/>
                    <a:pt x="27963" y="5280"/>
                    <a:pt x="28026" y="5200"/>
                  </a:cubicBezTo>
                  <a:lnTo>
                    <a:pt x="28026" y="5718"/>
                  </a:lnTo>
                  <a:lnTo>
                    <a:pt x="29144" y="5718"/>
                  </a:lnTo>
                  <a:lnTo>
                    <a:pt x="29144" y="5103"/>
                  </a:lnTo>
                  <a:lnTo>
                    <a:pt x="28700" y="5103"/>
                  </a:lnTo>
                  <a:lnTo>
                    <a:pt x="28700" y="3005"/>
                  </a:lnTo>
                  <a:lnTo>
                    <a:pt x="28697" y="3004"/>
                  </a:lnTo>
                  <a:moveTo>
                    <a:pt x="27846" y="4627"/>
                  </a:moveTo>
                  <a:cubicBezTo>
                    <a:pt x="27741" y="4810"/>
                    <a:pt x="27597" y="4955"/>
                    <a:pt x="27412" y="5060"/>
                  </a:cubicBezTo>
                  <a:cubicBezTo>
                    <a:pt x="27227" y="5167"/>
                    <a:pt x="27008" y="5220"/>
                    <a:pt x="26756" y="5220"/>
                  </a:cubicBezTo>
                  <a:cubicBezTo>
                    <a:pt x="26558" y="5220"/>
                    <a:pt x="26395" y="5166"/>
                    <a:pt x="26264" y="5056"/>
                  </a:cubicBezTo>
                  <a:cubicBezTo>
                    <a:pt x="26132" y="4948"/>
                    <a:pt x="26067" y="4812"/>
                    <a:pt x="26067" y="4649"/>
                  </a:cubicBezTo>
                  <a:cubicBezTo>
                    <a:pt x="26067" y="4476"/>
                    <a:pt x="26125" y="4331"/>
                    <a:pt x="26240" y="4215"/>
                  </a:cubicBezTo>
                  <a:cubicBezTo>
                    <a:pt x="26356" y="4100"/>
                    <a:pt x="26543" y="4019"/>
                    <a:pt x="26800" y="3975"/>
                  </a:cubicBezTo>
                  <a:lnTo>
                    <a:pt x="28000" y="3765"/>
                  </a:lnTo>
                  <a:lnTo>
                    <a:pt x="28000" y="4026"/>
                  </a:lnTo>
                  <a:cubicBezTo>
                    <a:pt x="28000" y="4244"/>
                    <a:pt x="27948" y="4444"/>
                    <a:pt x="27844" y="4627"/>
                  </a:cubicBezTo>
                  <a:lnTo>
                    <a:pt x="27846" y="4627"/>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25" name="Google Shape;1525;p60"/>
            <p:cNvSpPr/>
            <p:nvPr/>
          </p:nvSpPr>
          <p:spPr>
            <a:xfrm>
              <a:off x="2142667" y="1837955"/>
              <a:ext cx="1735148" cy="335820"/>
            </a:xfrm>
            <a:custGeom>
              <a:rect b="b" l="l" r="r" t="t"/>
              <a:pathLst>
                <a:path extrusionOk="0" h="6000" w="31000">
                  <a:moveTo>
                    <a:pt x="29218" y="2381"/>
                  </a:moveTo>
                  <a:lnTo>
                    <a:pt x="29804" y="2381"/>
                  </a:lnTo>
                  <a:lnTo>
                    <a:pt x="29804" y="5715"/>
                  </a:lnTo>
                  <a:lnTo>
                    <a:pt x="30500" y="5715"/>
                  </a:lnTo>
                  <a:lnTo>
                    <a:pt x="30500" y="1722"/>
                  </a:lnTo>
                  <a:lnTo>
                    <a:pt x="29218" y="1722"/>
                  </a:lnTo>
                  <a:lnTo>
                    <a:pt x="29218" y="2381"/>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26" name="Google Shape;1526;p60"/>
            <p:cNvSpPr/>
            <p:nvPr/>
          </p:nvSpPr>
          <p:spPr>
            <a:xfrm>
              <a:off x="2142667" y="1837955"/>
              <a:ext cx="1735148" cy="335820"/>
            </a:xfrm>
            <a:custGeom>
              <a:rect b="b" l="l" r="r" t="t"/>
              <a:pathLst>
                <a:path extrusionOk="0" h="6000" w="31000">
                  <a:moveTo>
                    <a:pt x="30501" y="195"/>
                  </a:moveTo>
                  <a:lnTo>
                    <a:pt x="29804" y="195"/>
                  </a:lnTo>
                  <a:lnTo>
                    <a:pt x="29804" y="1084"/>
                  </a:lnTo>
                  <a:lnTo>
                    <a:pt x="30501" y="1084"/>
                  </a:lnTo>
                  <a:lnTo>
                    <a:pt x="30501" y="195"/>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27" name="Google Shape;1527;p60"/>
            <p:cNvSpPr/>
            <p:nvPr/>
          </p:nvSpPr>
          <p:spPr>
            <a:xfrm>
              <a:off x="2142667" y="1837955"/>
              <a:ext cx="1735148" cy="335820"/>
            </a:xfrm>
            <a:custGeom>
              <a:rect b="b" l="l" r="r" t="t"/>
              <a:pathLst>
                <a:path extrusionOk="0" h="6000" w="31000">
                  <a:moveTo>
                    <a:pt x="4737" y="2650"/>
                  </a:moveTo>
                  <a:lnTo>
                    <a:pt x="6870" y="2650"/>
                  </a:lnTo>
                  <a:lnTo>
                    <a:pt x="6870" y="3170"/>
                  </a:lnTo>
                  <a:lnTo>
                    <a:pt x="5757" y="3350"/>
                  </a:lnTo>
                  <a:cubicBezTo>
                    <a:pt x="5438" y="3399"/>
                    <a:pt x="5172" y="3482"/>
                    <a:pt x="4958" y="3601"/>
                  </a:cubicBezTo>
                  <a:cubicBezTo>
                    <a:pt x="4745" y="3719"/>
                    <a:pt x="4587" y="3864"/>
                    <a:pt x="4484" y="4039"/>
                  </a:cubicBezTo>
                  <a:cubicBezTo>
                    <a:pt x="4381" y="4214"/>
                    <a:pt x="4329" y="4413"/>
                    <a:pt x="4329" y="4640"/>
                  </a:cubicBezTo>
                  <a:cubicBezTo>
                    <a:pt x="4329" y="4880"/>
                    <a:pt x="4386" y="5087"/>
                    <a:pt x="4499" y="5262"/>
                  </a:cubicBezTo>
                  <a:cubicBezTo>
                    <a:pt x="4612" y="5437"/>
                    <a:pt x="4774" y="5571"/>
                    <a:pt x="4985" y="5663"/>
                  </a:cubicBezTo>
                  <a:cubicBezTo>
                    <a:pt x="5196" y="5756"/>
                    <a:pt x="5447" y="5804"/>
                    <a:pt x="5736" y="5804"/>
                  </a:cubicBezTo>
                  <a:cubicBezTo>
                    <a:pt x="5953" y="5804"/>
                    <a:pt x="6149" y="5775"/>
                    <a:pt x="6326" y="5719"/>
                  </a:cubicBezTo>
                  <a:cubicBezTo>
                    <a:pt x="6502" y="5662"/>
                    <a:pt x="6661" y="5576"/>
                    <a:pt x="6804" y="5462"/>
                  </a:cubicBezTo>
                  <a:cubicBezTo>
                    <a:pt x="6881" y="5399"/>
                    <a:pt x="6954" y="5327"/>
                    <a:pt x="7025" y="5246"/>
                  </a:cubicBezTo>
                  <a:lnTo>
                    <a:pt x="7239" y="5716"/>
                  </a:lnTo>
                  <a:lnTo>
                    <a:pt x="7976" y="5716"/>
                  </a:lnTo>
                  <a:lnTo>
                    <a:pt x="7976" y="1693"/>
                  </a:lnTo>
                  <a:lnTo>
                    <a:pt x="5066" y="1693"/>
                  </a:lnTo>
                  <a:lnTo>
                    <a:pt x="4738" y="2651"/>
                  </a:lnTo>
                  <a:lnTo>
                    <a:pt x="4737" y="2650"/>
                  </a:lnTo>
                  <a:moveTo>
                    <a:pt x="6870" y="4109"/>
                  </a:moveTo>
                  <a:cubicBezTo>
                    <a:pt x="6870" y="4271"/>
                    <a:pt x="6831" y="4420"/>
                    <a:pt x="6755" y="4554"/>
                  </a:cubicBezTo>
                  <a:cubicBezTo>
                    <a:pt x="6679" y="4689"/>
                    <a:pt x="6572" y="4795"/>
                    <a:pt x="6435" y="4874"/>
                  </a:cubicBezTo>
                  <a:cubicBezTo>
                    <a:pt x="6297" y="4952"/>
                    <a:pt x="6138" y="4992"/>
                    <a:pt x="5956" y="4992"/>
                  </a:cubicBezTo>
                  <a:cubicBezTo>
                    <a:pt x="5819" y="4992"/>
                    <a:pt x="5703" y="4957"/>
                    <a:pt x="5610" y="4889"/>
                  </a:cubicBezTo>
                  <a:cubicBezTo>
                    <a:pt x="5517" y="4821"/>
                    <a:pt x="5470" y="4725"/>
                    <a:pt x="5470" y="4602"/>
                  </a:cubicBezTo>
                  <a:cubicBezTo>
                    <a:pt x="5470" y="4470"/>
                    <a:pt x="5511" y="4368"/>
                    <a:pt x="5595" y="4296"/>
                  </a:cubicBezTo>
                  <a:cubicBezTo>
                    <a:pt x="5679" y="4226"/>
                    <a:pt x="5798" y="4175"/>
                    <a:pt x="5956" y="4146"/>
                  </a:cubicBezTo>
                  <a:lnTo>
                    <a:pt x="6870" y="4013"/>
                  </a:lnTo>
                  <a:lnTo>
                    <a:pt x="6870" y="4110"/>
                  </a:lnTo>
                  <a:lnTo>
                    <a:pt x="6870" y="4109"/>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28" name="Google Shape;1528;p60"/>
            <p:cNvSpPr/>
            <p:nvPr/>
          </p:nvSpPr>
          <p:spPr>
            <a:xfrm>
              <a:off x="2142667" y="1837955"/>
              <a:ext cx="1735148" cy="335820"/>
            </a:xfrm>
            <a:custGeom>
              <a:rect b="b" l="l" r="r" t="t"/>
              <a:pathLst>
                <a:path extrusionOk="0" h="6000" w="31000">
                  <a:moveTo>
                    <a:pt x="13846" y="1796"/>
                  </a:moveTo>
                  <a:cubicBezTo>
                    <a:pt x="13623" y="1669"/>
                    <a:pt x="13367" y="1605"/>
                    <a:pt x="13076" y="1605"/>
                  </a:cubicBezTo>
                  <a:cubicBezTo>
                    <a:pt x="12747" y="1605"/>
                    <a:pt x="12460" y="1683"/>
                    <a:pt x="12214" y="1840"/>
                  </a:cubicBezTo>
                  <a:cubicBezTo>
                    <a:pt x="12068" y="1934"/>
                    <a:pt x="11940" y="2060"/>
                    <a:pt x="11835" y="2215"/>
                  </a:cubicBezTo>
                  <a:cubicBezTo>
                    <a:pt x="11752" y="2077"/>
                    <a:pt x="11637" y="1957"/>
                    <a:pt x="11489" y="1858"/>
                  </a:cubicBezTo>
                  <a:cubicBezTo>
                    <a:pt x="11236" y="1688"/>
                    <a:pt x="10942" y="1603"/>
                    <a:pt x="10609" y="1603"/>
                  </a:cubicBezTo>
                  <a:cubicBezTo>
                    <a:pt x="10296" y="1603"/>
                    <a:pt x="10026" y="1677"/>
                    <a:pt x="9799" y="1824"/>
                  </a:cubicBezTo>
                  <a:cubicBezTo>
                    <a:pt x="9650" y="1922"/>
                    <a:pt x="9501" y="2021"/>
                    <a:pt x="9400" y="2165"/>
                  </a:cubicBezTo>
                  <a:lnTo>
                    <a:pt x="9188" y="1692"/>
                  </a:lnTo>
                  <a:lnTo>
                    <a:pt x="8451" y="1692"/>
                  </a:lnTo>
                  <a:lnTo>
                    <a:pt x="8451" y="5714"/>
                  </a:lnTo>
                  <a:lnTo>
                    <a:pt x="9556" y="5714"/>
                  </a:lnTo>
                  <a:lnTo>
                    <a:pt x="9556" y="3364"/>
                  </a:lnTo>
                  <a:cubicBezTo>
                    <a:pt x="9556" y="3207"/>
                    <a:pt x="9584" y="3072"/>
                    <a:pt x="9641" y="2959"/>
                  </a:cubicBezTo>
                  <a:cubicBezTo>
                    <a:pt x="9698" y="2846"/>
                    <a:pt x="9779" y="2757"/>
                    <a:pt x="9884" y="2694"/>
                  </a:cubicBezTo>
                  <a:cubicBezTo>
                    <a:pt x="9990" y="2630"/>
                    <a:pt x="10113" y="2599"/>
                    <a:pt x="10256" y="2599"/>
                  </a:cubicBezTo>
                  <a:cubicBezTo>
                    <a:pt x="10398" y="2599"/>
                    <a:pt x="10528" y="2631"/>
                    <a:pt x="10631" y="2694"/>
                  </a:cubicBezTo>
                  <a:cubicBezTo>
                    <a:pt x="10734" y="2758"/>
                    <a:pt x="10814" y="2846"/>
                    <a:pt x="10870" y="2959"/>
                  </a:cubicBezTo>
                  <a:cubicBezTo>
                    <a:pt x="10927" y="3072"/>
                    <a:pt x="10955" y="3207"/>
                    <a:pt x="10955" y="3364"/>
                  </a:cubicBezTo>
                  <a:lnTo>
                    <a:pt x="10955" y="5714"/>
                  </a:lnTo>
                  <a:lnTo>
                    <a:pt x="12060" y="5714"/>
                  </a:lnTo>
                  <a:lnTo>
                    <a:pt x="12060" y="3364"/>
                  </a:lnTo>
                  <a:cubicBezTo>
                    <a:pt x="12060" y="3207"/>
                    <a:pt x="12088" y="3072"/>
                    <a:pt x="12145" y="2959"/>
                  </a:cubicBezTo>
                  <a:cubicBezTo>
                    <a:pt x="12202" y="2846"/>
                    <a:pt x="12283" y="2757"/>
                    <a:pt x="12388" y="2694"/>
                  </a:cubicBezTo>
                  <a:cubicBezTo>
                    <a:pt x="12494" y="2630"/>
                    <a:pt x="12617" y="2599"/>
                    <a:pt x="12760" y="2599"/>
                  </a:cubicBezTo>
                  <a:cubicBezTo>
                    <a:pt x="12902" y="2599"/>
                    <a:pt x="13032" y="2631"/>
                    <a:pt x="13135" y="2694"/>
                  </a:cubicBezTo>
                  <a:cubicBezTo>
                    <a:pt x="13238" y="2758"/>
                    <a:pt x="13318" y="2846"/>
                    <a:pt x="13374" y="2959"/>
                  </a:cubicBezTo>
                  <a:cubicBezTo>
                    <a:pt x="13431" y="3072"/>
                    <a:pt x="13459" y="3207"/>
                    <a:pt x="13459" y="3364"/>
                  </a:cubicBezTo>
                  <a:lnTo>
                    <a:pt x="13459" y="5714"/>
                  </a:lnTo>
                  <a:lnTo>
                    <a:pt x="14564" y="5714"/>
                  </a:lnTo>
                  <a:lnTo>
                    <a:pt x="14564" y="3129"/>
                  </a:lnTo>
                  <a:cubicBezTo>
                    <a:pt x="14564" y="2824"/>
                    <a:pt x="14500" y="2558"/>
                    <a:pt x="14372" y="2330"/>
                  </a:cubicBezTo>
                  <a:cubicBezTo>
                    <a:pt x="14245" y="2101"/>
                    <a:pt x="14069" y="1924"/>
                    <a:pt x="13845" y="1796"/>
                  </a:cubicBezTo>
                  <a:lnTo>
                    <a:pt x="13846" y="1796"/>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29" name="Google Shape;1529;p60"/>
            <p:cNvSpPr/>
            <p:nvPr/>
          </p:nvSpPr>
          <p:spPr>
            <a:xfrm>
              <a:off x="2142667" y="1837955"/>
              <a:ext cx="1735148" cy="335820"/>
            </a:xfrm>
            <a:custGeom>
              <a:rect b="b" l="l" r="r" t="t"/>
              <a:pathLst>
                <a:path extrusionOk="0" h="6000" w="31000">
                  <a:moveTo>
                    <a:pt x="18262" y="1885"/>
                  </a:moveTo>
                  <a:cubicBezTo>
                    <a:pt x="17952" y="1698"/>
                    <a:pt x="17606" y="1605"/>
                    <a:pt x="17222" y="1605"/>
                  </a:cubicBezTo>
                  <a:cubicBezTo>
                    <a:pt x="16928" y="1605"/>
                    <a:pt x="16667" y="1660"/>
                    <a:pt x="16438" y="1770"/>
                  </a:cubicBezTo>
                  <a:cubicBezTo>
                    <a:pt x="16294" y="1840"/>
                    <a:pt x="16172" y="1930"/>
                    <a:pt x="16066" y="2035"/>
                  </a:cubicBezTo>
                  <a:lnTo>
                    <a:pt x="16066" y="270"/>
                  </a:lnTo>
                  <a:lnTo>
                    <a:pt x="14962" y="904"/>
                  </a:lnTo>
                  <a:lnTo>
                    <a:pt x="14962" y="5716"/>
                  </a:lnTo>
                  <a:lnTo>
                    <a:pt x="15699" y="5716"/>
                  </a:lnTo>
                  <a:lnTo>
                    <a:pt x="15898" y="5217"/>
                  </a:lnTo>
                  <a:cubicBezTo>
                    <a:pt x="16039" y="5409"/>
                    <a:pt x="16224" y="5554"/>
                    <a:pt x="16453" y="5653"/>
                  </a:cubicBezTo>
                  <a:cubicBezTo>
                    <a:pt x="16686" y="5754"/>
                    <a:pt x="16941" y="5804"/>
                    <a:pt x="17216" y="5804"/>
                  </a:cubicBezTo>
                  <a:cubicBezTo>
                    <a:pt x="17608" y="5804"/>
                    <a:pt x="17959" y="5711"/>
                    <a:pt x="18269" y="5523"/>
                  </a:cubicBezTo>
                  <a:cubicBezTo>
                    <a:pt x="18579" y="5337"/>
                    <a:pt x="18822" y="5083"/>
                    <a:pt x="19002" y="4764"/>
                  </a:cubicBezTo>
                  <a:cubicBezTo>
                    <a:pt x="19181" y="4446"/>
                    <a:pt x="19271" y="4092"/>
                    <a:pt x="19271" y="3703"/>
                  </a:cubicBezTo>
                  <a:cubicBezTo>
                    <a:pt x="19271" y="3315"/>
                    <a:pt x="19180" y="2956"/>
                    <a:pt x="18999" y="2639"/>
                  </a:cubicBezTo>
                  <a:cubicBezTo>
                    <a:pt x="18817" y="2322"/>
                    <a:pt x="18572" y="2070"/>
                    <a:pt x="18262" y="1884"/>
                  </a:cubicBezTo>
                  <a:lnTo>
                    <a:pt x="18262" y="1885"/>
                  </a:lnTo>
                  <a:moveTo>
                    <a:pt x="17997" y="4278"/>
                  </a:moveTo>
                  <a:cubicBezTo>
                    <a:pt x="17908" y="4446"/>
                    <a:pt x="17786" y="4575"/>
                    <a:pt x="17629" y="4669"/>
                  </a:cubicBezTo>
                  <a:cubicBezTo>
                    <a:pt x="17472" y="4763"/>
                    <a:pt x="17291" y="4810"/>
                    <a:pt x="17084" y="4810"/>
                  </a:cubicBezTo>
                  <a:cubicBezTo>
                    <a:pt x="16876" y="4810"/>
                    <a:pt x="16712" y="4763"/>
                    <a:pt x="16556" y="4669"/>
                  </a:cubicBezTo>
                  <a:cubicBezTo>
                    <a:pt x="16402" y="4577"/>
                    <a:pt x="16281" y="4446"/>
                    <a:pt x="16195" y="4278"/>
                  </a:cubicBezTo>
                  <a:cubicBezTo>
                    <a:pt x="16109" y="4111"/>
                    <a:pt x="16066" y="3920"/>
                    <a:pt x="16066" y="3703"/>
                  </a:cubicBezTo>
                  <a:cubicBezTo>
                    <a:pt x="16066" y="3487"/>
                    <a:pt x="16109" y="3296"/>
                    <a:pt x="16195" y="3129"/>
                  </a:cubicBezTo>
                  <a:cubicBezTo>
                    <a:pt x="16281" y="2961"/>
                    <a:pt x="16401" y="2832"/>
                    <a:pt x="16556" y="2738"/>
                  </a:cubicBezTo>
                  <a:cubicBezTo>
                    <a:pt x="16711" y="2645"/>
                    <a:pt x="16887" y="2597"/>
                    <a:pt x="17084" y="2597"/>
                  </a:cubicBezTo>
                  <a:cubicBezTo>
                    <a:pt x="17289" y="2597"/>
                    <a:pt x="17472" y="2645"/>
                    <a:pt x="17629" y="2741"/>
                  </a:cubicBezTo>
                  <a:cubicBezTo>
                    <a:pt x="17786" y="2837"/>
                    <a:pt x="17909" y="2968"/>
                    <a:pt x="17997" y="3132"/>
                  </a:cubicBezTo>
                  <a:cubicBezTo>
                    <a:pt x="18085" y="3297"/>
                    <a:pt x="18129" y="3487"/>
                    <a:pt x="18129" y="3703"/>
                  </a:cubicBezTo>
                  <a:cubicBezTo>
                    <a:pt x="18129" y="3920"/>
                    <a:pt x="18085" y="4111"/>
                    <a:pt x="17997" y="4278"/>
                  </a:cubicBez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30" name="Google Shape;1530;p60"/>
            <p:cNvSpPr/>
            <p:nvPr/>
          </p:nvSpPr>
          <p:spPr>
            <a:xfrm>
              <a:off x="2142667" y="1837955"/>
              <a:ext cx="1735148" cy="335820"/>
            </a:xfrm>
            <a:custGeom>
              <a:rect b="b" l="l" r="r" t="t"/>
              <a:pathLst>
                <a:path extrusionOk="0" h="6000" w="31000">
                  <a:moveTo>
                    <a:pt x="22957" y="2179"/>
                  </a:moveTo>
                  <a:cubicBezTo>
                    <a:pt x="22787" y="1998"/>
                    <a:pt x="22580" y="1857"/>
                    <a:pt x="22335" y="1756"/>
                  </a:cubicBezTo>
                  <a:cubicBezTo>
                    <a:pt x="22089" y="1656"/>
                    <a:pt x="21807" y="1606"/>
                    <a:pt x="21487" y="1606"/>
                  </a:cubicBezTo>
                  <a:cubicBezTo>
                    <a:pt x="21104" y="1606"/>
                    <a:pt x="20760" y="1697"/>
                    <a:pt x="20456" y="1879"/>
                  </a:cubicBezTo>
                  <a:cubicBezTo>
                    <a:pt x="20151" y="2060"/>
                    <a:pt x="19909" y="2308"/>
                    <a:pt x="19730" y="2622"/>
                  </a:cubicBezTo>
                  <a:cubicBezTo>
                    <a:pt x="19552" y="2936"/>
                    <a:pt x="19462" y="3294"/>
                    <a:pt x="19462" y="3697"/>
                  </a:cubicBezTo>
                  <a:cubicBezTo>
                    <a:pt x="19462" y="4100"/>
                    <a:pt x="19548" y="4439"/>
                    <a:pt x="19719" y="4758"/>
                  </a:cubicBezTo>
                  <a:cubicBezTo>
                    <a:pt x="19891" y="5077"/>
                    <a:pt x="20134" y="5332"/>
                    <a:pt x="20448" y="5521"/>
                  </a:cubicBezTo>
                  <a:cubicBezTo>
                    <a:pt x="20762" y="5710"/>
                    <a:pt x="21133" y="5804"/>
                    <a:pt x="21560" y="5804"/>
                  </a:cubicBezTo>
                  <a:cubicBezTo>
                    <a:pt x="21836" y="5804"/>
                    <a:pt x="22088" y="5764"/>
                    <a:pt x="22319" y="5681"/>
                  </a:cubicBezTo>
                  <a:cubicBezTo>
                    <a:pt x="22549" y="5600"/>
                    <a:pt x="22750" y="5486"/>
                    <a:pt x="22920" y="5339"/>
                  </a:cubicBezTo>
                  <a:cubicBezTo>
                    <a:pt x="23090" y="5191"/>
                    <a:pt x="23213" y="5020"/>
                    <a:pt x="23292" y="4824"/>
                  </a:cubicBezTo>
                  <a:lnTo>
                    <a:pt x="22408" y="4404"/>
                  </a:lnTo>
                  <a:cubicBezTo>
                    <a:pt x="22330" y="4542"/>
                    <a:pt x="22220" y="4650"/>
                    <a:pt x="22080" y="4728"/>
                  </a:cubicBezTo>
                  <a:cubicBezTo>
                    <a:pt x="21940" y="4807"/>
                    <a:pt x="21771" y="4847"/>
                    <a:pt x="21576" y="4847"/>
                  </a:cubicBezTo>
                  <a:cubicBezTo>
                    <a:pt x="21360" y="4847"/>
                    <a:pt x="21176" y="4799"/>
                    <a:pt x="21023" y="4703"/>
                  </a:cubicBezTo>
                  <a:cubicBezTo>
                    <a:pt x="20871" y="4608"/>
                    <a:pt x="20758" y="4474"/>
                    <a:pt x="20685" y="4302"/>
                  </a:cubicBezTo>
                  <a:cubicBezTo>
                    <a:pt x="20647" y="4213"/>
                    <a:pt x="20622" y="4118"/>
                    <a:pt x="20609" y="4015"/>
                  </a:cubicBezTo>
                  <a:lnTo>
                    <a:pt x="23425" y="4015"/>
                  </a:lnTo>
                  <a:cubicBezTo>
                    <a:pt x="23445" y="3961"/>
                    <a:pt x="23459" y="3895"/>
                    <a:pt x="23465" y="3819"/>
                  </a:cubicBezTo>
                  <a:cubicBezTo>
                    <a:pt x="23473" y="3743"/>
                    <a:pt x="23477" y="3666"/>
                    <a:pt x="23477" y="3588"/>
                  </a:cubicBezTo>
                  <a:cubicBezTo>
                    <a:pt x="23477" y="3307"/>
                    <a:pt x="23433" y="3049"/>
                    <a:pt x="23344" y="2811"/>
                  </a:cubicBezTo>
                  <a:cubicBezTo>
                    <a:pt x="23256" y="2573"/>
                    <a:pt x="23127" y="2363"/>
                    <a:pt x="22957" y="2181"/>
                  </a:cubicBezTo>
                  <a:lnTo>
                    <a:pt x="22957" y="2179"/>
                  </a:lnTo>
                  <a:moveTo>
                    <a:pt x="20638" y="3203"/>
                  </a:moveTo>
                  <a:cubicBezTo>
                    <a:pt x="20651" y="3147"/>
                    <a:pt x="20667" y="3091"/>
                    <a:pt x="20686" y="3041"/>
                  </a:cubicBezTo>
                  <a:cubicBezTo>
                    <a:pt x="20754" y="2860"/>
                    <a:pt x="20858" y="2722"/>
                    <a:pt x="20996" y="2628"/>
                  </a:cubicBezTo>
                  <a:cubicBezTo>
                    <a:pt x="21133" y="2536"/>
                    <a:pt x="21298" y="2488"/>
                    <a:pt x="21490" y="2488"/>
                  </a:cubicBezTo>
                  <a:cubicBezTo>
                    <a:pt x="21681" y="2488"/>
                    <a:pt x="21852" y="2536"/>
                    <a:pt x="21987" y="2632"/>
                  </a:cubicBezTo>
                  <a:cubicBezTo>
                    <a:pt x="22122" y="2727"/>
                    <a:pt x="22216" y="2859"/>
                    <a:pt x="22270" y="3023"/>
                  </a:cubicBezTo>
                  <a:cubicBezTo>
                    <a:pt x="22290" y="3080"/>
                    <a:pt x="22299" y="3141"/>
                    <a:pt x="22305" y="3203"/>
                  </a:cubicBezTo>
                  <a:lnTo>
                    <a:pt x="20640" y="3203"/>
                  </a:lnTo>
                  <a:lnTo>
                    <a:pt x="20638" y="3203"/>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31" name="Google Shape;1531;p60"/>
            <p:cNvSpPr/>
            <p:nvPr/>
          </p:nvSpPr>
          <p:spPr>
            <a:xfrm>
              <a:off x="2142667" y="1837955"/>
              <a:ext cx="1735148" cy="335820"/>
            </a:xfrm>
            <a:custGeom>
              <a:rect b="b" l="l" r="r" t="t"/>
              <a:pathLst>
                <a:path extrusionOk="0" h="6000" w="31000">
                  <a:moveTo>
                    <a:pt x="3317" y="1693"/>
                  </a:moveTo>
                  <a:lnTo>
                    <a:pt x="2499" y="4242"/>
                  </a:lnTo>
                  <a:lnTo>
                    <a:pt x="1680" y="1693"/>
                  </a:lnTo>
                  <a:lnTo>
                    <a:pt x="459" y="1693"/>
                  </a:lnTo>
                  <a:lnTo>
                    <a:pt x="1835" y="5715"/>
                  </a:lnTo>
                  <a:lnTo>
                    <a:pt x="3161" y="5715"/>
                  </a:lnTo>
                  <a:lnTo>
                    <a:pt x="4539" y="1693"/>
                  </a:lnTo>
                  <a:lnTo>
                    <a:pt x="3317" y="1693"/>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32" name="Google Shape;1532;p60"/>
            <p:cNvSpPr/>
            <p:nvPr/>
          </p:nvSpPr>
          <p:spPr>
            <a:xfrm>
              <a:off x="2142667" y="1837955"/>
              <a:ext cx="1735148" cy="335820"/>
            </a:xfrm>
            <a:custGeom>
              <a:rect b="b" l="l" r="r" t="t"/>
              <a:pathLst>
                <a:path extrusionOk="0" h="6000" w="31000">
                  <a:moveTo>
                    <a:pt x="24399" y="5715"/>
                  </a:moveTo>
                  <a:cubicBezTo>
                    <a:pt x="24702" y="5715"/>
                    <a:pt x="24948" y="5469"/>
                    <a:pt x="24948" y="5166"/>
                  </a:cubicBezTo>
                  <a:cubicBezTo>
                    <a:pt x="24948" y="4862"/>
                    <a:pt x="24702" y="4617"/>
                    <a:pt x="24399" y="4617"/>
                  </a:cubicBezTo>
                  <a:cubicBezTo>
                    <a:pt x="24095" y="4617"/>
                    <a:pt x="23849" y="4862"/>
                    <a:pt x="23849" y="5166"/>
                  </a:cubicBezTo>
                  <a:cubicBezTo>
                    <a:pt x="23849" y="5469"/>
                    <a:pt x="24095" y="5715"/>
                    <a:pt x="24399" y="5715"/>
                  </a:cubicBez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grpSp>
        <p:nvGrpSpPr>
          <p:cNvPr id="1533" name="Google Shape;1533;p60"/>
          <p:cNvGrpSpPr/>
          <p:nvPr/>
        </p:nvGrpSpPr>
        <p:grpSpPr>
          <a:xfrm>
            <a:off x="2414516" y="619096"/>
            <a:ext cx="4314968" cy="835155"/>
            <a:chOff x="2414529" y="178571"/>
            <a:chExt cx="4314968" cy="835155"/>
          </a:xfrm>
        </p:grpSpPr>
        <p:sp>
          <p:nvSpPr>
            <p:cNvPr id="1534" name="Google Shape;1534;p60"/>
            <p:cNvSpPr/>
            <p:nvPr/>
          </p:nvSpPr>
          <p:spPr>
            <a:xfrm>
              <a:off x="2414529" y="178571"/>
              <a:ext cx="4314968" cy="835155"/>
            </a:xfrm>
            <a:custGeom>
              <a:rect b="b" l="l" r="r" t="t"/>
              <a:pathLst>
                <a:path extrusionOk="0" h="6000" w="31000">
                  <a:moveTo>
                    <a:pt x="11740" y="2442"/>
                  </a:moveTo>
                  <a:lnTo>
                    <a:pt x="13926" y="2442"/>
                  </a:lnTo>
                  <a:lnTo>
                    <a:pt x="13926" y="2976"/>
                  </a:lnTo>
                  <a:lnTo>
                    <a:pt x="12786" y="3160"/>
                  </a:lnTo>
                  <a:cubicBezTo>
                    <a:pt x="12458" y="3210"/>
                    <a:pt x="12185" y="3296"/>
                    <a:pt x="11966" y="3417"/>
                  </a:cubicBezTo>
                  <a:cubicBezTo>
                    <a:pt x="11747" y="3538"/>
                    <a:pt x="11584" y="3688"/>
                    <a:pt x="11479" y="3866"/>
                  </a:cubicBezTo>
                  <a:cubicBezTo>
                    <a:pt x="11373" y="4045"/>
                    <a:pt x="11320" y="4250"/>
                    <a:pt x="11320" y="4482"/>
                  </a:cubicBezTo>
                  <a:cubicBezTo>
                    <a:pt x="11320" y="4729"/>
                    <a:pt x="11378" y="4942"/>
                    <a:pt x="11494" y="5120"/>
                  </a:cubicBezTo>
                  <a:cubicBezTo>
                    <a:pt x="11610" y="5299"/>
                    <a:pt x="11776" y="5436"/>
                    <a:pt x="11992" y="5532"/>
                  </a:cubicBezTo>
                  <a:cubicBezTo>
                    <a:pt x="12209" y="5628"/>
                    <a:pt x="12466" y="5676"/>
                    <a:pt x="12763" y="5676"/>
                  </a:cubicBezTo>
                  <a:cubicBezTo>
                    <a:pt x="12985" y="5676"/>
                    <a:pt x="13186" y="5647"/>
                    <a:pt x="13367" y="5589"/>
                  </a:cubicBezTo>
                  <a:cubicBezTo>
                    <a:pt x="13549" y="5531"/>
                    <a:pt x="13712" y="5443"/>
                    <a:pt x="13858" y="5324"/>
                  </a:cubicBezTo>
                  <a:cubicBezTo>
                    <a:pt x="13938" y="5260"/>
                    <a:pt x="14013" y="5186"/>
                    <a:pt x="14085" y="5103"/>
                  </a:cubicBezTo>
                  <a:lnTo>
                    <a:pt x="14304" y="5585"/>
                  </a:lnTo>
                  <a:lnTo>
                    <a:pt x="15060" y="5585"/>
                  </a:lnTo>
                  <a:lnTo>
                    <a:pt x="15060" y="1460"/>
                  </a:lnTo>
                  <a:lnTo>
                    <a:pt x="12075" y="1460"/>
                  </a:lnTo>
                  <a:lnTo>
                    <a:pt x="11740" y="2442"/>
                  </a:lnTo>
                  <a:lnTo>
                    <a:pt x="11740" y="2442"/>
                  </a:lnTo>
                  <a:moveTo>
                    <a:pt x="13810" y="4395"/>
                  </a:moveTo>
                  <a:cubicBezTo>
                    <a:pt x="13731" y="4534"/>
                    <a:pt x="13622" y="4643"/>
                    <a:pt x="13481" y="4724"/>
                  </a:cubicBezTo>
                  <a:cubicBezTo>
                    <a:pt x="13340" y="4805"/>
                    <a:pt x="13176" y="4845"/>
                    <a:pt x="12990" y="4845"/>
                  </a:cubicBezTo>
                  <a:cubicBezTo>
                    <a:pt x="12849" y="4845"/>
                    <a:pt x="12730" y="4810"/>
                    <a:pt x="12635" y="4739"/>
                  </a:cubicBezTo>
                  <a:cubicBezTo>
                    <a:pt x="12539" y="4669"/>
                    <a:pt x="12491" y="4570"/>
                    <a:pt x="12491" y="4444"/>
                  </a:cubicBezTo>
                  <a:cubicBezTo>
                    <a:pt x="12491" y="4308"/>
                    <a:pt x="12534" y="4204"/>
                    <a:pt x="12620" y="4131"/>
                  </a:cubicBezTo>
                  <a:cubicBezTo>
                    <a:pt x="12705" y="4058"/>
                    <a:pt x="12829" y="4006"/>
                    <a:pt x="12990" y="3976"/>
                  </a:cubicBezTo>
                  <a:lnTo>
                    <a:pt x="13927" y="3840"/>
                  </a:lnTo>
                  <a:lnTo>
                    <a:pt x="13927" y="3938"/>
                  </a:lnTo>
                  <a:cubicBezTo>
                    <a:pt x="13927" y="4104"/>
                    <a:pt x="13888" y="4257"/>
                    <a:pt x="13810" y="4395"/>
                  </a:cubicBezTo>
                </a:path>
              </a:pathLst>
            </a:custGeom>
            <a:solidFill>
              <a:srgbClr val="FFFFFF"/>
            </a:solidFill>
            <a:ln>
              <a:noFill/>
            </a:ln>
          </p:spPr>
          <p:txBody>
            <a:bodyPr anchorCtr="0" anchor="t" bIns="71975" lIns="143975" spcFirstLastPara="1" rIns="143975" wrap="square" tIns="71975">
              <a:noAutofit/>
            </a:bodyPr>
            <a:lstStyle/>
            <a:p>
              <a:pPr indent="0" lvl="0" marL="0" marR="0" rtl="0" algn="l">
                <a:spcBef>
                  <a:spcPts val="0"/>
                </a:spcBef>
                <a:spcAft>
                  <a:spcPts val="0"/>
                </a:spcAft>
                <a:buNone/>
              </a:pPr>
              <a:r>
                <a:t/>
              </a:r>
              <a:endParaRPr sz="2939">
                <a:solidFill>
                  <a:schemeClr val="dk1"/>
                </a:solidFill>
                <a:latin typeface="Calibri"/>
                <a:ea typeface="Calibri"/>
                <a:cs typeface="Calibri"/>
                <a:sym typeface="Calibri"/>
              </a:endParaRPr>
            </a:p>
          </p:txBody>
        </p:sp>
        <p:sp>
          <p:nvSpPr>
            <p:cNvPr id="1535" name="Google Shape;1535;p60"/>
            <p:cNvSpPr/>
            <p:nvPr/>
          </p:nvSpPr>
          <p:spPr>
            <a:xfrm>
              <a:off x="2414529" y="178571"/>
              <a:ext cx="4314968" cy="835155"/>
            </a:xfrm>
            <a:custGeom>
              <a:rect b="b" l="l" r="r" t="t"/>
              <a:pathLst>
                <a:path extrusionOk="0" h="6000" w="31000">
                  <a:moveTo>
                    <a:pt x="21082" y="1566"/>
                  </a:moveTo>
                  <a:cubicBezTo>
                    <a:pt x="20853" y="1435"/>
                    <a:pt x="20590" y="1370"/>
                    <a:pt x="20293" y="1370"/>
                  </a:cubicBezTo>
                  <a:cubicBezTo>
                    <a:pt x="19955" y="1370"/>
                    <a:pt x="19660" y="1450"/>
                    <a:pt x="19409" y="1611"/>
                  </a:cubicBezTo>
                  <a:cubicBezTo>
                    <a:pt x="19258" y="1708"/>
                    <a:pt x="19128" y="1837"/>
                    <a:pt x="19019" y="1996"/>
                  </a:cubicBezTo>
                  <a:cubicBezTo>
                    <a:pt x="18934" y="1854"/>
                    <a:pt x="18816" y="1732"/>
                    <a:pt x="18665" y="1630"/>
                  </a:cubicBezTo>
                  <a:cubicBezTo>
                    <a:pt x="18405" y="1456"/>
                    <a:pt x="18104" y="1370"/>
                    <a:pt x="17762" y="1370"/>
                  </a:cubicBezTo>
                  <a:cubicBezTo>
                    <a:pt x="17440" y="1370"/>
                    <a:pt x="17162" y="1445"/>
                    <a:pt x="16931" y="1596"/>
                  </a:cubicBezTo>
                  <a:cubicBezTo>
                    <a:pt x="16777" y="1696"/>
                    <a:pt x="16625" y="1798"/>
                    <a:pt x="16522" y="1946"/>
                  </a:cubicBezTo>
                  <a:lnTo>
                    <a:pt x="16304" y="1460"/>
                  </a:lnTo>
                  <a:lnTo>
                    <a:pt x="15548" y="1460"/>
                  </a:lnTo>
                  <a:lnTo>
                    <a:pt x="15548" y="5585"/>
                  </a:lnTo>
                  <a:lnTo>
                    <a:pt x="16681" y="5585"/>
                  </a:lnTo>
                  <a:lnTo>
                    <a:pt x="16681" y="3175"/>
                  </a:lnTo>
                  <a:cubicBezTo>
                    <a:pt x="16681" y="3014"/>
                    <a:pt x="16710" y="2875"/>
                    <a:pt x="16768" y="2759"/>
                  </a:cubicBezTo>
                  <a:cubicBezTo>
                    <a:pt x="16826" y="2644"/>
                    <a:pt x="16909" y="2553"/>
                    <a:pt x="17018" y="2487"/>
                  </a:cubicBezTo>
                  <a:cubicBezTo>
                    <a:pt x="17126" y="2422"/>
                    <a:pt x="17253" y="2389"/>
                    <a:pt x="17399" y="2389"/>
                  </a:cubicBezTo>
                  <a:cubicBezTo>
                    <a:pt x="17545" y="2389"/>
                    <a:pt x="17679" y="2422"/>
                    <a:pt x="17784" y="2487"/>
                  </a:cubicBezTo>
                  <a:cubicBezTo>
                    <a:pt x="17890" y="2553"/>
                    <a:pt x="17972" y="2644"/>
                    <a:pt x="18030" y="2759"/>
                  </a:cubicBezTo>
                  <a:cubicBezTo>
                    <a:pt x="18088" y="2875"/>
                    <a:pt x="18117" y="3014"/>
                    <a:pt x="18117" y="3175"/>
                  </a:cubicBezTo>
                  <a:lnTo>
                    <a:pt x="18117" y="5585"/>
                  </a:lnTo>
                  <a:lnTo>
                    <a:pt x="19250" y="5585"/>
                  </a:lnTo>
                  <a:lnTo>
                    <a:pt x="19250" y="3175"/>
                  </a:lnTo>
                  <a:cubicBezTo>
                    <a:pt x="19250" y="3014"/>
                    <a:pt x="19279" y="2875"/>
                    <a:pt x="19337" y="2759"/>
                  </a:cubicBezTo>
                  <a:cubicBezTo>
                    <a:pt x="19395" y="2644"/>
                    <a:pt x="19478" y="2553"/>
                    <a:pt x="19586" y="2487"/>
                  </a:cubicBezTo>
                  <a:cubicBezTo>
                    <a:pt x="19694" y="2422"/>
                    <a:pt x="19821" y="2389"/>
                    <a:pt x="19968" y="2389"/>
                  </a:cubicBezTo>
                  <a:cubicBezTo>
                    <a:pt x="20114" y="2389"/>
                    <a:pt x="20247" y="2422"/>
                    <a:pt x="20353" y="2487"/>
                  </a:cubicBezTo>
                  <a:cubicBezTo>
                    <a:pt x="20459" y="2553"/>
                    <a:pt x="20540" y="2644"/>
                    <a:pt x="20598" y="2759"/>
                  </a:cubicBezTo>
                  <a:cubicBezTo>
                    <a:pt x="20656" y="2875"/>
                    <a:pt x="20685" y="3014"/>
                    <a:pt x="20685" y="3175"/>
                  </a:cubicBezTo>
                  <a:lnTo>
                    <a:pt x="20685" y="5585"/>
                  </a:lnTo>
                  <a:lnTo>
                    <a:pt x="21818" y="5585"/>
                  </a:lnTo>
                  <a:lnTo>
                    <a:pt x="21818" y="2933"/>
                  </a:lnTo>
                  <a:cubicBezTo>
                    <a:pt x="21818" y="2621"/>
                    <a:pt x="21753" y="2348"/>
                    <a:pt x="21622" y="2114"/>
                  </a:cubicBezTo>
                  <a:cubicBezTo>
                    <a:pt x="21491" y="1880"/>
                    <a:pt x="21311" y="1697"/>
                    <a:pt x="21082" y="1566"/>
                  </a:cubicBezTo>
                  <a:lnTo>
                    <a:pt x="21082" y="1566"/>
                  </a:lnTo>
                </a:path>
              </a:pathLst>
            </a:custGeom>
            <a:solidFill>
              <a:srgbClr val="FFFFFF"/>
            </a:solidFill>
            <a:ln>
              <a:noFill/>
            </a:ln>
          </p:spPr>
          <p:txBody>
            <a:bodyPr anchorCtr="0" anchor="t" bIns="71975" lIns="143975" spcFirstLastPara="1" rIns="143975" wrap="square" tIns="71975">
              <a:noAutofit/>
            </a:bodyPr>
            <a:lstStyle/>
            <a:p>
              <a:pPr indent="0" lvl="0" marL="0" marR="0" rtl="0" algn="l">
                <a:spcBef>
                  <a:spcPts val="0"/>
                </a:spcBef>
                <a:spcAft>
                  <a:spcPts val="0"/>
                </a:spcAft>
                <a:buNone/>
              </a:pPr>
              <a:r>
                <a:t/>
              </a:r>
              <a:endParaRPr sz="2939">
                <a:solidFill>
                  <a:schemeClr val="dk1"/>
                </a:solidFill>
                <a:latin typeface="Calibri"/>
                <a:ea typeface="Calibri"/>
                <a:cs typeface="Calibri"/>
                <a:sym typeface="Calibri"/>
              </a:endParaRPr>
            </a:p>
          </p:txBody>
        </p:sp>
        <p:sp>
          <p:nvSpPr>
            <p:cNvPr id="1536" name="Google Shape;1536;p60"/>
            <p:cNvSpPr/>
            <p:nvPr/>
          </p:nvSpPr>
          <p:spPr>
            <a:xfrm>
              <a:off x="2414529" y="178571"/>
              <a:ext cx="4314968" cy="835155"/>
            </a:xfrm>
            <a:custGeom>
              <a:rect b="b" l="l" r="r" t="t"/>
              <a:pathLst>
                <a:path extrusionOk="0" h="6000" w="31000">
                  <a:moveTo>
                    <a:pt x="25611" y="1657"/>
                  </a:moveTo>
                  <a:cubicBezTo>
                    <a:pt x="25294" y="1465"/>
                    <a:pt x="24938" y="1370"/>
                    <a:pt x="24546" y="1370"/>
                  </a:cubicBezTo>
                  <a:cubicBezTo>
                    <a:pt x="24244" y="1370"/>
                    <a:pt x="23975" y="1426"/>
                    <a:pt x="23741" y="1540"/>
                  </a:cubicBezTo>
                  <a:cubicBezTo>
                    <a:pt x="23595" y="1610"/>
                    <a:pt x="23468" y="1699"/>
                    <a:pt x="23360" y="1807"/>
                  </a:cubicBezTo>
                  <a:lnTo>
                    <a:pt x="23360" y="0"/>
                  </a:lnTo>
                  <a:lnTo>
                    <a:pt x="22226" y="650"/>
                  </a:lnTo>
                  <a:lnTo>
                    <a:pt x="22226" y="5585"/>
                  </a:lnTo>
                  <a:lnTo>
                    <a:pt x="22982" y="5585"/>
                  </a:lnTo>
                  <a:lnTo>
                    <a:pt x="23186" y="5074"/>
                  </a:lnTo>
                  <a:cubicBezTo>
                    <a:pt x="23331" y="5270"/>
                    <a:pt x="23521" y="5419"/>
                    <a:pt x="23756" y="5521"/>
                  </a:cubicBezTo>
                  <a:cubicBezTo>
                    <a:pt x="23995" y="5624"/>
                    <a:pt x="24256" y="5676"/>
                    <a:pt x="24538" y="5676"/>
                  </a:cubicBezTo>
                  <a:cubicBezTo>
                    <a:pt x="24941" y="5676"/>
                    <a:pt x="25301" y="5580"/>
                    <a:pt x="25618" y="5389"/>
                  </a:cubicBezTo>
                  <a:cubicBezTo>
                    <a:pt x="25936" y="5197"/>
                    <a:pt x="26186" y="4938"/>
                    <a:pt x="26370" y="4611"/>
                  </a:cubicBezTo>
                  <a:cubicBezTo>
                    <a:pt x="26554" y="4283"/>
                    <a:pt x="26646" y="3921"/>
                    <a:pt x="26646" y="3523"/>
                  </a:cubicBezTo>
                  <a:cubicBezTo>
                    <a:pt x="26646" y="3125"/>
                    <a:pt x="26553" y="2756"/>
                    <a:pt x="26366" y="2431"/>
                  </a:cubicBezTo>
                  <a:cubicBezTo>
                    <a:pt x="26180" y="2106"/>
                    <a:pt x="25928" y="1848"/>
                    <a:pt x="25611" y="1657"/>
                  </a:cubicBezTo>
                  <a:lnTo>
                    <a:pt x="25611" y="1657"/>
                  </a:lnTo>
                  <a:moveTo>
                    <a:pt x="25339" y="4112"/>
                  </a:moveTo>
                  <a:cubicBezTo>
                    <a:pt x="25248" y="4283"/>
                    <a:pt x="25122" y="4417"/>
                    <a:pt x="24961" y="4512"/>
                  </a:cubicBezTo>
                  <a:cubicBezTo>
                    <a:pt x="24800" y="4608"/>
                    <a:pt x="24614" y="4656"/>
                    <a:pt x="24402" y="4656"/>
                  </a:cubicBezTo>
                  <a:cubicBezTo>
                    <a:pt x="24190" y="4656"/>
                    <a:pt x="24020" y="4608"/>
                    <a:pt x="23862" y="4512"/>
                  </a:cubicBezTo>
                  <a:cubicBezTo>
                    <a:pt x="23703" y="4417"/>
                    <a:pt x="23580" y="4283"/>
                    <a:pt x="23492" y="4112"/>
                  </a:cubicBezTo>
                  <a:cubicBezTo>
                    <a:pt x="23404" y="3941"/>
                    <a:pt x="23360" y="3744"/>
                    <a:pt x="23360" y="3523"/>
                  </a:cubicBezTo>
                  <a:cubicBezTo>
                    <a:pt x="23360" y="3301"/>
                    <a:pt x="23404" y="3105"/>
                    <a:pt x="23492" y="2933"/>
                  </a:cubicBezTo>
                  <a:cubicBezTo>
                    <a:pt x="23580" y="2762"/>
                    <a:pt x="23703" y="2629"/>
                    <a:pt x="23862" y="2533"/>
                  </a:cubicBezTo>
                  <a:cubicBezTo>
                    <a:pt x="24020" y="2437"/>
                    <a:pt x="24200" y="2390"/>
                    <a:pt x="24402" y="2390"/>
                  </a:cubicBezTo>
                  <a:cubicBezTo>
                    <a:pt x="24614" y="2390"/>
                    <a:pt x="24800" y="2439"/>
                    <a:pt x="24961" y="2537"/>
                  </a:cubicBezTo>
                  <a:cubicBezTo>
                    <a:pt x="25122" y="2635"/>
                    <a:pt x="25248" y="2769"/>
                    <a:pt x="25339" y="2937"/>
                  </a:cubicBezTo>
                  <a:cubicBezTo>
                    <a:pt x="25429" y="3106"/>
                    <a:pt x="25475" y="3301"/>
                    <a:pt x="25475" y="3523"/>
                  </a:cubicBezTo>
                  <a:cubicBezTo>
                    <a:pt x="25475" y="3744"/>
                    <a:pt x="25430" y="3941"/>
                    <a:pt x="25339" y="4112"/>
                  </a:cubicBezTo>
                </a:path>
              </a:pathLst>
            </a:custGeom>
            <a:solidFill>
              <a:srgbClr val="FFFFFF"/>
            </a:solidFill>
            <a:ln>
              <a:noFill/>
            </a:ln>
          </p:spPr>
          <p:txBody>
            <a:bodyPr anchorCtr="0" anchor="t" bIns="71975" lIns="143975" spcFirstLastPara="1" rIns="143975" wrap="square" tIns="71975">
              <a:noAutofit/>
            </a:bodyPr>
            <a:lstStyle/>
            <a:p>
              <a:pPr indent="0" lvl="0" marL="0" marR="0" rtl="0" algn="l">
                <a:spcBef>
                  <a:spcPts val="0"/>
                </a:spcBef>
                <a:spcAft>
                  <a:spcPts val="0"/>
                </a:spcAft>
                <a:buNone/>
              </a:pPr>
              <a:r>
                <a:t/>
              </a:r>
              <a:endParaRPr sz="2939">
                <a:solidFill>
                  <a:schemeClr val="dk1"/>
                </a:solidFill>
                <a:latin typeface="Calibri"/>
                <a:ea typeface="Calibri"/>
                <a:cs typeface="Calibri"/>
                <a:sym typeface="Calibri"/>
              </a:endParaRPr>
            </a:p>
          </p:txBody>
        </p:sp>
        <p:sp>
          <p:nvSpPr>
            <p:cNvPr id="1537" name="Google Shape;1537;p60"/>
            <p:cNvSpPr/>
            <p:nvPr/>
          </p:nvSpPr>
          <p:spPr>
            <a:xfrm>
              <a:off x="2414529" y="178571"/>
              <a:ext cx="4314968" cy="835155"/>
            </a:xfrm>
            <a:custGeom>
              <a:rect b="b" l="l" r="r" t="t"/>
              <a:pathLst>
                <a:path extrusionOk="0" h="6000" w="31000">
                  <a:moveTo>
                    <a:pt x="30823" y="2605"/>
                  </a:moveTo>
                  <a:cubicBezTo>
                    <a:pt x="30733" y="2361"/>
                    <a:pt x="30600" y="2145"/>
                    <a:pt x="30427" y="1959"/>
                  </a:cubicBezTo>
                  <a:cubicBezTo>
                    <a:pt x="30253" y="1773"/>
                    <a:pt x="30040" y="1628"/>
                    <a:pt x="29788" y="1525"/>
                  </a:cubicBezTo>
                  <a:cubicBezTo>
                    <a:pt x="29536" y="1421"/>
                    <a:pt x="29247" y="1370"/>
                    <a:pt x="28920" y="1370"/>
                  </a:cubicBezTo>
                  <a:cubicBezTo>
                    <a:pt x="28527" y="1370"/>
                    <a:pt x="28174" y="1463"/>
                    <a:pt x="27862" y="1649"/>
                  </a:cubicBezTo>
                  <a:cubicBezTo>
                    <a:pt x="27550" y="1836"/>
                    <a:pt x="27301" y="2090"/>
                    <a:pt x="27118" y="2412"/>
                  </a:cubicBezTo>
                  <a:cubicBezTo>
                    <a:pt x="26934" y="2735"/>
                    <a:pt x="26842" y="3102"/>
                    <a:pt x="26842" y="3515"/>
                  </a:cubicBezTo>
                  <a:cubicBezTo>
                    <a:pt x="26842" y="3928"/>
                    <a:pt x="26930" y="4276"/>
                    <a:pt x="27106" y="4603"/>
                  </a:cubicBezTo>
                  <a:cubicBezTo>
                    <a:pt x="27283" y="4931"/>
                    <a:pt x="27532" y="5191"/>
                    <a:pt x="27854" y="5385"/>
                  </a:cubicBezTo>
                  <a:cubicBezTo>
                    <a:pt x="28176" y="5579"/>
                    <a:pt x="28557" y="5676"/>
                    <a:pt x="28995" y="5676"/>
                  </a:cubicBezTo>
                  <a:cubicBezTo>
                    <a:pt x="29277" y="5676"/>
                    <a:pt x="29536" y="5634"/>
                    <a:pt x="29773" y="5551"/>
                  </a:cubicBezTo>
                  <a:cubicBezTo>
                    <a:pt x="30010" y="5468"/>
                    <a:pt x="30215" y="5351"/>
                    <a:pt x="30389" y="5200"/>
                  </a:cubicBezTo>
                  <a:cubicBezTo>
                    <a:pt x="30563" y="5049"/>
                    <a:pt x="30690" y="4873"/>
                    <a:pt x="30770" y="4671"/>
                  </a:cubicBezTo>
                  <a:lnTo>
                    <a:pt x="29864" y="4241"/>
                  </a:lnTo>
                  <a:cubicBezTo>
                    <a:pt x="29783" y="4382"/>
                    <a:pt x="29671" y="4493"/>
                    <a:pt x="29528" y="4573"/>
                  </a:cubicBezTo>
                  <a:cubicBezTo>
                    <a:pt x="29384" y="4654"/>
                    <a:pt x="29212" y="4694"/>
                    <a:pt x="29010" y="4694"/>
                  </a:cubicBezTo>
                  <a:cubicBezTo>
                    <a:pt x="28788" y="4694"/>
                    <a:pt x="28600" y="4645"/>
                    <a:pt x="28444" y="4546"/>
                  </a:cubicBezTo>
                  <a:cubicBezTo>
                    <a:pt x="28288" y="4448"/>
                    <a:pt x="28172" y="4311"/>
                    <a:pt x="28096" y="4135"/>
                  </a:cubicBezTo>
                  <a:cubicBezTo>
                    <a:pt x="28057" y="4044"/>
                    <a:pt x="28031" y="3946"/>
                    <a:pt x="28018" y="3840"/>
                  </a:cubicBezTo>
                  <a:lnTo>
                    <a:pt x="30907" y="3840"/>
                  </a:lnTo>
                  <a:cubicBezTo>
                    <a:pt x="30927" y="3785"/>
                    <a:pt x="30940" y="3718"/>
                    <a:pt x="30948" y="3640"/>
                  </a:cubicBezTo>
                  <a:cubicBezTo>
                    <a:pt x="30956" y="3562"/>
                    <a:pt x="30960" y="3483"/>
                    <a:pt x="30960" y="3402"/>
                  </a:cubicBezTo>
                  <a:cubicBezTo>
                    <a:pt x="30960" y="3115"/>
                    <a:pt x="30914" y="2849"/>
                    <a:pt x="30823" y="2605"/>
                  </a:cubicBezTo>
                  <a:lnTo>
                    <a:pt x="30823" y="2605"/>
                  </a:lnTo>
                  <a:moveTo>
                    <a:pt x="28414" y="2420"/>
                  </a:moveTo>
                  <a:cubicBezTo>
                    <a:pt x="28554" y="2324"/>
                    <a:pt x="28723" y="2276"/>
                    <a:pt x="28920" y="2276"/>
                  </a:cubicBezTo>
                  <a:cubicBezTo>
                    <a:pt x="29116" y="2276"/>
                    <a:pt x="29291" y="2325"/>
                    <a:pt x="29430" y="2423"/>
                  </a:cubicBezTo>
                  <a:cubicBezTo>
                    <a:pt x="29568" y="2522"/>
                    <a:pt x="29665" y="2655"/>
                    <a:pt x="29720" y="2824"/>
                  </a:cubicBezTo>
                  <a:cubicBezTo>
                    <a:pt x="29740" y="2883"/>
                    <a:pt x="29752" y="2945"/>
                    <a:pt x="29759" y="3009"/>
                  </a:cubicBezTo>
                  <a:lnTo>
                    <a:pt x="28048" y="3009"/>
                  </a:lnTo>
                  <a:cubicBezTo>
                    <a:pt x="28061" y="2951"/>
                    <a:pt x="28076" y="2895"/>
                    <a:pt x="28096" y="2843"/>
                  </a:cubicBezTo>
                  <a:cubicBezTo>
                    <a:pt x="28167" y="2656"/>
                    <a:pt x="28272" y="2515"/>
                    <a:pt x="28413" y="2420"/>
                  </a:cubicBezTo>
                  <a:lnTo>
                    <a:pt x="28414" y="2420"/>
                  </a:lnTo>
                </a:path>
              </a:pathLst>
            </a:custGeom>
            <a:solidFill>
              <a:srgbClr val="FFFFFF"/>
            </a:solidFill>
            <a:ln>
              <a:noFill/>
            </a:ln>
          </p:spPr>
          <p:txBody>
            <a:bodyPr anchorCtr="0" anchor="t" bIns="71975" lIns="143975" spcFirstLastPara="1" rIns="143975" wrap="square" tIns="71975">
              <a:noAutofit/>
            </a:bodyPr>
            <a:lstStyle/>
            <a:p>
              <a:pPr indent="0" lvl="0" marL="0" marR="0" rtl="0" algn="l">
                <a:spcBef>
                  <a:spcPts val="0"/>
                </a:spcBef>
                <a:spcAft>
                  <a:spcPts val="0"/>
                </a:spcAft>
                <a:buNone/>
              </a:pPr>
              <a:r>
                <a:t/>
              </a:r>
              <a:endParaRPr sz="2939">
                <a:solidFill>
                  <a:schemeClr val="dk1"/>
                </a:solidFill>
                <a:latin typeface="Calibri"/>
                <a:ea typeface="Calibri"/>
                <a:cs typeface="Calibri"/>
                <a:sym typeface="Calibri"/>
              </a:endParaRPr>
            </a:p>
          </p:txBody>
        </p:sp>
        <p:sp>
          <p:nvSpPr>
            <p:cNvPr id="1538" name="Google Shape;1538;p60"/>
            <p:cNvSpPr/>
            <p:nvPr/>
          </p:nvSpPr>
          <p:spPr>
            <a:xfrm>
              <a:off x="2414529" y="178571"/>
              <a:ext cx="4314968" cy="835155"/>
            </a:xfrm>
            <a:custGeom>
              <a:rect b="b" l="l" r="r" t="t"/>
              <a:pathLst>
                <a:path extrusionOk="0" h="6000" w="31000">
                  <a:moveTo>
                    <a:pt x="10284" y="1460"/>
                  </a:moveTo>
                  <a:lnTo>
                    <a:pt x="9444" y="4075"/>
                  </a:lnTo>
                  <a:lnTo>
                    <a:pt x="8605" y="1460"/>
                  </a:lnTo>
                  <a:lnTo>
                    <a:pt x="7353" y="1460"/>
                  </a:lnTo>
                  <a:lnTo>
                    <a:pt x="8764" y="5585"/>
                  </a:lnTo>
                  <a:lnTo>
                    <a:pt x="10124" y="5585"/>
                  </a:lnTo>
                  <a:lnTo>
                    <a:pt x="11536" y="1460"/>
                  </a:lnTo>
                  <a:lnTo>
                    <a:pt x="10284" y="1460"/>
                  </a:lnTo>
                </a:path>
              </a:pathLst>
            </a:custGeom>
            <a:solidFill>
              <a:srgbClr val="FFFFFF"/>
            </a:solidFill>
            <a:ln>
              <a:noFill/>
            </a:ln>
          </p:spPr>
          <p:txBody>
            <a:bodyPr anchorCtr="0" anchor="t" bIns="71975" lIns="143975" spcFirstLastPara="1" rIns="143975" wrap="square" tIns="71975">
              <a:noAutofit/>
            </a:bodyPr>
            <a:lstStyle/>
            <a:p>
              <a:pPr indent="0" lvl="0" marL="0" marR="0" rtl="0" algn="l">
                <a:spcBef>
                  <a:spcPts val="0"/>
                </a:spcBef>
                <a:spcAft>
                  <a:spcPts val="0"/>
                </a:spcAft>
                <a:buNone/>
              </a:pPr>
              <a:r>
                <a:t/>
              </a:r>
              <a:endParaRPr sz="2939">
                <a:solidFill>
                  <a:schemeClr val="dk1"/>
                </a:solidFill>
                <a:latin typeface="Calibri"/>
                <a:ea typeface="Calibri"/>
                <a:cs typeface="Calibri"/>
                <a:sym typeface="Calibri"/>
              </a:endParaRPr>
            </a:p>
          </p:txBody>
        </p:sp>
        <p:sp>
          <p:nvSpPr>
            <p:cNvPr id="1539" name="Google Shape;1539;p60"/>
            <p:cNvSpPr/>
            <p:nvPr/>
          </p:nvSpPr>
          <p:spPr>
            <a:xfrm>
              <a:off x="2414529" y="178571"/>
              <a:ext cx="4314968" cy="835155"/>
            </a:xfrm>
            <a:custGeom>
              <a:rect b="b" l="l" r="r" t="t"/>
              <a:pathLst>
                <a:path extrusionOk="0" h="6000" w="31000">
                  <a:moveTo>
                    <a:pt x="2882" y="6000"/>
                  </a:moveTo>
                  <a:cubicBezTo>
                    <a:pt x="3851" y="6000"/>
                    <a:pt x="5763" y="4703"/>
                    <a:pt x="5763" y="3739"/>
                  </a:cubicBezTo>
                  <a:cubicBezTo>
                    <a:pt x="5763" y="2776"/>
                    <a:pt x="3851" y="872"/>
                    <a:pt x="2882" y="872"/>
                  </a:cubicBezTo>
                  <a:cubicBezTo>
                    <a:pt x="1913" y="872"/>
                    <a:pt x="0" y="2774"/>
                    <a:pt x="0" y="3739"/>
                  </a:cubicBezTo>
                  <a:cubicBezTo>
                    <a:pt x="0" y="4704"/>
                    <a:pt x="1913" y="6000"/>
                    <a:pt x="2882" y="6000"/>
                  </a:cubicBezTo>
                  <a:moveTo>
                    <a:pt x="2882" y="1754"/>
                  </a:moveTo>
                  <a:cubicBezTo>
                    <a:pt x="3367" y="1754"/>
                    <a:pt x="4876" y="3257"/>
                    <a:pt x="4876" y="3739"/>
                  </a:cubicBezTo>
                  <a:cubicBezTo>
                    <a:pt x="4876" y="4222"/>
                    <a:pt x="3366" y="5118"/>
                    <a:pt x="2882" y="5118"/>
                  </a:cubicBezTo>
                  <a:cubicBezTo>
                    <a:pt x="2398" y="5118"/>
                    <a:pt x="887" y="4222"/>
                    <a:pt x="887" y="3739"/>
                  </a:cubicBezTo>
                  <a:cubicBezTo>
                    <a:pt x="887" y="3257"/>
                    <a:pt x="2398" y="1754"/>
                    <a:pt x="2882" y="1754"/>
                  </a:cubicBezTo>
                </a:path>
              </a:pathLst>
            </a:custGeom>
            <a:solidFill>
              <a:srgbClr val="437AEF"/>
            </a:solidFill>
            <a:ln>
              <a:noFill/>
            </a:ln>
          </p:spPr>
          <p:txBody>
            <a:bodyPr anchorCtr="0" anchor="t" bIns="71975" lIns="143975" spcFirstLastPara="1" rIns="143975" wrap="square" tIns="71975">
              <a:noAutofit/>
            </a:bodyPr>
            <a:lstStyle/>
            <a:p>
              <a:pPr indent="0" lvl="0" marL="0" marR="0" rtl="0" algn="l">
                <a:spcBef>
                  <a:spcPts val="0"/>
                </a:spcBef>
                <a:spcAft>
                  <a:spcPts val="0"/>
                </a:spcAft>
                <a:buNone/>
              </a:pPr>
              <a:r>
                <a:t/>
              </a:r>
              <a:endParaRPr sz="2939">
                <a:solidFill>
                  <a:schemeClr val="dk1"/>
                </a:solidFill>
                <a:latin typeface="Calibri"/>
                <a:ea typeface="Calibri"/>
                <a:cs typeface="Calibri"/>
                <a:sym typeface="Calibri"/>
              </a:endParaRPr>
            </a:p>
          </p:txBody>
        </p:sp>
      </p:grpSp>
      <p:grpSp>
        <p:nvGrpSpPr>
          <p:cNvPr id="1540" name="Google Shape;1540;p60"/>
          <p:cNvGrpSpPr/>
          <p:nvPr/>
        </p:nvGrpSpPr>
        <p:grpSpPr>
          <a:xfrm>
            <a:off x="3888086" y="2040344"/>
            <a:ext cx="2055145" cy="397770"/>
            <a:chOff x="6459836" y="1837944"/>
            <a:chExt cx="2055145" cy="397770"/>
          </a:xfrm>
        </p:grpSpPr>
        <p:sp>
          <p:nvSpPr>
            <p:cNvPr id="1541" name="Google Shape;1541;p60"/>
            <p:cNvSpPr/>
            <p:nvPr/>
          </p:nvSpPr>
          <p:spPr>
            <a:xfrm>
              <a:off x="6459836" y="1837944"/>
              <a:ext cx="2055145" cy="397770"/>
            </a:xfrm>
            <a:custGeom>
              <a:rect b="b" l="l" r="r" t="t"/>
              <a:pathLst>
                <a:path extrusionOk="0" h="6000" w="31000">
                  <a:moveTo>
                    <a:pt x="11740" y="2442"/>
                  </a:moveTo>
                  <a:lnTo>
                    <a:pt x="13926" y="2442"/>
                  </a:lnTo>
                  <a:lnTo>
                    <a:pt x="13926" y="2976"/>
                  </a:lnTo>
                  <a:lnTo>
                    <a:pt x="12786" y="3160"/>
                  </a:lnTo>
                  <a:cubicBezTo>
                    <a:pt x="12458" y="3210"/>
                    <a:pt x="12185" y="3296"/>
                    <a:pt x="11966" y="3417"/>
                  </a:cubicBezTo>
                  <a:cubicBezTo>
                    <a:pt x="11747" y="3538"/>
                    <a:pt x="11584" y="3688"/>
                    <a:pt x="11479" y="3866"/>
                  </a:cubicBezTo>
                  <a:cubicBezTo>
                    <a:pt x="11373" y="4045"/>
                    <a:pt x="11320" y="4250"/>
                    <a:pt x="11320" y="4482"/>
                  </a:cubicBezTo>
                  <a:cubicBezTo>
                    <a:pt x="11320" y="4729"/>
                    <a:pt x="11378" y="4942"/>
                    <a:pt x="11494" y="5120"/>
                  </a:cubicBezTo>
                  <a:cubicBezTo>
                    <a:pt x="11610" y="5299"/>
                    <a:pt x="11776" y="5436"/>
                    <a:pt x="11992" y="5532"/>
                  </a:cubicBezTo>
                  <a:cubicBezTo>
                    <a:pt x="12209" y="5628"/>
                    <a:pt x="12466" y="5676"/>
                    <a:pt x="12763" y="5676"/>
                  </a:cubicBezTo>
                  <a:cubicBezTo>
                    <a:pt x="12985" y="5676"/>
                    <a:pt x="13186" y="5647"/>
                    <a:pt x="13367" y="5589"/>
                  </a:cubicBezTo>
                  <a:cubicBezTo>
                    <a:pt x="13549" y="5531"/>
                    <a:pt x="13712" y="5443"/>
                    <a:pt x="13858" y="5324"/>
                  </a:cubicBezTo>
                  <a:cubicBezTo>
                    <a:pt x="13938" y="5260"/>
                    <a:pt x="14013" y="5186"/>
                    <a:pt x="14085" y="5103"/>
                  </a:cubicBezTo>
                  <a:lnTo>
                    <a:pt x="14304" y="5585"/>
                  </a:lnTo>
                  <a:lnTo>
                    <a:pt x="15060" y="5585"/>
                  </a:lnTo>
                  <a:lnTo>
                    <a:pt x="15060" y="1460"/>
                  </a:lnTo>
                  <a:lnTo>
                    <a:pt x="12075" y="1460"/>
                  </a:lnTo>
                  <a:lnTo>
                    <a:pt x="11740" y="2442"/>
                  </a:lnTo>
                  <a:lnTo>
                    <a:pt x="11740" y="2442"/>
                  </a:lnTo>
                  <a:moveTo>
                    <a:pt x="13810" y="4395"/>
                  </a:moveTo>
                  <a:cubicBezTo>
                    <a:pt x="13731" y="4534"/>
                    <a:pt x="13622" y="4643"/>
                    <a:pt x="13481" y="4724"/>
                  </a:cubicBezTo>
                  <a:cubicBezTo>
                    <a:pt x="13340" y="4805"/>
                    <a:pt x="13176" y="4845"/>
                    <a:pt x="12990" y="4845"/>
                  </a:cubicBezTo>
                  <a:cubicBezTo>
                    <a:pt x="12849" y="4845"/>
                    <a:pt x="12730" y="4810"/>
                    <a:pt x="12635" y="4739"/>
                  </a:cubicBezTo>
                  <a:cubicBezTo>
                    <a:pt x="12539" y="4669"/>
                    <a:pt x="12491" y="4570"/>
                    <a:pt x="12491" y="4444"/>
                  </a:cubicBezTo>
                  <a:cubicBezTo>
                    <a:pt x="12491" y="4308"/>
                    <a:pt x="12534" y="4204"/>
                    <a:pt x="12620" y="4131"/>
                  </a:cubicBezTo>
                  <a:cubicBezTo>
                    <a:pt x="12705" y="4058"/>
                    <a:pt x="12829" y="4006"/>
                    <a:pt x="12990" y="3976"/>
                  </a:cubicBezTo>
                  <a:lnTo>
                    <a:pt x="13927" y="3840"/>
                  </a:lnTo>
                  <a:lnTo>
                    <a:pt x="13927" y="3938"/>
                  </a:lnTo>
                  <a:cubicBezTo>
                    <a:pt x="13927" y="4104"/>
                    <a:pt x="13888" y="4257"/>
                    <a:pt x="13810" y="4395"/>
                  </a:cubicBez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42" name="Google Shape;1542;p60"/>
            <p:cNvSpPr/>
            <p:nvPr/>
          </p:nvSpPr>
          <p:spPr>
            <a:xfrm>
              <a:off x="6459836" y="1837944"/>
              <a:ext cx="2055145" cy="397770"/>
            </a:xfrm>
            <a:custGeom>
              <a:rect b="b" l="l" r="r" t="t"/>
              <a:pathLst>
                <a:path extrusionOk="0" h="6000" w="31000">
                  <a:moveTo>
                    <a:pt x="21082" y="1566"/>
                  </a:moveTo>
                  <a:cubicBezTo>
                    <a:pt x="20853" y="1435"/>
                    <a:pt x="20590" y="1370"/>
                    <a:pt x="20293" y="1370"/>
                  </a:cubicBezTo>
                  <a:cubicBezTo>
                    <a:pt x="19955" y="1370"/>
                    <a:pt x="19660" y="1450"/>
                    <a:pt x="19409" y="1611"/>
                  </a:cubicBezTo>
                  <a:cubicBezTo>
                    <a:pt x="19258" y="1708"/>
                    <a:pt x="19128" y="1837"/>
                    <a:pt x="19019" y="1996"/>
                  </a:cubicBezTo>
                  <a:cubicBezTo>
                    <a:pt x="18934" y="1854"/>
                    <a:pt x="18816" y="1732"/>
                    <a:pt x="18665" y="1630"/>
                  </a:cubicBezTo>
                  <a:cubicBezTo>
                    <a:pt x="18405" y="1456"/>
                    <a:pt x="18104" y="1370"/>
                    <a:pt x="17762" y="1370"/>
                  </a:cubicBezTo>
                  <a:cubicBezTo>
                    <a:pt x="17440" y="1370"/>
                    <a:pt x="17162" y="1445"/>
                    <a:pt x="16931" y="1596"/>
                  </a:cubicBezTo>
                  <a:cubicBezTo>
                    <a:pt x="16777" y="1696"/>
                    <a:pt x="16625" y="1798"/>
                    <a:pt x="16522" y="1946"/>
                  </a:cubicBezTo>
                  <a:lnTo>
                    <a:pt x="16304" y="1460"/>
                  </a:lnTo>
                  <a:lnTo>
                    <a:pt x="15548" y="1460"/>
                  </a:lnTo>
                  <a:lnTo>
                    <a:pt x="15548" y="5585"/>
                  </a:lnTo>
                  <a:lnTo>
                    <a:pt x="16681" y="5585"/>
                  </a:lnTo>
                  <a:lnTo>
                    <a:pt x="16681" y="3175"/>
                  </a:lnTo>
                  <a:cubicBezTo>
                    <a:pt x="16681" y="3014"/>
                    <a:pt x="16710" y="2875"/>
                    <a:pt x="16768" y="2759"/>
                  </a:cubicBezTo>
                  <a:cubicBezTo>
                    <a:pt x="16826" y="2644"/>
                    <a:pt x="16909" y="2553"/>
                    <a:pt x="17018" y="2487"/>
                  </a:cubicBezTo>
                  <a:cubicBezTo>
                    <a:pt x="17126" y="2422"/>
                    <a:pt x="17253" y="2389"/>
                    <a:pt x="17399" y="2389"/>
                  </a:cubicBezTo>
                  <a:cubicBezTo>
                    <a:pt x="17545" y="2389"/>
                    <a:pt x="17679" y="2422"/>
                    <a:pt x="17784" y="2487"/>
                  </a:cubicBezTo>
                  <a:cubicBezTo>
                    <a:pt x="17890" y="2553"/>
                    <a:pt x="17972" y="2644"/>
                    <a:pt x="18030" y="2759"/>
                  </a:cubicBezTo>
                  <a:cubicBezTo>
                    <a:pt x="18088" y="2875"/>
                    <a:pt x="18117" y="3014"/>
                    <a:pt x="18117" y="3175"/>
                  </a:cubicBezTo>
                  <a:lnTo>
                    <a:pt x="18117" y="5585"/>
                  </a:lnTo>
                  <a:lnTo>
                    <a:pt x="19250" y="5585"/>
                  </a:lnTo>
                  <a:lnTo>
                    <a:pt x="19250" y="3175"/>
                  </a:lnTo>
                  <a:cubicBezTo>
                    <a:pt x="19250" y="3014"/>
                    <a:pt x="19279" y="2875"/>
                    <a:pt x="19337" y="2759"/>
                  </a:cubicBezTo>
                  <a:cubicBezTo>
                    <a:pt x="19395" y="2644"/>
                    <a:pt x="19478" y="2553"/>
                    <a:pt x="19586" y="2487"/>
                  </a:cubicBezTo>
                  <a:cubicBezTo>
                    <a:pt x="19694" y="2422"/>
                    <a:pt x="19821" y="2389"/>
                    <a:pt x="19968" y="2389"/>
                  </a:cubicBezTo>
                  <a:cubicBezTo>
                    <a:pt x="20114" y="2389"/>
                    <a:pt x="20247" y="2422"/>
                    <a:pt x="20353" y="2487"/>
                  </a:cubicBezTo>
                  <a:cubicBezTo>
                    <a:pt x="20459" y="2553"/>
                    <a:pt x="20540" y="2644"/>
                    <a:pt x="20598" y="2759"/>
                  </a:cubicBezTo>
                  <a:cubicBezTo>
                    <a:pt x="20656" y="2875"/>
                    <a:pt x="20685" y="3014"/>
                    <a:pt x="20685" y="3175"/>
                  </a:cubicBezTo>
                  <a:lnTo>
                    <a:pt x="20685" y="5585"/>
                  </a:lnTo>
                  <a:lnTo>
                    <a:pt x="21818" y="5585"/>
                  </a:lnTo>
                  <a:lnTo>
                    <a:pt x="21818" y="2933"/>
                  </a:lnTo>
                  <a:cubicBezTo>
                    <a:pt x="21818" y="2621"/>
                    <a:pt x="21753" y="2348"/>
                    <a:pt x="21622" y="2114"/>
                  </a:cubicBezTo>
                  <a:cubicBezTo>
                    <a:pt x="21491" y="1880"/>
                    <a:pt x="21311" y="1697"/>
                    <a:pt x="21082" y="1566"/>
                  </a:cubicBezTo>
                  <a:lnTo>
                    <a:pt x="21082" y="1566"/>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43" name="Google Shape;1543;p60"/>
            <p:cNvSpPr/>
            <p:nvPr/>
          </p:nvSpPr>
          <p:spPr>
            <a:xfrm>
              <a:off x="6459836" y="1837944"/>
              <a:ext cx="2055145" cy="397770"/>
            </a:xfrm>
            <a:custGeom>
              <a:rect b="b" l="l" r="r" t="t"/>
              <a:pathLst>
                <a:path extrusionOk="0" h="6000" w="31000">
                  <a:moveTo>
                    <a:pt x="25611" y="1657"/>
                  </a:moveTo>
                  <a:cubicBezTo>
                    <a:pt x="25294" y="1465"/>
                    <a:pt x="24938" y="1370"/>
                    <a:pt x="24546" y="1370"/>
                  </a:cubicBezTo>
                  <a:cubicBezTo>
                    <a:pt x="24244" y="1370"/>
                    <a:pt x="23975" y="1426"/>
                    <a:pt x="23741" y="1540"/>
                  </a:cubicBezTo>
                  <a:cubicBezTo>
                    <a:pt x="23595" y="1610"/>
                    <a:pt x="23468" y="1699"/>
                    <a:pt x="23360" y="1807"/>
                  </a:cubicBezTo>
                  <a:lnTo>
                    <a:pt x="23360" y="0"/>
                  </a:lnTo>
                  <a:lnTo>
                    <a:pt x="22226" y="650"/>
                  </a:lnTo>
                  <a:lnTo>
                    <a:pt x="22226" y="5585"/>
                  </a:lnTo>
                  <a:lnTo>
                    <a:pt x="22982" y="5585"/>
                  </a:lnTo>
                  <a:lnTo>
                    <a:pt x="23186" y="5074"/>
                  </a:lnTo>
                  <a:cubicBezTo>
                    <a:pt x="23331" y="5270"/>
                    <a:pt x="23521" y="5419"/>
                    <a:pt x="23756" y="5521"/>
                  </a:cubicBezTo>
                  <a:cubicBezTo>
                    <a:pt x="23995" y="5624"/>
                    <a:pt x="24256" y="5676"/>
                    <a:pt x="24538" y="5676"/>
                  </a:cubicBezTo>
                  <a:cubicBezTo>
                    <a:pt x="24941" y="5676"/>
                    <a:pt x="25301" y="5580"/>
                    <a:pt x="25618" y="5389"/>
                  </a:cubicBezTo>
                  <a:cubicBezTo>
                    <a:pt x="25936" y="5197"/>
                    <a:pt x="26186" y="4938"/>
                    <a:pt x="26370" y="4611"/>
                  </a:cubicBezTo>
                  <a:cubicBezTo>
                    <a:pt x="26554" y="4283"/>
                    <a:pt x="26646" y="3921"/>
                    <a:pt x="26646" y="3523"/>
                  </a:cubicBezTo>
                  <a:cubicBezTo>
                    <a:pt x="26646" y="3125"/>
                    <a:pt x="26553" y="2756"/>
                    <a:pt x="26366" y="2431"/>
                  </a:cubicBezTo>
                  <a:cubicBezTo>
                    <a:pt x="26180" y="2106"/>
                    <a:pt x="25928" y="1848"/>
                    <a:pt x="25611" y="1657"/>
                  </a:cubicBezTo>
                  <a:lnTo>
                    <a:pt x="25611" y="1657"/>
                  </a:lnTo>
                  <a:moveTo>
                    <a:pt x="25339" y="4112"/>
                  </a:moveTo>
                  <a:cubicBezTo>
                    <a:pt x="25248" y="4283"/>
                    <a:pt x="25122" y="4417"/>
                    <a:pt x="24961" y="4512"/>
                  </a:cubicBezTo>
                  <a:cubicBezTo>
                    <a:pt x="24800" y="4608"/>
                    <a:pt x="24614" y="4656"/>
                    <a:pt x="24402" y="4656"/>
                  </a:cubicBezTo>
                  <a:cubicBezTo>
                    <a:pt x="24190" y="4656"/>
                    <a:pt x="24020" y="4608"/>
                    <a:pt x="23862" y="4512"/>
                  </a:cubicBezTo>
                  <a:cubicBezTo>
                    <a:pt x="23703" y="4417"/>
                    <a:pt x="23580" y="4283"/>
                    <a:pt x="23492" y="4112"/>
                  </a:cubicBezTo>
                  <a:cubicBezTo>
                    <a:pt x="23404" y="3941"/>
                    <a:pt x="23360" y="3744"/>
                    <a:pt x="23360" y="3523"/>
                  </a:cubicBezTo>
                  <a:cubicBezTo>
                    <a:pt x="23360" y="3301"/>
                    <a:pt x="23404" y="3105"/>
                    <a:pt x="23492" y="2933"/>
                  </a:cubicBezTo>
                  <a:cubicBezTo>
                    <a:pt x="23580" y="2762"/>
                    <a:pt x="23703" y="2629"/>
                    <a:pt x="23862" y="2533"/>
                  </a:cubicBezTo>
                  <a:cubicBezTo>
                    <a:pt x="24020" y="2437"/>
                    <a:pt x="24200" y="2390"/>
                    <a:pt x="24402" y="2390"/>
                  </a:cubicBezTo>
                  <a:cubicBezTo>
                    <a:pt x="24614" y="2390"/>
                    <a:pt x="24800" y="2439"/>
                    <a:pt x="24961" y="2537"/>
                  </a:cubicBezTo>
                  <a:cubicBezTo>
                    <a:pt x="25122" y="2635"/>
                    <a:pt x="25248" y="2769"/>
                    <a:pt x="25339" y="2937"/>
                  </a:cubicBezTo>
                  <a:cubicBezTo>
                    <a:pt x="25429" y="3106"/>
                    <a:pt x="25475" y="3301"/>
                    <a:pt x="25475" y="3523"/>
                  </a:cubicBezTo>
                  <a:cubicBezTo>
                    <a:pt x="25475" y="3744"/>
                    <a:pt x="25430" y="3941"/>
                    <a:pt x="25339" y="4112"/>
                  </a:cubicBez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44" name="Google Shape;1544;p60"/>
            <p:cNvSpPr/>
            <p:nvPr/>
          </p:nvSpPr>
          <p:spPr>
            <a:xfrm>
              <a:off x="6459836" y="1837944"/>
              <a:ext cx="2055145" cy="397770"/>
            </a:xfrm>
            <a:custGeom>
              <a:rect b="b" l="l" r="r" t="t"/>
              <a:pathLst>
                <a:path extrusionOk="0" h="6000" w="31000">
                  <a:moveTo>
                    <a:pt x="30823" y="2605"/>
                  </a:moveTo>
                  <a:cubicBezTo>
                    <a:pt x="30733" y="2361"/>
                    <a:pt x="30600" y="2145"/>
                    <a:pt x="30427" y="1959"/>
                  </a:cubicBezTo>
                  <a:cubicBezTo>
                    <a:pt x="30253" y="1773"/>
                    <a:pt x="30040" y="1628"/>
                    <a:pt x="29788" y="1525"/>
                  </a:cubicBezTo>
                  <a:cubicBezTo>
                    <a:pt x="29536" y="1421"/>
                    <a:pt x="29247" y="1370"/>
                    <a:pt x="28920" y="1370"/>
                  </a:cubicBezTo>
                  <a:cubicBezTo>
                    <a:pt x="28527" y="1370"/>
                    <a:pt x="28174" y="1463"/>
                    <a:pt x="27862" y="1649"/>
                  </a:cubicBezTo>
                  <a:cubicBezTo>
                    <a:pt x="27550" y="1836"/>
                    <a:pt x="27301" y="2090"/>
                    <a:pt x="27118" y="2412"/>
                  </a:cubicBezTo>
                  <a:cubicBezTo>
                    <a:pt x="26934" y="2735"/>
                    <a:pt x="26842" y="3102"/>
                    <a:pt x="26842" y="3515"/>
                  </a:cubicBezTo>
                  <a:cubicBezTo>
                    <a:pt x="26842" y="3928"/>
                    <a:pt x="26930" y="4276"/>
                    <a:pt x="27106" y="4603"/>
                  </a:cubicBezTo>
                  <a:cubicBezTo>
                    <a:pt x="27283" y="4931"/>
                    <a:pt x="27532" y="5191"/>
                    <a:pt x="27854" y="5385"/>
                  </a:cubicBezTo>
                  <a:cubicBezTo>
                    <a:pt x="28176" y="5579"/>
                    <a:pt x="28557" y="5676"/>
                    <a:pt x="28995" y="5676"/>
                  </a:cubicBezTo>
                  <a:cubicBezTo>
                    <a:pt x="29277" y="5676"/>
                    <a:pt x="29536" y="5634"/>
                    <a:pt x="29773" y="5551"/>
                  </a:cubicBezTo>
                  <a:cubicBezTo>
                    <a:pt x="30010" y="5468"/>
                    <a:pt x="30215" y="5351"/>
                    <a:pt x="30389" y="5200"/>
                  </a:cubicBezTo>
                  <a:cubicBezTo>
                    <a:pt x="30563" y="5049"/>
                    <a:pt x="30690" y="4873"/>
                    <a:pt x="30770" y="4671"/>
                  </a:cubicBezTo>
                  <a:lnTo>
                    <a:pt x="29864" y="4241"/>
                  </a:lnTo>
                  <a:cubicBezTo>
                    <a:pt x="29783" y="4382"/>
                    <a:pt x="29671" y="4493"/>
                    <a:pt x="29528" y="4573"/>
                  </a:cubicBezTo>
                  <a:cubicBezTo>
                    <a:pt x="29384" y="4654"/>
                    <a:pt x="29212" y="4694"/>
                    <a:pt x="29010" y="4694"/>
                  </a:cubicBezTo>
                  <a:cubicBezTo>
                    <a:pt x="28788" y="4694"/>
                    <a:pt x="28600" y="4645"/>
                    <a:pt x="28444" y="4546"/>
                  </a:cubicBezTo>
                  <a:cubicBezTo>
                    <a:pt x="28288" y="4448"/>
                    <a:pt x="28172" y="4311"/>
                    <a:pt x="28096" y="4135"/>
                  </a:cubicBezTo>
                  <a:cubicBezTo>
                    <a:pt x="28057" y="4044"/>
                    <a:pt x="28031" y="3946"/>
                    <a:pt x="28018" y="3840"/>
                  </a:cubicBezTo>
                  <a:lnTo>
                    <a:pt x="30907" y="3840"/>
                  </a:lnTo>
                  <a:cubicBezTo>
                    <a:pt x="30927" y="3785"/>
                    <a:pt x="30940" y="3718"/>
                    <a:pt x="30948" y="3640"/>
                  </a:cubicBezTo>
                  <a:cubicBezTo>
                    <a:pt x="30956" y="3562"/>
                    <a:pt x="30960" y="3483"/>
                    <a:pt x="30960" y="3402"/>
                  </a:cubicBezTo>
                  <a:cubicBezTo>
                    <a:pt x="30960" y="3115"/>
                    <a:pt x="30914" y="2849"/>
                    <a:pt x="30823" y="2605"/>
                  </a:cubicBezTo>
                  <a:lnTo>
                    <a:pt x="30823" y="2605"/>
                  </a:lnTo>
                  <a:moveTo>
                    <a:pt x="28414" y="2420"/>
                  </a:moveTo>
                  <a:cubicBezTo>
                    <a:pt x="28554" y="2324"/>
                    <a:pt x="28723" y="2276"/>
                    <a:pt x="28920" y="2276"/>
                  </a:cubicBezTo>
                  <a:cubicBezTo>
                    <a:pt x="29116" y="2276"/>
                    <a:pt x="29291" y="2325"/>
                    <a:pt x="29430" y="2423"/>
                  </a:cubicBezTo>
                  <a:cubicBezTo>
                    <a:pt x="29568" y="2522"/>
                    <a:pt x="29665" y="2655"/>
                    <a:pt x="29720" y="2824"/>
                  </a:cubicBezTo>
                  <a:cubicBezTo>
                    <a:pt x="29740" y="2883"/>
                    <a:pt x="29752" y="2945"/>
                    <a:pt x="29759" y="3009"/>
                  </a:cubicBezTo>
                  <a:lnTo>
                    <a:pt x="28048" y="3009"/>
                  </a:lnTo>
                  <a:cubicBezTo>
                    <a:pt x="28061" y="2951"/>
                    <a:pt x="28076" y="2895"/>
                    <a:pt x="28096" y="2843"/>
                  </a:cubicBezTo>
                  <a:cubicBezTo>
                    <a:pt x="28167" y="2656"/>
                    <a:pt x="28272" y="2515"/>
                    <a:pt x="28413" y="2420"/>
                  </a:cubicBezTo>
                  <a:lnTo>
                    <a:pt x="28414" y="2420"/>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45" name="Google Shape;1545;p60"/>
            <p:cNvSpPr/>
            <p:nvPr/>
          </p:nvSpPr>
          <p:spPr>
            <a:xfrm>
              <a:off x="6459836" y="1837944"/>
              <a:ext cx="2055145" cy="397770"/>
            </a:xfrm>
            <a:custGeom>
              <a:rect b="b" l="l" r="r" t="t"/>
              <a:pathLst>
                <a:path extrusionOk="0" h="6000" w="31000">
                  <a:moveTo>
                    <a:pt x="10284" y="1460"/>
                  </a:moveTo>
                  <a:lnTo>
                    <a:pt x="9444" y="4075"/>
                  </a:lnTo>
                  <a:lnTo>
                    <a:pt x="8605" y="1460"/>
                  </a:lnTo>
                  <a:lnTo>
                    <a:pt x="7353" y="1460"/>
                  </a:lnTo>
                  <a:lnTo>
                    <a:pt x="8764" y="5585"/>
                  </a:lnTo>
                  <a:lnTo>
                    <a:pt x="10124" y="5585"/>
                  </a:lnTo>
                  <a:lnTo>
                    <a:pt x="11536" y="1460"/>
                  </a:lnTo>
                  <a:lnTo>
                    <a:pt x="10284" y="1460"/>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46" name="Google Shape;1546;p60"/>
            <p:cNvSpPr/>
            <p:nvPr/>
          </p:nvSpPr>
          <p:spPr>
            <a:xfrm>
              <a:off x="6459836" y="1837944"/>
              <a:ext cx="2055145" cy="397770"/>
            </a:xfrm>
            <a:custGeom>
              <a:rect b="b" l="l" r="r" t="t"/>
              <a:pathLst>
                <a:path extrusionOk="0" h="6000" w="31000">
                  <a:moveTo>
                    <a:pt x="2882" y="6000"/>
                  </a:moveTo>
                  <a:cubicBezTo>
                    <a:pt x="3851" y="6000"/>
                    <a:pt x="5763" y="4703"/>
                    <a:pt x="5763" y="3739"/>
                  </a:cubicBezTo>
                  <a:cubicBezTo>
                    <a:pt x="5763" y="2776"/>
                    <a:pt x="3851" y="872"/>
                    <a:pt x="2882" y="872"/>
                  </a:cubicBezTo>
                  <a:cubicBezTo>
                    <a:pt x="1913" y="872"/>
                    <a:pt x="0" y="2774"/>
                    <a:pt x="0" y="3739"/>
                  </a:cubicBezTo>
                  <a:cubicBezTo>
                    <a:pt x="0" y="4704"/>
                    <a:pt x="1913" y="6000"/>
                    <a:pt x="2882" y="6000"/>
                  </a:cubicBezTo>
                  <a:moveTo>
                    <a:pt x="2882" y="1754"/>
                  </a:moveTo>
                  <a:cubicBezTo>
                    <a:pt x="3367" y="1754"/>
                    <a:pt x="4876" y="3257"/>
                    <a:pt x="4876" y="3739"/>
                  </a:cubicBezTo>
                  <a:cubicBezTo>
                    <a:pt x="4876" y="4222"/>
                    <a:pt x="3366" y="5118"/>
                    <a:pt x="2882" y="5118"/>
                  </a:cubicBezTo>
                  <a:cubicBezTo>
                    <a:pt x="2398" y="5118"/>
                    <a:pt x="887" y="4222"/>
                    <a:pt x="887" y="3739"/>
                  </a:cubicBezTo>
                  <a:cubicBezTo>
                    <a:pt x="887" y="3257"/>
                    <a:pt x="2398" y="1754"/>
                    <a:pt x="2882" y="1754"/>
                  </a:cubicBez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grpSp>
        <p:nvGrpSpPr>
          <p:cNvPr id="1547" name="Google Shape;1547;p60"/>
          <p:cNvGrpSpPr/>
          <p:nvPr/>
        </p:nvGrpSpPr>
        <p:grpSpPr>
          <a:xfrm>
            <a:off x="6495478" y="2040354"/>
            <a:ext cx="1482885" cy="569207"/>
            <a:chOff x="4923853" y="2660904"/>
            <a:chExt cx="1482885" cy="569207"/>
          </a:xfrm>
        </p:grpSpPr>
        <p:sp>
          <p:nvSpPr>
            <p:cNvPr id="1548" name="Google Shape;1548;p60"/>
            <p:cNvSpPr/>
            <p:nvPr/>
          </p:nvSpPr>
          <p:spPr>
            <a:xfrm>
              <a:off x="4923853" y="2660904"/>
              <a:ext cx="1482885" cy="569207"/>
            </a:xfrm>
            <a:custGeom>
              <a:rect b="b" l="l" r="r" t="t"/>
              <a:pathLst>
                <a:path extrusionOk="0" h="11900" w="31000">
                  <a:moveTo>
                    <a:pt x="11118" y="3527"/>
                  </a:moveTo>
                  <a:lnTo>
                    <a:pt x="13380" y="3527"/>
                  </a:lnTo>
                  <a:lnTo>
                    <a:pt x="13380" y="4078"/>
                  </a:lnTo>
                  <a:lnTo>
                    <a:pt x="12200" y="4269"/>
                  </a:lnTo>
                  <a:cubicBezTo>
                    <a:pt x="11861" y="4321"/>
                    <a:pt x="11579" y="4410"/>
                    <a:pt x="11352" y="4535"/>
                  </a:cubicBezTo>
                  <a:cubicBezTo>
                    <a:pt x="11125" y="4660"/>
                    <a:pt x="10957" y="4815"/>
                    <a:pt x="10848" y="5000"/>
                  </a:cubicBezTo>
                  <a:cubicBezTo>
                    <a:pt x="10738" y="5185"/>
                    <a:pt x="10684" y="5397"/>
                    <a:pt x="10684" y="5637"/>
                  </a:cubicBezTo>
                  <a:cubicBezTo>
                    <a:pt x="10684" y="5892"/>
                    <a:pt x="10744" y="6112"/>
                    <a:pt x="10864" y="6297"/>
                  </a:cubicBezTo>
                  <a:cubicBezTo>
                    <a:pt x="10983" y="6482"/>
                    <a:pt x="11155" y="6624"/>
                    <a:pt x="11379" y="6723"/>
                  </a:cubicBezTo>
                  <a:cubicBezTo>
                    <a:pt x="11603" y="6822"/>
                    <a:pt x="11869" y="6871"/>
                    <a:pt x="12176" y="6871"/>
                  </a:cubicBezTo>
                  <a:cubicBezTo>
                    <a:pt x="12406" y="6871"/>
                    <a:pt x="12614" y="6841"/>
                    <a:pt x="12802" y="6782"/>
                  </a:cubicBezTo>
                  <a:cubicBezTo>
                    <a:pt x="12989" y="6722"/>
                    <a:pt x="13158" y="6631"/>
                    <a:pt x="13310" y="6508"/>
                  </a:cubicBezTo>
                  <a:cubicBezTo>
                    <a:pt x="13392" y="6442"/>
                    <a:pt x="13470" y="6365"/>
                    <a:pt x="13544" y="6279"/>
                  </a:cubicBezTo>
                  <a:lnTo>
                    <a:pt x="13771" y="6778"/>
                  </a:lnTo>
                  <a:lnTo>
                    <a:pt x="14552" y="6778"/>
                  </a:lnTo>
                  <a:lnTo>
                    <a:pt x="14552" y="2511"/>
                  </a:lnTo>
                  <a:lnTo>
                    <a:pt x="11465" y="2511"/>
                  </a:lnTo>
                  <a:lnTo>
                    <a:pt x="11118" y="3527"/>
                  </a:lnTo>
                  <a:lnTo>
                    <a:pt x="11118" y="3527"/>
                  </a:lnTo>
                  <a:moveTo>
                    <a:pt x="13259" y="5547"/>
                  </a:moveTo>
                  <a:cubicBezTo>
                    <a:pt x="13178" y="5690"/>
                    <a:pt x="13065" y="5803"/>
                    <a:pt x="12919" y="5887"/>
                  </a:cubicBezTo>
                  <a:cubicBezTo>
                    <a:pt x="12773" y="5970"/>
                    <a:pt x="12604" y="6012"/>
                    <a:pt x="12411" y="6012"/>
                  </a:cubicBezTo>
                  <a:cubicBezTo>
                    <a:pt x="12265" y="6012"/>
                    <a:pt x="12143" y="5975"/>
                    <a:pt x="12044" y="5902"/>
                  </a:cubicBezTo>
                  <a:cubicBezTo>
                    <a:pt x="11945" y="5830"/>
                    <a:pt x="11895" y="5728"/>
                    <a:pt x="11895" y="5598"/>
                  </a:cubicBezTo>
                  <a:cubicBezTo>
                    <a:pt x="11895" y="5457"/>
                    <a:pt x="11939" y="5349"/>
                    <a:pt x="12028" y="5273"/>
                  </a:cubicBezTo>
                  <a:cubicBezTo>
                    <a:pt x="12116" y="5198"/>
                    <a:pt x="12244" y="5144"/>
                    <a:pt x="12411" y="5113"/>
                  </a:cubicBezTo>
                  <a:lnTo>
                    <a:pt x="13380" y="4972"/>
                  </a:lnTo>
                  <a:lnTo>
                    <a:pt x="13380" y="5074"/>
                  </a:lnTo>
                  <a:cubicBezTo>
                    <a:pt x="13380" y="5246"/>
                    <a:pt x="13340" y="5404"/>
                    <a:pt x="13259" y="5547"/>
                  </a:cubicBezTo>
                  <a:lnTo>
                    <a:pt x="13259" y="5547"/>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49" name="Google Shape;1549;p60"/>
            <p:cNvSpPr/>
            <p:nvPr/>
          </p:nvSpPr>
          <p:spPr>
            <a:xfrm>
              <a:off x="4923853" y="2660904"/>
              <a:ext cx="1482885" cy="569207"/>
            </a:xfrm>
            <a:custGeom>
              <a:rect b="b" l="l" r="r" t="t"/>
              <a:pathLst>
                <a:path extrusionOk="0" h="11900" w="31000">
                  <a:moveTo>
                    <a:pt x="20782" y="2620"/>
                  </a:moveTo>
                  <a:cubicBezTo>
                    <a:pt x="20545" y="2485"/>
                    <a:pt x="20273" y="2417"/>
                    <a:pt x="19966" y="2417"/>
                  </a:cubicBezTo>
                  <a:cubicBezTo>
                    <a:pt x="19616" y="2417"/>
                    <a:pt x="19312" y="2500"/>
                    <a:pt x="19051" y="2667"/>
                  </a:cubicBezTo>
                  <a:cubicBezTo>
                    <a:pt x="18895" y="2767"/>
                    <a:pt x="18761" y="2900"/>
                    <a:pt x="18648" y="3065"/>
                  </a:cubicBezTo>
                  <a:cubicBezTo>
                    <a:pt x="18560" y="2918"/>
                    <a:pt x="18438" y="2791"/>
                    <a:pt x="18281" y="2686"/>
                  </a:cubicBezTo>
                  <a:cubicBezTo>
                    <a:pt x="18013" y="2507"/>
                    <a:pt x="17702" y="2417"/>
                    <a:pt x="17347" y="2417"/>
                  </a:cubicBezTo>
                  <a:cubicBezTo>
                    <a:pt x="17014" y="2417"/>
                    <a:pt x="16727" y="2495"/>
                    <a:pt x="16488" y="2651"/>
                  </a:cubicBezTo>
                  <a:cubicBezTo>
                    <a:pt x="16329" y="2755"/>
                    <a:pt x="16172" y="2859"/>
                    <a:pt x="16065" y="3013"/>
                  </a:cubicBezTo>
                  <a:lnTo>
                    <a:pt x="15839" y="2510"/>
                  </a:lnTo>
                  <a:lnTo>
                    <a:pt x="15057" y="2510"/>
                  </a:lnTo>
                  <a:lnTo>
                    <a:pt x="15057" y="6778"/>
                  </a:lnTo>
                  <a:lnTo>
                    <a:pt x="16230" y="6778"/>
                  </a:lnTo>
                  <a:lnTo>
                    <a:pt x="16230" y="4285"/>
                  </a:lnTo>
                  <a:cubicBezTo>
                    <a:pt x="16230" y="4118"/>
                    <a:pt x="16260" y="3975"/>
                    <a:pt x="16320" y="3855"/>
                  </a:cubicBezTo>
                  <a:cubicBezTo>
                    <a:pt x="16379" y="3735"/>
                    <a:pt x="16465" y="3641"/>
                    <a:pt x="16578" y="3573"/>
                  </a:cubicBezTo>
                  <a:cubicBezTo>
                    <a:pt x="16690" y="3506"/>
                    <a:pt x="16821" y="3472"/>
                    <a:pt x="16972" y="3472"/>
                  </a:cubicBezTo>
                  <a:cubicBezTo>
                    <a:pt x="17123" y="3472"/>
                    <a:pt x="17261" y="3506"/>
                    <a:pt x="17371" y="3573"/>
                  </a:cubicBezTo>
                  <a:cubicBezTo>
                    <a:pt x="17480" y="3641"/>
                    <a:pt x="17565" y="3735"/>
                    <a:pt x="17625" y="3855"/>
                  </a:cubicBezTo>
                  <a:cubicBezTo>
                    <a:pt x="17684" y="3975"/>
                    <a:pt x="17715" y="4118"/>
                    <a:pt x="17715" y="4285"/>
                  </a:cubicBezTo>
                  <a:lnTo>
                    <a:pt x="17715" y="6778"/>
                  </a:lnTo>
                  <a:lnTo>
                    <a:pt x="18887" y="6778"/>
                  </a:lnTo>
                  <a:lnTo>
                    <a:pt x="18887" y="4285"/>
                  </a:lnTo>
                  <a:cubicBezTo>
                    <a:pt x="18887" y="4118"/>
                    <a:pt x="18917" y="3975"/>
                    <a:pt x="18977" y="3855"/>
                  </a:cubicBezTo>
                  <a:cubicBezTo>
                    <a:pt x="19036" y="3735"/>
                    <a:pt x="19122" y="3641"/>
                    <a:pt x="19235" y="3573"/>
                  </a:cubicBezTo>
                  <a:cubicBezTo>
                    <a:pt x="19347" y="3506"/>
                    <a:pt x="19478" y="3472"/>
                    <a:pt x="19629" y="3472"/>
                  </a:cubicBezTo>
                  <a:cubicBezTo>
                    <a:pt x="19780" y="3472"/>
                    <a:pt x="19918" y="3506"/>
                    <a:pt x="20028" y="3573"/>
                  </a:cubicBezTo>
                  <a:cubicBezTo>
                    <a:pt x="20137" y="3641"/>
                    <a:pt x="20222" y="3735"/>
                    <a:pt x="20282" y="3855"/>
                  </a:cubicBezTo>
                  <a:cubicBezTo>
                    <a:pt x="20342" y="3975"/>
                    <a:pt x="20372" y="4118"/>
                    <a:pt x="20372" y="4285"/>
                  </a:cubicBezTo>
                  <a:lnTo>
                    <a:pt x="20372" y="6778"/>
                  </a:lnTo>
                  <a:lnTo>
                    <a:pt x="21544" y="6778"/>
                  </a:lnTo>
                  <a:lnTo>
                    <a:pt x="21544" y="4034"/>
                  </a:lnTo>
                  <a:cubicBezTo>
                    <a:pt x="21544" y="3711"/>
                    <a:pt x="21476" y="3429"/>
                    <a:pt x="21341" y="3186"/>
                  </a:cubicBezTo>
                  <a:cubicBezTo>
                    <a:pt x="21205" y="2944"/>
                    <a:pt x="21019" y="2755"/>
                    <a:pt x="20782" y="2620"/>
                  </a:cubicBezTo>
                  <a:lnTo>
                    <a:pt x="20782" y="2620"/>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50" name="Google Shape;1550;p60"/>
            <p:cNvSpPr/>
            <p:nvPr/>
          </p:nvSpPr>
          <p:spPr>
            <a:xfrm>
              <a:off x="4923853" y="2660904"/>
              <a:ext cx="1482885" cy="569207"/>
            </a:xfrm>
            <a:custGeom>
              <a:rect b="b" l="l" r="r" t="t"/>
              <a:pathLst>
                <a:path extrusionOk="0" h="11900" w="31000">
                  <a:moveTo>
                    <a:pt x="25467" y="2714"/>
                  </a:moveTo>
                  <a:cubicBezTo>
                    <a:pt x="25139" y="2516"/>
                    <a:pt x="24771" y="2417"/>
                    <a:pt x="24365" y="2417"/>
                  </a:cubicBezTo>
                  <a:cubicBezTo>
                    <a:pt x="24052" y="2417"/>
                    <a:pt x="23775" y="2475"/>
                    <a:pt x="23533" y="2593"/>
                  </a:cubicBezTo>
                  <a:cubicBezTo>
                    <a:pt x="23381" y="2666"/>
                    <a:pt x="23250" y="2758"/>
                    <a:pt x="23138" y="2869"/>
                  </a:cubicBezTo>
                  <a:lnTo>
                    <a:pt x="23138" y="1000"/>
                  </a:lnTo>
                  <a:lnTo>
                    <a:pt x="21966" y="1672"/>
                  </a:lnTo>
                  <a:lnTo>
                    <a:pt x="21966" y="6778"/>
                  </a:lnTo>
                  <a:lnTo>
                    <a:pt x="22747" y="6778"/>
                  </a:lnTo>
                  <a:lnTo>
                    <a:pt x="22959" y="6249"/>
                  </a:lnTo>
                  <a:cubicBezTo>
                    <a:pt x="23109" y="6452"/>
                    <a:pt x="23305" y="6606"/>
                    <a:pt x="23548" y="6711"/>
                  </a:cubicBezTo>
                  <a:cubicBezTo>
                    <a:pt x="23796" y="6818"/>
                    <a:pt x="24065" y="6871"/>
                    <a:pt x="24357" y="6871"/>
                  </a:cubicBezTo>
                  <a:cubicBezTo>
                    <a:pt x="24774" y="6871"/>
                    <a:pt x="25146" y="6772"/>
                    <a:pt x="25475" y="6574"/>
                  </a:cubicBezTo>
                  <a:cubicBezTo>
                    <a:pt x="25803" y="6376"/>
                    <a:pt x="26062" y="6108"/>
                    <a:pt x="26252" y="5769"/>
                  </a:cubicBezTo>
                  <a:cubicBezTo>
                    <a:pt x="26442" y="5431"/>
                    <a:pt x="26538" y="5056"/>
                    <a:pt x="26538" y="4644"/>
                  </a:cubicBezTo>
                  <a:cubicBezTo>
                    <a:pt x="26538" y="4232"/>
                    <a:pt x="26441" y="3851"/>
                    <a:pt x="26248" y="3515"/>
                  </a:cubicBezTo>
                  <a:cubicBezTo>
                    <a:pt x="26056" y="3179"/>
                    <a:pt x="25795" y="2912"/>
                    <a:pt x="25467" y="2714"/>
                  </a:cubicBezTo>
                  <a:lnTo>
                    <a:pt x="25467" y="2714"/>
                  </a:lnTo>
                  <a:moveTo>
                    <a:pt x="25186" y="5254"/>
                  </a:moveTo>
                  <a:cubicBezTo>
                    <a:pt x="25092" y="5431"/>
                    <a:pt x="24962" y="5569"/>
                    <a:pt x="24795" y="5668"/>
                  </a:cubicBezTo>
                  <a:cubicBezTo>
                    <a:pt x="24628" y="5767"/>
                    <a:pt x="24435" y="5816"/>
                    <a:pt x="24216" y="5816"/>
                  </a:cubicBezTo>
                  <a:cubicBezTo>
                    <a:pt x="23998" y="5816"/>
                    <a:pt x="23822" y="5767"/>
                    <a:pt x="23658" y="5668"/>
                  </a:cubicBezTo>
                  <a:cubicBezTo>
                    <a:pt x="23494" y="5569"/>
                    <a:pt x="23366" y="5431"/>
                    <a:pt x="23275" y="5254"/>
                  </a:cubicBezTo>
                  <a:cubicBezTo>
                    <a:pt x="23184" y="5077"/>
                    <a:pt x="23138" y="4874"/>
                    <a:pt x="23138" y="4644"/>
                  </a:cubicBezTo>
                  <a:cubicBezTo>
                    <a:pt x="23138" y="4415"/>
                    <a:pt x="23184" y="4212"/>
                    <a:pt x="23275" y="4035"/>
                  </a:cubicBezTo>
                  <a:cubicBezTo>
                    <a:pt x="23366" y="3857"/>
                    <a:pt x="23494" y="3719"/>
                    <a:pt x="23658" y="3620"/>
                  </a:cubicBezTo>
                  <a:cubicBezTo>
                    <a:pt x="23822" y="3521"/>
                    <a:pt x="24008" y="3472"/>
                    <a:pt x="24216" y="3472"/>
                  </a:cubicBezTo>
                  <a:cubicBezTo>
                    <a:pt x="24435" y="3472"/>
                    <a:pt x="24628" y="3523"/>
                    <a:pt x="24795" y="3624"/>
                  </a:cubicBezTo>
                  <a:cubicBezTo>
                    <a:pt x="24962" y="3726"/>
                    <a:pt x="25092" y="3864"/>
                    <a:pt x="25186" y="4038"/>
                  </a:cubicBezTo>
                  <a:cubicBezTo>
                    <a:pt x="25279" y="4213"/>
                    <a:pt x="25326" y="4415"/>
                    <a:pt x="25326" y="4644"/>
                  </a:cubicBezTo>
                  <a:cubicBezTo>
                    <a:pt x="25326" y="4873"/>
                    <a:pt x="25279" y="5077"/>
                    <a:pt x="25186" y="5254"/>
                  </a:cubicBez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51" name="Google Shape;1551;p60"/>
            <p:cNvSpPr/>
            <p:nvPr/>
          </p:nvSpPr>
          <p:spPr>
            <a:xfrm>
              <a:off x="4923853" y="2660904"/>
              <a:ext cx="1482885" cy="569207"/>
            </a:xfrm>
            <a:custGeom>
              <a:rect b="b" l="l" r="r" t="t"/>
              <a:pathLst>
                <a:path extrusionOk="0" h="11900" w="31000">
                  <a:moveTo>
                    <a:pt x="30859" y="3695"/>
                  </a:moveTo>
                  <a:cubicBezTo>
                    <a:pt x="30765" y="3442"/>
                    <a:pt x="30629" y="3219"/>
                    <a:pt x="30449" y="3026"/>
                  </a:cubicBezTo>
                  <a:cubicBezTo>
                    <a:pt x="30269" y="2834"/>
                    <a:pt x="30049" y="2684"/>
                    <a:pt x="29789" y="2577"/>
                  </a:cubicBezTo>
                  <a:cubicBezTo>
                    <a:pt x="29528" y="2470"/>
                    <a:pt x="29229" y="2417"/>
                    <a:pt x="28890" y="2417"/>
                  </a:cubicBezTo>
                  <a:cubicBezTo>
                    <a:pt x="28483" y="2417"/>
                    <a:pt x="28119" y="2513"/>
                    <a:pt x="27796" y="2706"/>
                  </a:cubicBezTo>
                  <a:cubicBezTo>
                    <a:pt x="27473" y="2899"/>
                    <a:pt x="27216" y="3162"/>
                    <a:pt x="27026" y="3495"/>
                  </a:cubicBezTo>
                  <a:cubicBezTo>
                    <a:pt x="26836" y="3829"/>
                    <a:pt x="26741" y="4209"/>
                    <a:pt x="26741" y="4636"/>
                  </a:cubicBezTo>
                  <a:cubicBezTo>
                    <a:pt x="26741" y="5063"/>
                    <a:pt x="26832" y="5423"/>
                    <a:pt x="27014" y="5762"/>
                  </a:cubicBezTo>
                  <a:cubicBezTo>
                    <a:pt x="27196" y="6100"/>
                    <a:pt x="27454" y="6370"/>
                    <a:pt x="27788" y="6571"/>
                  </a:cubicBezTo>
                  <a:cubicBezTo>
                    <a:pt x="28121" y="6771"/>
                    <a:pt x="28515" y="6872"/>
                    <a:pt x="28968" y="6872"/>
                  </a:cubicBezTo>
                  <a:cubicBezTo>
                    <a:pt x="29260" y="6872"/>
                    <a:pt x="29528" y="6828"/>
                    <a:pt x="29773" y="6743"/>
                  </a:cubicBezTo>
                  <a:cubicBezTo>
                    <a:pt x="30018" y="6657"/>
                    <a:pt x="30230" y="6535"/>
                    <a:pt x="30410" y="6379"/>
                  </a:cubicBezTo>
                  <a:cubicBezTo>
                    <a:pt x="30590" y="6223"/>
                    <a:pt x="30721" y="6040"/>
                    <a:pt x="30804" y="5832"/>
                  </a:cubicBezTo>
                  <a:lnTo>
                    <a:pt x="29867" y="5387"/>
                  </a:lnTo>
                  <a:cubicBezTo>
                    <a:pt x="29783" y="5533"/>
                    <a:pt x="29667" y="5647"/>
                    <a:pt x="29519" y="5731"/>
                  </a:cubicBezTo>
                  <a:cubicBezTo>
                    <a:pt x="29370" y="5814"/>
                    <a:pt x="29192" y="5856"/>
                    <a:pt x="28984" y="5856"/>
                  </a:cubicBezTo>
                  <a:cubicBezTo>
                    <a:pt x="28754" y="5856"/>
                    <a:pt x="28559" y="5805"/>
                    <a:pt x="28397" y="5703"/>
                  </a:cubicBezTo>
                  <a:cubicBezTo>
                    <a:pt x="28236" y="5602"/>
                    <a:pt x="28116" y="5460"/>
                    <a:pt x="28038" y="5277"/>
                  </a:cubicBezTo>
                  <a:cubicBezTo>
                    <a:pt x="27998" y="5183"/>
                    <a:pt x="27971" y="5081"/>
                    <a:pt x="27957" y="4972"/>
                  </a:cubicBezTo>
                  <a:lnTo>
                    <a:pt x="30945" y="4972"/>
                  </a:lnTo>
                  <a:cubicBezTo>
                    <a:pt x="30966" y="4915"/>
                    <a:pt x="30980" y="4846"/>
                    <a:pt x="30988" y="4765"/>
                  </a:cubicBezTo>
                  <a:cubicBezTo>
                    <a:pt x="30996" y="4685"/>
                    <a:pt x="31000" y="4602"/>
                    <a:pt x="31000" y="4519"/>
                  </a:cubicBezTo>
                  <a:cubicBezTo>
                    <a:pt x="31000" y="4222"/>
                    <a:pt x="30953" y="3947"/>
                    <a:pt x="30859" y="3694"/>
                  </a:cubicBezTo>
                  <a:lnTo>
                    <a:pt x="30859" y="3695"/>
                  </a:lnTo>
                  <a:moveTo>
                    <a:pt x="28366" y="3503"/>
                  </a:moveTo>
                  <a:cubicBezTo>
                    <a:pt x="28512" y="3404"/>
                    <a:pt x="28687" y="3355"/>
                    <a:pt x="28890" y="3355"/>
                  </a:cubicBezTo>
                  <a:cubicBezTo>
                    <a:pt x="29093" y="3355"/>
                    <a:pt x="29274" y="3405"/>
                    <a:pt x="29417" y="3507"/>
                  </a:cubicBezTo>
                  <a:cubicBezTo>
                    <a:pt x="29561" y="3609"/>
                    <a:pt x="29661" y="3747"/>
                    <a:pt x="29718" y="3921"/>
                  </a:cubicBezTo>
                  <a:cubicBezTo>
                    <a:pt x="29738" y="3982"/>
                    <a:pt x="29751" y="4046"/>
                    <a:pt x="29758" y="4113"/>
                  </a:cubicBezTo>
                  <a:lnTo>
                    <a:pt x="27988" y="4113"/>
                  </a:lnTo>
                  <a:cubicBezTo>
                    <a:pt x="28002" y="4052"/>
                    <a:pt x="28018" y="3995"/>
                    <a:pt x="28038" y="3941"/>
                  </a:cubicBezTo>
                  <a:cubicBezTo>
                    <a:pt x="28111" y="3748"/>
                    <a:pt x="28220" y="3602"/>
                    <a:pt x="28366" y="3503"/>
                  </a:cubicBezTo>
                  <a:lnTo>
                    <a:pt x="28366" y="3503"/>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52" name="Google Shape;1552;p60"/>
            <p:cNvSpPr/>
            <p:nvPr/>
          </p:nvSpPr>
          <p:spPr>
            <a:xfrm>
              <a:off x="4923853" y="2660904"/>
              <a:ext cx="1482885" cy="569207"/>
            </a:xfrm>
            <a:custGeom>
              <a:rect b="b" l="l" r="r" t="t"/>
              <a:pathLst>
                <a:path extrusionOk="0" h="11900" w="31000">
                  <a:moveTo>
                    <a:pt x="9611" y="2511"/>
                  </a:moveTo>
                  <a:lnTo>
                    <a:pt x="8743" y="5215"/>
                  </a:lnTo>
                  <a:lnTo>
                    <a:pt x="7875" y="2511"/>
                  </a:lnTo>
                  <a:lnTo>
                    <a:pt x="6579" y="2511"/>
                  </a:lnTo>
                  <a:lnTo>
                    <a:pt x="8040" y="6778"/>
                  </a:lnTo>
                  <a:lnTo>
                    <a:pt x="9446" y="6778"/>
                  </a:lnTo>
                  <a:lnTo>
                    <a:pt x="10907" y="2511"/>
                  </a:lnTo>
                  <a:lnTo>
                    <a:pt x="9611" y="2511"/>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53" name="Google Shape;1553;p60"/>
            <p:cNvSpPr/>
            <p:nvPr/>
          </p:nvSpPr>
          <p:spPr>
            <a:xfrm>
              <a:off x="4923853" y="2660904"/>
              <a:ext cx="1482885" cy="569207"/>
            </a:xfrm>
            <a:custGeom>
              <a:rect b="b" l="l" r="r" t="t"/>
              <a:pathLst>
                <a:path extrusionOk="0" h="11900" w="31000">
                  <a:moveTo>
                    <a:pt x="2800" y="2139"/>
                  </a:moveTo>
                  <a:cubicBezTo>
                    <a:pt x="1858" y="2139"/>
                    <a:pt x="0" y="3997"/>
                    <a:pt x="0" y="4939"/>
                  </a:cubicBezTo>
                  <a:cubicBezTo>
                    <a:pt x="0" y="5881"/>
                    <a:pt x="1858" y="7147"/>
                    <a:pt x="2800" y="7147"/>
                  </a:cubicBezTo>
                  <a:cubicBezTo>
                    <a:pt x="3742" y="7147"/>
                    <a:pt x="5600" y="5881"/>
                    <a:pt x="5600" y="4939"/>
                  </a:cubicBezTo>
                  <a:cubicBezTo>
                    <a:pt x="5600" y="3997"/>
                    <a:pt x="3742" y="2139"/>
                    <a:pt x="2800" y="2139"/>
                  </a:cubicBezTo>
                  <a:moveTo>
                    <a:pt x="2800" y="6285"/>
                  </a:moveTo>
                  <a:cubicBezTo>
                    <a:pt x="2329" y="6285"/>
                    <a:pt x="862" y="5410"/>
                    <a:pt x="862" y="4939"/>
                  </a:cubicBezTo>
                  <a:cubicBezTo>
                    <a:pt x="862" y="4468"/>
                    <a:pt x="2329" y="3000"/>
                    <a:pt x="2800" y="3000"/>
                  </a:cubicBezTo>
                  <a:cubicBezTo>
                    <a:pt x="3271" y="3000"/>
                    <a:pt x="4738" y="4468"/>
                    <a:pt x="4738" y="4939"/>
                  </a:cubicBezTo>
                  <a:cubicBezTo>
                    <a:pt x="4738" y="5410"/>
                    <a:pt x="3271" y="6285"/>
                    <a:pt x="2800" y="6285"/>
                  </a:cubicBezTo>
                </a:path>
              </a:pathLst>
            </a:custGeom>
            <a:solidFill>
              <a:srgbClr val="437AE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54" name="Google Shape;1554;p60"/>
            <p:cNvSpPr/>
            <p:nvPr/>
          </p:nvSpPr>
          <p:spPr>
            <a:xfrm>
              <a:off x="4923853" y="2660904"/>
              <a:ext cx="1482885" cy="569207"/>
            </a:xfrm>
            <a:custGeom>
              <a:rect b="b" l="l" r="r" t="t"/>
              <a:pathLst>
                <a:path extrusionOk="0" h="11900" w="31000">
                  <a:moveTo>
                    <a:pt x="15085" y="10750"/>
                  </a:moveTo>
                  <a:lnTo>
                    <a:pt x="15740" y="8854"/>
                  </a:lnTo>
                  <a:lnTo>
                    <a:pt x="16188" y="8854"/>
                  </a:lnTo>
                  <a:lnTo>
                    <a:pt x="16842" y="10750"/>
                  </a:lnTo>
                  <a:lnTo>
                    <a:pt x="16465" y="10750"/>
                  </a:lnTo>
                  <a:lnTo>
                    <a:pt x="16330" y="10343"/>
                  </a:lnTo>
                  <a:lnTo>
                    <a:pt x="15597" y="10343"/>
                  </a:lnTo>
                  <a:lnTo>
                    <a:pt x="15460" y="10750"/>
                  </a:lnTo>
                  <a:lnTo>
                    <a:pt x="15085" y="10750"/>
                  </a:lnTo>
                  <a:lnTo>
                    <a:pt x="15085" y="10750"/>
                  </a:lnTo>
                  <a:moveTo>
                    <a:pt x="15696" y="10038"/>
                  </a:moveTo>
                  <a:lnTo>
                    <a:pt x="16231" y="10038"/>
                  </a:lnTo>
                  <a:lnTo>
                    <a:pt x="15915" y="9093"/>
                  </a:lnTo>
                  <a:lnTo>
                    <a:pt x="16012" y="9093"/>
                  </a:lnTo>
                  <a:lnTo>
                    <a:pt x="15696" y="10038"/>
                  </a:lnTo>
                  <a:lnTo>
                    <a:pt x="15696" y="10038"/>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55" name="Google Shape;1555;p60"/>
            <p:cNvSpPr/>
            <p:nvPr/>
          </p:nvSpPr>
          <p:spPr>
            <a:xfrm>
              <a:off x="4923853" y="2660904"/>
              <a:ext cx="1482885" cy="569207"/>
            </a:xfrm>
            <a:custGeom>
              <a:rect b="b" l="l" r="r" t="t"/>
              <a:pathLst>
                <a:path extrusionOk="0" h="11900" w="31000">
                  <a:moveTo>
                    <a:pt x="17027" y="10750"/>
                  </a:moveTo>
                  <a:lnTo>
                    <a:pt x="17027" y="8854"/>
                  </a:lnTo>
                  <a:lnTo>
                    <a:pt x="17374" y="8854"/>
                  </a:lnTo>
                  <a:lnTo>
                    <a:pt x="17374" y="10750"/>
                  </a:lnTo>
                  <a:lnTo>
                    <a:pt x="17027" y="10750"/>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56" name="Google Shape;1556;p60"/>
            <p:cNvSpPr/>
            <p:nvPr/>
          </p:nvSpPr>
          <p:spPr>
            <a:xfrm>
              <a:off x="4923853" y="2660904"/>
              <a:ext cx="1482885" cy="569207"/>
            </a:xfrm>
            <a:custGeom>
              <a:rect b="b" l="l" r="r" t="t"/>
              <a:pathLst>
                <a:path extrusionOk="0" h="11900" w="31000">
                  <a:moveTo>
                    <a:pt x="18308" y="10750"/>
                  </a:moveTo>
                  <a:lnTo>
                    <a:pt x="18308" y="9544"/>
                  </a:lnTo>
                  <a:lnTo>
                    <a:pt x="18033" y="9544"/>
                  </a:lnTo>
                  <a:lnTo>
                    <a:pt x="18033" y="9399"/>
                  </a:lnTo>
                  <a:lnTo>
                    <a:pt x="18308" y="9399"/>
                  </a:lnTo>
                  <a:lnTo>
                    <a:pt x="18308" y="9269"/>
                  </a:lnTo>
                  <a:cubicBezTo>
                    <a:pt x="18308" y="9174"/>
                    <a:pt x="18327" y="9093"/>
                    <a:pt x="18365" y="9027"/>
                  </a:cubicBezTo>
                  <a:cubicBezTo>
                    <a:pt x="18403" y="8961"/>
                    <a:pt x="18455" y="8911"/>
                    <a:pt x="18521" y="8876"/>
                  </a:cubicBezTo>
                  <a:cubicBezTo>
                    <a:pt x="18588" y="8841"/>
                    <a:pt x="18660" y="8824"/>
                    <a:pt x="18740" y="8824"/>
                  </a:cubicBezTo>
                  <a:cubicBezTo>
                    <a:pt x="18759" y="8824"/>
                    <a:pt x="18778" y="8825"/>
                    <a:pt x="18798" y="8827"/>
                  </a:cubicBezTo>
                  <a:cubicBezTo>
                    <a:pt x="18817" y="8830"/>
                    <a:pt x="18834" y="8833"/>
                    <a:pt x="18847" y="8836"/>
                  </a:cubicBezTo>
                  <a:lnTo>
                    <a:pt x="18847" y="8974"/>
                  </a:lnTo>
                  <a:cubicBezTo>
                    <a:pt x="18834" y="8970"/>
                    <a:pt x="18818" y="8968"/>
                    <a:pt x="18799" y="8967"/>
                  </a:cubicBezTo>
                  <a:cubicBezTo>
                    <a:pt x="18780" y="8967"/>
                    <a:pt x="18766" y="8966"/>
                    <a:pt x="18756" y="8966"/>
                  </a:cubicBezTo>
                  <a:cubicBezTo>
                    <a:pt x="18667" y="8966"/>
                    <a:pt x="18596" y="8991"/>
                    <a:pt x="18542" y="9041"/>
                  </a:cubicBezTo>
                  <a:cubicBezTo>
                    <a:pt x="18487" y="9091"/>
                    <a:pt x="18460" y="9167"/>
                    <a:pt x="18460" y="9269"/>
                  </a:cubicBezTo>
                  <a:lnTo>
                    <a:pt x="18460" y="9399"/>
                  </a:lnTo>
                  <a:lnTo>
                    <a:pt x="18796" y="9399"/>
                  </a:lnTo>
                  <a:lnTo>
                    <a:pt x="18796" y="9544"/>
                  </a:lnTo>
                  <a:lnTo>
                    <a:pt x="18460" y="9544"/>
                  </a:lnTo>
                  <a:lnTo>
                    <a:pt x="18460" y="10750"/>
                  </a:lnTo>
                  <a:lnTo>
                    <a:pt x="18308" y="10750"/>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57" name="Google Shape;1557;p60"/>
            <p:cNvSpPr/>
            <p:nvPr/>
          </p:nvSpPr>
          <p:spPr>
            <a:xfrm>
              <a:off x="4923853" y="2660904"/>
              <a:ext cx="1482885" cy="569207"/>
            </a:xfrm>
            <a:custGeom>
              <a:rect b="b" l="l" r="r" t="t"/>
              <a:pathLst>
                <a:path extrusionOk="0" h="11900" w="31000">
                  <a:moveTo>
                    <a:pt x="19687" y="10781"/>
                  </a:moveTo>
                  <a:cubicBezTo>
                    <a:pt x="19558" y="10781"/>
                    <a:pt x="19442" y="10750"/>
                    <a:pt x="19339" y="10689"/>
                  </a:cubicBezTo>
                  <a:cubicBezTo>
                    <a:pt x="19235" y="10628"/>
                    <a:pt x="19153" y="10544"/>
                    <a:pt x="19093" y="10436"/>
                  </a:cubicBezTo>
                  <a:cubicBezTo>
                    <a:pt x="19033" y="10328"/>
                    <a:pt x="19002" y="10207"/>
                    <a:pt x="19002" y="10073"/>
                  </a:cubicBezTo>
                  <a:cubicBezTo>
                    <a:pt x="19002" y="9939"/>
                    <a:pt x="19033" y="9819"/>
                    <a:pt x="19093" y="9712"/>
                  </a:cubicBezTo>
                  <a:cubicBezTo>
                    <a:pt x="19153" y="9605"/>
                    <a:pt x="19235" y="9521"/>
                    <a:pt x="19337" y="9460"/>
                  </a:cubicBezTo>
                  <a:cubicBezTo>
                    <a:pt x="19440" y="9399"/>
                    <a:pt x="19556" y="9368"/>
                    <a:pt x="19687" y="9368"/>
                  </a:cubicBezTo>
                  <a:cubicBezTo>
                    <a:pt x="19818" y="9368"/>
                    <a:pt x="19932" y="9399"/>
                    <a:pt x="20036" y="9460"/>
                  </a:cubicBezTo>
                  <a:cubicBezTo>
                    <a:pt x="20140" y="9521"/>
                    <a:pt x="20221" y="9605"/>
                    <a:pt x="20280" y="9711"/>
                  </a:cubicBezTo>
                  <a:cubicBezTo>
                    <a:pt x="20340" y="9817"/>
                    <a:pt x="20370" y="9938"/>
                    <a:pt x="20370" y="10073"/>
                  </a:cubicBezTo>
                  <a:cubicBezTo>
                    <a:pt x="20370" y="10209"/>
                    <a:pt x="20339" y="10330"/>
                    <a:pt x="20278" y="10437"/>
                  </a:cubicBezTo>
                  <a:cubicBezTo>
                    <a:pt x="20217" y="10544"/>
                    <a:pt x="20135" y="10628"/>
                    <a:pt x="20032" y="10689"/>
                  </a:cubicBezTo>
                  <a:cubicBezTo>
                    <a:pt x="19930" y="10750"/>
                    <a:pt x="19815" y="10781"/>
                    <a:pt x="19687" y="10781"/>
                  </a:cubicBezTo>
                  <a:lnTo>
                    <a:pt x="19687" y="10781"/>
                  </a:lnTo>
                  <a:moveTo>
                    <a:pt x="19687" y="10631"/>
                  </a:moveTo>
                  <a:cubicBezTo>
                    <a:pt x="19784" y="10631"/>
                    <a:pt x="19872" y="10607"/>
                    <a:pt x="19951" y="10558"/>
                  </a:cubicBezTo>
                  <a:cubicBezTo>
                    <a:pt x="20030" y="10510"/>
                    <a:pt x="20092" y="10443"/>
                    <a:pt x="20138" y="10358"/>
                  </a:cubicBezTo>
                  <a:cubicBezTo>
                    <a:pt x="20184" y="10274"/>
                    <a:pt x="20207" y="10179"/>
                    <a:pt x="20207" y="10073"/>
                  </a:cubicBezTo>
                  <a:cubicBezTo>
                    <a:pt x="20207" y="9968"/>
                    <a:pt x="20184" y="9874"/>
                    <a:pt x="20138" y="9791"/>
                  </a:cubicBezTo>
                  <a:cubicBezTo>
                    <a:pt x="20092" y="9708"/>
                    <a:pt x="20030" y="9641"/>
                    <a:pt x="19952" y="9592"/>
                  </a:cubicBezTo>
                  <a:cubicBezTo>
                    <a:pt x="19874" y="9543"/>
                    <a:pt x="19786" y="9518"/>
                    <a:pt x="19687" y="9518"/>
                  </a:cubicBezTo>
                  <a:cubicBezTo>
                    <a:pt x="19589" y="9518"/>
                    <a:pt x="19500" y="9543"/>
                    <a:pt x="19421" y="9591"/>
                  </a:cubicBezTo>
                  <a:cubicBezTo>
                    <a:pt x="19342" y="9639"/>
                    <a:pt x="19280" y="9706"/>
                    <a:pt x="19234" y="9790"/>
                  </a:cubicBezTo>
                  <a:cubicBezTo>
                    <a:pt x="19188" y="9874"/>
                    <a:pt x="19166" y="9968"/>
                    <a:pt x="19166" y="10073"/>
                  </a:cubicBezTo>
                  <a:cubicBezTo>
                    <a:pt x="19166" y="10179"/>
                    <a:pt x="19189" y="10274"/>
                    <a:pt x="19236" y="10358"/>
                  </a:cubicBezTo>
                  <a:cubicBezTo>
                    <a:pt x="19282" y="10443"/>
                    <a:pt x="19344" y="10510"/>
                    <a:pt x="19423" y="10558"/>
                  </a:cubicBezTo>
                  <a:cubicBezTo>
                    <a:pt x="19501" y="10607"/>
                    <a:pt x="19589" y="10631"/>
                    <a:pt x="19687" y="10631"/>
                  </a:cubicBez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58" name="Google Shape;1558;p60"/>
            <p:cNvSpPr/>
            <p:nvPr/>
          </p:nvSpPr>
          <p:spPr>
            <a:xfrm>
              <a:off x="4923853" y="2660904"/>
              <a:ext cx="1482885" cy="569207"/>
            </a:xfrm>
            <a:custGeom>
              <a:rect b="b" l="l" r="r" t="t"/>
              <a:pathLst>
                <a:path extrusionOk="0" h="11900" w="31000">
                  <a:moveTo>
                    <a:pt x="20710" y="10750"/>
                  </a:moveTo>
                  <a:lnTo>
                    <a:pt x="20710" y="9399"/>
                  </a:lnTo>
                  <a:lnTo>
                    <a:pt x="20863" y="9399"/>
                  </a:lnTo>
                  <a:lnTo>
                    <a:pt x="20863" y="9651"/>
                  </a:lnTo>
                  <a:lnTo>
                    <a:pt x="20835" y="9628"/>
                  </a:lnTo>
                  <a:cubicBezTo>
                    <a:pt x="20864" y="9552"/>
                    <a:pt x="20914" y="9491"/>
                    <a:pt x="20984" y="9447"/>
                  </a:cubicBezTo>
                  <a:cubicBezTo>
                    <a:pt x="21054" y="9403"/>
                    <a:pt x="21138" y="9381"/>
                    <a:pt x="21235" y="9381"/>
                  </a:cubicBezTo>
                  <a:lnTo>
                    <a:pt x="21322" y="9381"/>
                  </a:lnTo>
                  <a:lnTo>
                    <a:pt x="21322" y="9534"/>
                  </a:lnTo>
                  <a:lnTo>
                    <a:pt x="21217" y="9534"/>
                  </a:lnTo>
                  <a:cubicBezTo>
                    <a:pt x="21107" y="9534"/>
                    <a:pt x="21020" y="9569"/>
                    <a:pt x="20958" y="9640"/>
                  </a:cubicBezTo>
                  <a:cubicBezTo>
                    <a:pt x="20895" y="9710"/>
                    <a:pt x="20863" y="9805"/>
                    <a:pt x="20863" y="9923"/>
                  </a:cubicBezTo>
                  <a:lnTo>
                    <a:pt x="20863" y="10751"/>
                  </a:lnTo>
                  <a:lnTo>
                    <a:pt x="20710" y="10751"/>
                  </a:lnTo>
                  <a:lnTo>
                    <a:pt x="20710" y="10750"/>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59" name="Google Shape;1559;p60"/>
            <p:cNvSpPr/>
            <p:nvPr/>
          </p:nvSpPr>
          <p:spPr>
            <a:xfrm>
              <a:off x="4923853" y="2660904"/>
              <a:ext cx="1482885" cy="569207"/>
            </a:xfrm>
            <a:custGeom>
              <a:rect b="b" l="l" r="r" t="t"/>
              <a:pathLst>
                <a:path extrusionOk="0" h="11900" w="31000">
                  <a:moveTo>
                    <a:pt x="22813" y="10781"/>
                  </a:moveTo>
                  <a:cubicBezTo>
                    <a:pt x="22677" y="10781"/>
                    <a:pt x="22552" y="10756"/>
                    <a:pt x="22436" y="10707"/>
                  </a:cubicBezTo>
                  <a:cubicBezTo>
                    <a:pt x="22321" y="10658"/>
                    <a:pt x="22220" y="10589"/>
                    <a:pt x="22133" y="10501"/>
                  </a:cubicBezTo>
                  <a:cubicBezTo>
                    <a:pt x="22047" y="10413"/>
                    <a:pt x="21979" y="10309"/>
                    <a:pt x="21931" y="10190"/>
                  </a:cubicBezTo>
                  <a:cubicBezTo>
                    <a:pt x="21883" y="10072"/>
                    <a:pt x="21858" y="9942"/>
                    <a:pt x="21858" y="9801"/>
                  </a:cubicBezTo>
                  <a:cubicBezTo>
                    <a:pt x="21858" y="9660"/>
                    <a:pt x="21882" y="9530"/>
                    <a:pt x="21928" y="9410"/>
                  </a:cubicBezTo>
                  <a:cubicBezTo>
                    <a:pt x="21975" y="9291"/>
                    <a:pt x="22041" y="9187"/>
                    <a:pt x="22127" y="9100"/>
                  </a:cubicBezTo>
                  <a:cubicBezTo>
                    <a:pt x="22213" y="9012"/>
                    <a:pt x="22313" y="8944"/>
                    <a:pt x="22429" y="8896"/>
                  </a:cubicBezTo>
                  <a:cubicBezTo>
                    <a:pt x="22544" y="8848"/>
                    <a:pt x="22670" y="8824"/>
                    <a:pt x="22805" y="8824"/>
                  </a:cubicBezTo>
                  <a:cubicBezTo>
                    <a:pt x="22941" y="8824"/>
                    <a:pt x="23063" y="8846"/>
                    <a:pt x="23170" y="8892"/>
                  </a:cubicBezTo>
                  <a:cubicBezTo>
                    <a:pt x="23278" y="8938"/>
                    <a:pt x="23369" y="8999"/>
                    <a:pt x="23444" y="9074"/>
                  </a:cubicBezTo>
                  <a:cubicBezTo>
                    <a:pt x="23519" y="9150"/>
                    <a:pt x="23572" y="9233"/>
                    <a:pt x="23605" y="9322"/>
                  </a:cubicBezTo>
                  <a:lnTo>
                    <a:pt x="23297" y="9470"/>
                  </a:lnTo>
                  <a:cubicBezTo>
                    <a:pt x="23261" y="9372"/>
                    <a:pt x="23201" y="9292"/>
                    <a:pt x="23116" y="9231"/>
                  </a:cubicBezTo>
                  <a:cubicBezTo>
                    <a:pt x="23031" y="9170"/>
                    <a:pt x="22927" y="9139"/>
                    <a:pt x="22805" y="9139"/>
                  </a:cubicBezTo>
                  <a:cubicBezTo>
                    <a:pt x="22683" y="9139"/>
                    <a:pt x="22582" y="9167"/>
                    <a:pt x="22491" y="9223"/>
                  </a:cubicBezTo>
                  <a:cubicBezTo>
                    <a:pt x="22400" y="9279"/>
                    <a:pt x="22330" y="9356"/>
                    <a:pt x="22280" y="9455"/>
                  </a:cubicBezTo>
                  <a:cubicBezTo>
                    <a:pt x="22230" y="9553"/>
                    <a:pt x="22205" y="9669"/>
                    <a:pt x="22205" y="9801"/>
                  </a:cubicBezTo>
                  <a:cubicBezTo>
                    <a:pt x="22205" y="9933"/>
                    <a:pt x="22230" y="10049"/>
                    <a:pt x="22282" y="10148"/>
                  </a:cubicBezTo>
                  <a:cubicBezTo>
                    <a:pt x="22334" y="10248"/>
                    <a:pt x="22406" y="10325"/>
                    <a:pt x="22497" y="10381"/>
                  </a:cubicBezTo>
                  <a:cubicBezTo>
                    <a:pt x="22589" y="10437"/>
                    <a:pt x="22694" y="10465"/>
                    <a:pt x="22813" y="10465"/>
                  </a:cubicBezTo>
                  <a:cubicBezTo>
                    <a:pt x="22910" y="10465"/>
                    <a:pt x="22999" y="10446"/>
                    <a:pt x="23080" y="10408"/>
                  </a:cubicBezTo>
                  <a:cubicBezTo>
                    <a:pt x="23162" y="10370"/>
                    <a:pt x="23227" y="10316"/>
                    <a:pt x="23276" y="10245"/>
                  </a:cubicBezTo>
                  <a:cubicBezTo>
                    <a:pt x="23326" y="10175"/>
                    <a:pt x="23350" y="10091"/>
                    <a:pt x="23350" y="9995"/>
                  </a:cubicBezTo>
                  <a:lnTo>
                    <a:pt x="23350" y="9849"/>
                  </a:lnTo>
                  <a:lnTo>
                    <a:pt x="23508" y="9987"/>
                  </a:lnTo>
                  <a:lnTo>
                    <a:pt x="22805" y="9987"/>
                  </a:lnTo>
                  <a:lnTo>
                    <a:pt x="22805" y="9694"/>
                  </a:lnTo>
                  <a:lnTo>
                    <a:pt x="23696" y="9694"/>
                  </a:lnTo>
                  <a:lnTo>
                    <a:pt x="23696" y="9885"/>
                  </a:lnTo>
                  <a:cubicBezTo>
                    <a:pt x="23696" y="10031"/>
                    <a:pt x="23672" y="10160"/>
                    <a:pt x="23622" y="10272"/>
                  </a:cubicBezTo>
                  <a:cubicBezTo>
                    <a:pt x="23573" y="10384"/>
                    <a:pt x="23507" y="10478"/>
                    <a:pt x="23423" y="10553"/>
                  </a:cubicBezTo>
                  <a:cubicBezTo>
                    <a:pt x="23339" y="10629"/>
                    <a:pt x="23244" y="10686"/>
                    <a:pt x="23139" y="10724"/>
                  </a:cubicBezTo>
                  <a:cubicBezTo>
                    <a:pt x="23034" y="10762"/>
                    <a:pt x="22925" y="10781"/>
                    <a:pt x="22813" y="10781"/>
                  </a:cubicBezTo>
                  <a:lnTo>
                    <a:pt x="22813" y="10781"/>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60" name="Google Shape;1560;p60"/>
            <p:cNvSpPr/>
            <p:nvPr/>
          </p:nvSpPr>
          <p:spPr>
            <a:xfrm>
              <a:off x="4923853" y="2660904"/>
              <a:ext cx="1482885" cy="569207"/>
            </a:xfrm>
            <a:custGeom>
              <a:rect b="b" l="l" r="r" t="t"/>
              <a:pathLst>
                <a:path extrusionOk="0" h="11900" w="31000">
                  <a:moveTo>
                    <a:pt x="23917" y="10750"/>
                  </a:moveTo>
                  <a:lnTo>
                    <a:pt x="23917" y="9366"/>
                  </a:lnTo>
                  <a:lnTo>
                    <a:pt x="24230" y="9366"/>
                  </a:lnTo>
                  <a:lnTo>
                    <a:pt x="24230" y="9674"/>
                  </a:lnTo>
                  <a:lnTo>
                    <a:pt x="24205" y="9628"/>
                  </a:lnTo>
                  <a:cubicBezTo>
                    <a:pt x="24237" y="9525"/>
                    <a:pt x="24288" y="9452"/>
                    <a:pt x="24356" y="9412"/>
                  </a:cubicBezTo>
                  <a:cubicBezTo>
                    <a:pt x="24425" y="9371"/>
                    <a:pt x="24508" y="9351"/>
                    <a:pt x="24605" y="9351"/>
                  </a:cubicBezTo>
                  <a:lnTo>
                    <a:pt x="24686" y="9351"/>
                  </a:lnTo>
                  <a:lnTo>
                    <a:pt x="24686" y="9646"/>
                  </a:lnTo>
                  <a:lnTo>
                    <a:pt x="24566" y="9646"/>
                  </a:lnTo>
                  <a:cubicBezTo>
                    <a:pt x="24471" y="9646"/>
                    <a:pt x="24395" y="9675"/>
                    <a:pt x="24337" y="9734"/>
                  </a:cubicBezTo>
                  <a:cubicBezTo>
                    <a:pt x="24280" y="9792"/>
                    <a:pt x="24251" y="9874"/>
                    <a:pt x="24251" y="9979"/>
                  </a:cubicBezTo>
                  <a:lnTo>
                    <a:pt x="24251" y="10751"/>
                  </a:lnTo>
                  <a:lnTo>
                    <a:pt x="23917" y="10751"/>
                  </a:lnTo>
                  <a:lnTo>
                    <a:pt x="23917" y="10750"/>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61" name="Google Shape;1561;p60"/>
            <p:cNvSpPr/>
            <p:nvPr/>
          </p:nvSpPr>
          <p:spPr>
            <a:xfrm>
              <a:off x="4923853" y="2660904"/>
              <a:ext cx="1482885" cy="569207"/>
            </a:xfrm>
            <a:custGeom>
              <a:rect b="b" l="l" r="r" t="t"/>
              <a:pathLst>
                <a:path extrusionOk="0" h="11900" w="31000">
                  <a:moveTo>
                    <a:pt x="25521" y="10781"/>
                  </a:moveTo>
                  <a:cubicBezTo>
                    <a:pt x="25385" y="10781"/>
                    <a:pt x="25262" y="10750"/>
                    <a:pt x="25151" y="10687"/>
                  </a:cubicBezTo>
                  <a:cubicBezTo>
                    <a:pt x="25040" y="10624"/>
                    <a:pt x="24951" y="10538"/>
                    <a:pt x="24886" y="10430"/>
                  </a:cubicBezTo>
                  <a:cubicBezTo>
                    <a:pt x="24821" y="10321"/>
                    <a:pt x="24788" y="10197"/>
                    <a:pt x="24788" y="10058"/>
                  </a:cubicBezTo>
                  <a:cubicBezTo>
                    <a:pt x="24788" y="9919"/>
                    <a:pt x="24821" y="9795"/>
                    <a:pt x="24886" y="9686"/>
                  </a:cubicBezTo>
                  <a:cubicBezTo>
                    <a:pt x="24951" y="9578"/>
                    <a:pt x="25039" y="9492"/>
                    <a:pt x="25149" y="9429"/>
                  </a:cubicBezTo>
                  <a:cubicBezTo>
                    <a:pt x="25260" y="9367"/>
                    <a:pt x="25384" y="9335"/>
                    <a:pt x="25521" y="9335"/>
                  </a:cubicBezTo>
                  <a:cubicBezTo>
                    <a:pt x="25658" y="9335"/>
                    <a:pt x="25780" y="9367"/>
                    <a:pt x="25890" y="9429"/>
                  </a:cubicBezTo>
                  <a:cubicBezTo>
                    <a:pt x="26000" y="9492"/>
                    <a:pt x="26088" y="9577"/>
                    <a:pt x="26154" y="9685"/>
                  </a:cubicBezTo>
                  <a:cubicBezTo>
                    <a:pt x="26219" y="9793"/>
                    <a:pt x="26252" y="9917"/>
                    <a:pt x="26252" y="10058"/>
                  </a:cubicBezTo>
                  <a:cubicBezTo>
                    <a:pt x="26252" y="10199"/>
                    <a:pt x="26218" y="10321"/>
                    <a:pt x="26152" y="10430"/>
                  </a:cubicBezTo>
                  <a:cubicBezTo>
                    <a:pt x="26086" y="10538"/>
                    <a:pt x="25998" y="10624"/>
                    <a:pt x="25888" y="10687"/>
                  </a:cubicBezTo>
                  <a:cubicBezTo>
                    <a:pt x="25777" y="10750"/>
                    <a:pt x="25655" y="10781"/>
                    <a:pt x="25521" y="10781"/>
                  </a:cubicBezTo>
                  <a:lnTo>
                    <a:pt x="25521" y="10781"/>
                  </a:lnTo>
                  <a:moveTo>
                    <a:pt x="25521" y="10476"/>
                  </a:moveTo>
                  <a:cubicBezTo>
                    <a:pt x="25596" y="10476"/>
                    <a:pt x="25661" y="10458"/>
                    <a:pt x="25718" y="10422"/>
                  </a:cubicBezTo>
                  <a:cubicBezTo>
                    <a:pt x="25775" y="10386"/>
                    <a:pt x="25820" y="10337"/>
                    <a:pt x="25853" y="10273"/>
                  </a:cubicBezTo>
                  <a:cubicBezTo>
                    <a:pt x="25886" y="10210"/>
                    <a:pt x="25903" y="10138"/>
                    <a:pt x="25903" y="10058"/>
                  </a:cubicBezTo>
                  <a:cubicBezTo>
                    <a:pt x="25903" y="9978"/>
                    <a:pt x="25886" y="9905"/>
                    <a:pt x="25853" y="9843"/>
                  </a:cubicBezTo>
                  <a:cubicBezTo>
                    <a:pt x="25820" y="9781"/>
                    <a:pt x="25775" y="9732"/>
                    <a:pt x="25718" y="9695"/>
                  </a:cubicBezTo>
                  <a:cubicBezTo>
                    <a:pt x="25661" y="9659"/>
                    <a:pt x="25596" y="9641"/>
                    <a:pt x="25521" y="9641"/>
                  </a:cubicBezTo>
                  <a:cubicBezTo>
                    <a:pt x="25446" y="9641"/>
                    <a:pt x="25378" y="9659"/>
                    <a:pt x="25320" y="9695"/>
                  </a:cubicBezTo>
                  <a:cubicBezTo>
                    <a:pt x="25262" y="9732"/>
                    <a:pt x="25217" y="9781"/>
                    <a:pt x="25184" y="9843"/>
                  </a:cubicBezTo>
                  <a:cubicBezTo>
                    <a:pt x="25150" y="9905"/>
                    <a:pt x="25134" y="9977"/>
                    <a:pt x="25134" y="10058"/>
                  </a:cubicBezTo>
                  <a:cubicBezTo>
                    <a:pt x="25134" y="10140"/>
                    <a:pt x="25150" y="10210"/>
                    <a:pt x="25184" y="10273"/>
                  </a:cubicBezTo>
                  <a:cubicBezTo>
                    <a:pt x="25217" y="10337"/>
                    <a:pt x="25262" y="10386"/>
                    <a:pt x="25320" y="10422"/>
                  </a:cubicBezTo>
                  <a:cubicBezTo>
                    <a:pt x="25377" y="10458"/>
                    <a:pt x="25445" y="10476"/>
                    <a:pt x="25521" y="10476"/>
                  </a:cubicBez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62" name="Google Shape;1562;p60"/>
            <p:cNvSpPr/>
            <p:nvPr/>
          </p:nvSpPr>
          <p:spPr>
            <a:xfrm>
              <a:off x="4923853" y="2660904"/>
              <a:ext cx="1482885" cy="569207"/>
            </a:xfrm>
            <a:custGeom>
              <a:rect b="b" l="l" r="r" t="t"/>
              <a:pathLst>
                <a:path extrusionOk="0" h="11900" w="31000">
                  <a:moveTo>
                    <a:pt x="26801" y="10750"/>
                  </a:moveTo>
                  <a:lnTo>
                    <a:pt x="26325" y="9366"/>
                  </a:lnTo>
                  <a:lnTo>
                    <a:pt x="26676" y="9366"/>
                  </a:lnTo>
                  <a:lnTo>
                    <a:pt x="27025" y="10417"/>
                  </a:lnTo>
                  <a:lnTo>
                    <a:pt x="26903" y="10415"/>
                  </a:lnTo>
                  <a:lnTo>
                    <a:pt x="27275" y="9366"/>
                  </a:lnTo>
                  <a:lnTo>
                    <a:pt x="27570" y="9366"/>
                  </a:lnTo>
                  <a:lnTo>
                    <a:pt x="27939" y="10415"/>
                  </a:lnTo>
                  <a:lnTo>
                    <a:pt x="27817" y="10417"/>
                  </a:lnTo>
                  <a:lnTo>
                    <a:pt x="28165" y="9366"/>
                  </a:lnTo>
                  <a:lnTo>
                    <a:pt x="28517" y="9366"/>
                  </a:lnTo>
                  <a:lnTo>
                    <a:pt x="28041" y="10750"/>
                  </a:lnTo>
                  <a:lnTo>
                    <a:pt x="27743" y="10750"/>
                  </a:lnTo>
                  <a:lnTo>
                    <a:pt x="27366" y="9653"/>
                  </a:lnTo>
                  <a:lnTo>
                    <a:pt x="27478" y="9653"/>
                  </a:lnTo>
                  <a:lnTo>
                    <a:pt x="27096" y="10750"/>
                  </a:lnTo>
                  <a:lnTo>
                    <a:pt x="26801" y="10750"/>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63" name="Google Shape;1563;p60"/>
            <p:cNvSpPr/>
            <p:nvPr/>
          </p:nvSpPr>
          <p:spPr>
            <a:xfrm>
              <a:off x="4923853" y="2660904"/>
              <a:ext cx="1482885" cy="569207"/>
            </a:xfrm>
            <a:custGeom>
              <a:rect b="b" l="l" r="r" t="t"/>
              <a:pathLst>
                <a:path extrusionOk="0" h="11900" w="31000">
                  <a:moveTo>
                    <a:pt x="29306" y="10766"/>
                  </a:moveTo>
                  <a:cubicBezTo>
                    <a:pt x="29150" y="10766"/>
                    <a:pt x="29029" y="10723"/>
                    <a:pt x="28943" y="10637"/>
                  </a:cubicBezTo>
                  <a:cubicBezTo>
                    <a:pt x="28857" y="10552"/>
                    <a:pt x="28814" y="10431"/>
                    <a:pt x="28814" y="10274"/>
                  </a:cubicBezTo>
                  <a:lnTo>
                    <a:pt x="28814" y="9664"/>
                  </a:lnTo>
                  <a:lnTo>
                    <a:pt x="28575" y="9664"/>
                  </a:lnTo>
                  <a:lnTo>
                    <a:pt x="28575" y="9366"/>
                  </a:lnTo>
                  <a:lnTo>
                    <a:pt x="28601" y="9366"/>
                  </a:lnTo>
                  <a:cubicBezTo>
                    <a:pt x="28668" y="9366"/>
                    <a:pt x="28721" y="9348"/>
                    <a:pt x="28758" y="9312"/>
                  </a:cubicBezTo>
                  <a:cubicBezTo>
                    <a:pt x="28796" y="9277"/>
                    <a:pt x="28814" y="9225"/>
                    <a:pt x="28814" y="9157"/>
                  </a:cubicBezTo>
                  <a:lnTo>
                    <a:pt x="28814" y="9050"/>
                  </a:lnTo>
                  <a:lnTo>
                    <a:pt x="29148" y="9050"/>
                  </a:lnTo>
                  <a:lnTo>
                    <a:pt x="29148" y="9366"/>
                  </a:lnTo>
                  <a:lnTo>
                    <a:pt x="29466" y="9366"/>
                  </a:lnTo>
                  <a:lnTo>
                    <a:pt x="29466" y="9664"/>
                  </a:lnTo>
                  <a:lnTo>
                    <a:pt x="29148" y="9664"/>
                  </a:lnTo>
                  <a:lnTo>
                    <a:pt x="29148" y="10257"/>
                  </a:lnTo>
                  <a:cubicBezTo>
                    <a:pt x="29148" y="10302"/>
                    <a:pt x="29156" y="10342"/>
                    <a:pt x="29172" y="10374"/>
                  </a:cubicBezTo>
                  <a:cubicBezTo>
                    <a:pt x="29188" y="10406"/>
                    <a:pt x="29214" y="10431"/>
                    <a:pt x="29248" y="10448"/>
                  </a:cubicBezTo>
                  <a:cubicBezTo>
                    <a:pt x="29283" y="10464"/>
                    <a:pt x="29328" y="10473"/>
                    <a:pt x="29382" y="10473"/>
                  </a:cubicBezTo>
                  <a:cubicBezTo>
                    <a:pt x="29394" y="10473"/>
                    <a:pt x="29408" y="10472"/>
                    <a:pt x="29424" y="10470"/>
                  </a:cubicBezTo>
                  <a:cubicBezTo>
                    <a:pt x="29440" y="10469"/>
                    <a:pt x="29456" y="10467"/>
                    <a:pt x="29471" y="10465"/>
                  </a:cubicBezTo>
                  <a:lnTo>
                    <a:pt x="29471" y="10750"/>
                  </a:lnTo>
                  <a:cubicBezTo>
                    <a:pt x="29447" y="10754"/>
                    <a:pt x="29420" y="10757"/>
                    <a:pt x="29390" y="10761"/>
                  </a:cubicBezTo>
                  <a:cubicBezTo>
                    <a:pt x="29359" y="10764"/>
                    <a:pt x="29331" y="10766"/>
                    <a:pt x="29306" y="10766"/>
                  </a:cubicBez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64" name="Google Shape;1564;p60"/>
            <p:cNvSpPr/>
            <p:nvPr/>
          </p:nvSpPr>
          <p:spPr>
            <a:xfrm>
              <a:off x="4923853" y="2660904"/>
              <a:ext cx="1482885" cy="569207"/>
            </a:xfrm>
            <a:custGeom>
              <a:rect b="b" l="l" r="r" t="t"/>
              <a:pathLst>
                <a:path extrusionOk="0" h="11900" w="31000">
                  <a:moveTo>
                    <a:pt x="29700" y="10750"/>
                  </a:moveTo>
                  <a:lnTo>
                    <a:pt x="29700" y="8824"/>
                  </a:lnTo>
                  <a:lnTo>
                    <a:pt x="30034" y="8824"/>
                  </a:lnTo>
                  <a:lnTo>
                    <a:pt x="30034" y="9638"/>
                  </a:lnTo>
                  <a:lnTo>
                    <a:pt x="29988" y="9590"/>
                  </a:lnTo>
                  <a:cubicBezTo>
                    <a:pt x="30020" y="9507"/>
                    <a:pt x="30073" y="9443"/>
                    <a:pt x="30147" y="9400"/>
                  </a:cubicBezTo>
                  <a:cubicBezTo>
                    <a:pt x="30221" y="9357"/>
                    <a:pt x="30307" y="9335"/>
                    <a:pt x="30405" y="9335"/>
                  </a:cubicBezTo>
                  <a:cubicBezTo>
                    <a:pt x="30504" y="9335"/>
                    <a:pt x="30598" y="9357"/>
                    <a:pt x="30676" y="9401"/>
                  </a:cubicBezTo>
                  <a:cubicBezTo>
                    <a:pt x="30755" y="9445"/>
                    <a:pt x="30817" y="9507"/>
                    <a:pt x="30861" y="9586"/>
                  </a:cubicBezTo>
                  <a:cubicBezTo>
                    <a:pt x="30905" y="9665"/>
                    <a:pt x="30927" y="9756"/>
                    <a:pt x="30927" y="9860"/>
                  </a:cubicBezTo>
                  <a:lnTo>
                    <a:pt x="30927" y="10750"/>
                  </a:lnTo>
                  <a:lnTo>
                    <a:pt x="30594" y="10750"/>
                  </a:lnTo>
                  <a:lnTo>
                    <a:pt x="30594" y="9938"/>
                  </a:lnTo>
                  <a:cubicBezTo>
                    <a:pt x="30594" y="9877"/>
                    <a:pt x="30582" y="9825"/>
                    <a:pt x="30558" y="9781"/>
                  </a:cubicBezTo>
                  <a:cubicBezTo>
                    <a:pt x="30535" y="9737"/>
                    <a:pt x="30502" y="9702"/>
                    <a:pt x="30460" y="9678"/>
                  </a:cubicBezTo>
                  <a:cubicBezTo>
                    <a:pt x="30419" y="9653"/>
                    <a:pt x="30370" y="9641"/>
                    <a:pt x="30314" y="9641"/>
                  </a:cubicBezTo>
                  <a:cubicBezTo>
                    <a:pt x="30258" y="9641"/>
                    <a:pt x="30211" y="9653"/>
                    <a:pt x="30169" y="9678"/>
                  </a:cubicBezTo>
                  <a:cubicBezTo>
                    <a:pt x="30126" y="9702"/>
                    <a:pt x="30093" y="9737"/>
                    <a:pt x="30070" y="9781"/>
                  </a:cubicBezTo>
                  <a:cubicBezTo>
                    <a:pt x="30046" y="9825"/>
                    <a:pt x="30034" y="9877"/>
                    <a:pt x="30034" y="9938"/>
                  </a:cubicBezTo>
                  <a:lnTo>
                    <a:pt x="30034" y="10750"/>
                  </a:lnTo>
                  <a:lnTo>
                    <a:pt x="29700" y="10750"/>
                  </a:lnTo>
                  <a:lnTo>
                    <a:pt x="29700" y="10750"/>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grpSp>
        <p:nvGrpSpPr>
          <p:cNvPr id="1565" name="Google Shape;1565;p60"/>
          <p:cNvGrpSpPr/>
          <p:nvPr/>
        </p:nvGrpSpPr>
        <p:grpSpPr>
          <a:xfrm>
            <a:off x="4050487" y="2810092"/>
            <a:ext cx="1482885" cy="569207"/>
            <a:chOff x="7110412" y="2660904"/>
            <a:chExt cx="1482885" cy="569207"/>
          </a:xfrm>
        </p:grpSpPr>
        <p:sp>
          <p:nvSpPr>
            <p:cNvPr id="1566" name="Google Shape;1566;p60"/>
            <p:cNvSpPr/>
            <p:nvPr/>
          </p:nvSpPr>
          <p:spPr>
            <a:xfrm>
              <a:off x="7110412" y="2660904"/>
              <a:ext cx="1482885" cy="569207"/>
            </a:xfrm>
            <a:custGeom>
              <a:rect b="b" l="l" r="r" t="t"/>
              <a:pathLst>
                <a:path extrusionOk="0" h="11900" w="31000">
                  <a:moveTo>
                    <a:pt x="11118" y="3527"/>
                  </a:moveTo>
                  <a:lnTo>
                    <a:pt x="13380" y="3527"/>
                  </a:lnTo>
                  <a:lnTo>
                    <a:pt x="13380" y="4078"/>
                  </a:lnTo>
                  <a:lnTo>
                    <a:pt x="12200" y="4269"/>
                  </a:lnTo>
                  <a:cubicBezTo>
                    <a:pt x="11861" y="4321"/>
                    <a:pt x="11579" y="4410"/>
                    <a:pt x="11352" y="4535"/>
                  </a:cubicBezTo>
                  <a:cubicBezTo>
                    <a:pt x="11125" y="4660"/>
                    <a:pt x="10957" y="4815"/>
                    <a:pt x="10848" y="5000"/>
                  </a:cubicBezTo>
                  <a:cubicBezTo>
                    <a:pt x="10738" y="5185"/>
                    <a:pt x="10684" y="5397"/>
                    <a:pt x="10684" y="5637"/>
                  </a:cubicBezTo>
                  <a:cubicBezTo>
                    <a:pt x="10684" y="5892"/>
                    <a:pt x="10744" y="6112"/>
                    <a:pt x="10864" y="6297"/>
                  </a:cubicBezTo>
                  <a:cubicBezTo>
                    <a:pt x="10983" y="6482"/>
                    <a:pt x="11155" y="6624"/>
                    <a:pt x="11379" y="6723"/>
                  </a:cubicBezTo>
                  <a:cubicBezTo>
                    <a:pt x="11603" y="6822"/>
                    <a:pt x="11869" y="6871"/>
                    <a:pt x="12176" y="6871"/>
                  </a:cubicBezTo>
                  <a:cubicBezTo>
                    <a:pt x="12406" y="6871"/>
                    <a:pt x="12614" y="6841"/>
                    <a:pt x="12802" y="6782"/>
                  </a:cubicBezTo>
                  <a:cubicBezTo>
                    <a:pt x="12989" y="6722"/>
                    <a:pt x="13158" y="6631"/>
                    <a:pt x="13310" y="6508"/>
                  </a:cubicBezTo>
                  <a:cubicBezTo>
                    <a:pt x="13392" y="6442"/>
                    <a:pt x="13470" y="6365"/>
                    <a:pt x="13544" y="6279"/>
                  </a:cubicBezTo>
                  <a:lnTo>
                    <a:pt x="13771" y="6778"/>
                  </a:lnTo>
                  <a:lnTo>
                    <a:pt x="14552" y="6778"/>
                  </a:lnTo>
                  <a:lnTo>
                    <a:pt x="14552" y="2511"/>
                  </a:lnTo>
                  <a:lnTo>
                    <a:pt x="11465" y="2511"/>
                  </a:lnTo>
                  <a:lnTo>
                    <a:pt x="11118" y="3527"/>
                  </a:lnTo>
                  <a:lnTo>
                    <a:pt x="11118" y="3527"/>
                  </a:lnTo>
                  <a:moveTo>
                    <a:pt x="13259" y="5547"/>
                  </a:moveTo>
                  <a:cubicBezTo>
                    <a:pt x="13178" y="5690"/>
                    <a:pt x="13065" y="5803"/>
                    <a:pt x="12919" y="5887"/>
                  </a:cubicBezTo>
                  <a:cubicBezTo>
                    <a:pt x="12773" y="5970"/>
                    <a:pt x="12604" y="6012"/>
                    <a:pt x="12411" y="6012"/>
                  </a:cubicBezTo>
                  <a:cubicBezTo>
                    <a:pt x="12265" y="6012"/>
                    <a:pt x="12143" y="5975"/>
                    <a:pt x="12044" y="5902"/>
                  </a:cubicBezTo>
                  <a:cubicBezTo>
                    <a:pt x="11945" y="5830"/>
                    <a:pt x="11895" y="5728"/>
                    <a:pt x="11895" y="5598"/>
                  </a:cubicBezTo>
                  <a:cubicBezTo>
                    <a:pt x="11895" y="5457"/>
                    <a:pt x="11939" y="5349"/>
                    <a:pt x="12028" y="5273"/>
                  </a:cubicBezTo>
                  <a:cubicBezTo>
                    <a:pt x="12116" y="5198"/>
                    <a:pt x="12244" y="5144"/>
                    <a:pt x="12411" y="5113"/>
                  </a:cubicBezTo>
                  <a:lnTo>
                    <a:pt x="13380" y="4972"/>
                  </a:lnTo>
                  <a:lnTo>
                    <a:pt x="13380" y="5074"/>
                  </a:lnTo>
                  <a:cubicBezTo>
                    <a:pt x="13380" y="5246"/>
                    <a:pt x="13340" y="5404"/>
                    <a:pt x="13259" y="5547"/>
                  </a:cubicBezTo>
                  <a:lnTo>
                    <a:pt x="13259" y="5547"/>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67" name="Google Shape;1567;p60"/>
            <p:cNvSpPr/>
            <p:nvPr/>
          </p:nvSpPr>
          <p:spPr>
            <a:xfrm>
              <a:off x="7110412" y="2660904"/>
              <a:ext cx="1482885" cy="569207"/>
            </a:xfrm>
            <a:custGeom>
              <a:rect b="b" l="l" r="r" t="t"/>
              <a:pathLst>
                <a:path extrusionOk="0" h="11900" w="31000">
                  <a:moveTo>
                    <a:pt x="20782" y="2620"/>
                  </a:moveTo>
                  <a:cubicBezTo>
                    <a:pt x="20545" y="2485"/>
                    <a:pt x="20273" y="2417"/>
                    <a:pt x="19966" y="2417"/>
                  </a:cubicBezTo>
                  <a:cubicBezTo>
                    <a:pt x="19616" y="2417"/>
                    <a:pt x="19312" y="2500"/>
                    <a:pt x="19051" y="2667"/>
                  </a:cubicBezTo>
                  <a:cubicBezTo>
                    <a:pt x="18895" y="2767"/>
                    <a:pt x="18761" y="2900"/>
                    <a:pt x="18648" y="3065"/>
                  </a:cubicBezTo>
                  <a:cubicBezTo>
                    <a:pt x="18560" y="2918"/>
                    <a:pt x="18438" y="2791"/>
                    <a:pt x="18281" y="2686"/>
                  </a:cubicBezTo>
                  <a:cubicBezTo>
                    <a:pt x="18013" y="2507"/>
                    <a:pt x="17702" y="2417"/>
                    <a:pt x="17347" y="2417"/>
                  </a:cubicBezTo>
                  <a:cubicBezTo>
                    <a:pt x="17014" y="2417"/>
                    <a:pt x="16727" y="2495"/>
                    <a:pt x="16488" y="2651"/>
                  </a:cubicBezTo>
                  <a:cubicBezTo>
                    <a:pt x="16329" y="2755"/>
                    <a:pt x="16172" y="2859"/>
                    <a:pt x="16065" y="3013"/>
                  </a:cubicBezTo>
                  <a:lnTo>
                    <a:pt x="15839" y="2510"/>
                  </a:lnTo>
                  <a:lnTo>
                    <a:pt x="15057" y="2510"/>
                  </a:lnTo>
                  <a:lnTo>
                    <a:pt x="15057" y="6778"/>
                  </a:lnTo>
                  <a:lnTo>
                    <a:pt x="16230" y="6778"/>
                  </a:lnTo>
                  <a:lnTo>
                    <a:pt x="16230" y="4285"/>
                  </a:lnTo>
                  <a:cubicBezTo>
                    <a:pt x="16230" y="4118"/>
                    <a:pt x="16260" y="3975"/>
                    <a:pt x="16320" y="3855"/>
                  </a:cubicBezTo>
                  <a:cubicBezTo>
                    <a:pt x="16379" y="3735"/>
                    <a:pt x="16465" y="3641"/>
                    <a:pt x="16578" y="3573"/>
                  </a:cubicBezTo>
                  <a:cubicBezTo>
                    <a:pt x="16690" y="3506"/>
                    <a:pt x="16821" y="3472"/>
                    <a:pt x="16972" y="3472"/>
                  </a:cubicBezTo>
                  <a:cubicBezTo>
                    <a:pt x="17123" y="3472"/>
                    <a:pt x="17261" y="3506"/>
                    <a:pt x="17371" y="3573"/>
                  </a:cubicBezTo>
                  <a:cubicBezTo>
                    <a:pt x="17480" y="3641"/>
                    <a:pt x="17565" y="3735"/>
                    <a:pt x="17625" y="3855"/>
                  </a:cubicBezTo>
                  <a:cubicBezTo>
                    <a:pt x="17684" y="3975"/>
                    <a:pt x="17715" y="4118"/>
                    <a:pt x="17715" y="4285"/>
                  </a:cubicBezTo>
                  <a:lnTo>
                    <a:pt x="17715" y="6778"/>
                  </a:lnTo>
                  <a:lnTo>
                    <a:pt x="18887" y="6778"/>
                  </a:lnTo>
                  <a:lnTo>
                    <a:pt x="18887" y="4285"/>
                  </a:lnTo>
                  <a:cubicBezTo>
                    <a:pt x="18887" y="4118"/>
                    <a:pt x="18917" y="3975"/>
                    <a:pt x="18977" y="3855"/>
                  </a:cubicBezTo>
                  <a:cubicBezTo>
                    <a:pt x="19036" y="3735"/>
                    <a:pt x="19122" y="3641"/>
                    <a:pt x="19235" y="3573"/>
                  </a:cubicBezTo>
                  <a:cubicBezTo>
                    <a:pt x="19347" y="3506"/>
                    <a:pt x="19478" y="3472"/>
                    <a:pt x="19629" y="3472"/>
                  </a:cubicBezTo>
                  <a:cubicBezTo>
                    <a:pt x="19780" y="3472"/>
                    <a:pt x="19918" y="3506"/>
                    <a:pt x="20028" y="3573"/>
                  </a:cubicBezTo>
                  <a:cubicBezTo>
                    <a:pt x="20137" y="3641"/>
                    <a:pt x="20222" y="3735"/>
                    <a:pt x="20282" y="3855"/>
                  </a:cubicBezTo>
                  <a:cubicBezTo>
                    <a:pt x="20342" y="3975"/>
                    <a:pt x="20372" y="4118"/>
                    <a:pt x="20372" y="4285"/>
                  </a:cubicBezTo>
                  <a:lnTo>
                    <a:pt x="20372" y="6778"/>
                  </a:lnTo>
                  <a:lnTo>
                    <a:pt x="21544" y="6778"/>
                  </a:lnTo>
                  <a:lnTo>
                    <a:pt x="21544" y="4034"/>
                  </a:lnTo>
                  <a:cubicBezTo>
                    <a:pt x="21544" y="3711"/>
                    <a:pt x="21476" y="3429"/>
                    <a:pt x="21341" y="3186"/>
                  </a:cubicBezTo>
                  <a:cubicBezTo>
                    <a:pt x="21205" y="2944"/>
                    <a:pt x="21019" y="2755"/>
                    <a:pt x="20782" y="2620"/>
                  </a:cubicBezTo>
                  <a:lnTo>
                    <a:pt x="20782" y="2620"/>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68" name="Google Shape;1568;p60"/>
            <p:cNvSpPr/>
            <p:nvPr/>
          </p:nvSpPr>
          <p:spPr>
            <a:xfrm>
              <a:off x="7110412" y="2660904"/>
              <a:ext cx="1482885" cy="569207"/>
            </a:xfrm>
            <a:custGeom>
              <a:rect b="b" l="l" r="r" t="t"/>
              <a:pathLst>
                <a:path extrusionOk="0" h="11900" w="31000">
                  <a:moveTo>
                    <a:pt x="25467" y="2714"/>
                  </a:moveTo>
                  <a:cubicBezTo>
                    <a:pt x="25139" y="2516"/>
                    <a:pt x="24771" y="2417"/>
                    <a:pt x="24365" y="2417"/>
                  </a:cubicBezTo>
                  <a:cubicBezTo>
                    <a:pt x="24052" y="2417"/>
                    <a:pt x="23775" y="2475"/>
                    <a:pt x="23533" y="2593"/>
                  </a:cubicBezTo>
                  <a:cubicBezTo>
                    <a:pt x="23381" y="2666"/>
                    <a:pt x="23250" y="2758"/>
                    <a:pt x="23138" y="2869"/>
                  </a:cubicBezTo>
                  <a:lnTo>
                    <a:pt x="23138" y="1000"/>
                  </a:lnTo>
                  <a:lnTo>
                    <a:pt x="21966" y="1672"/>
                  </a:lnTo>
                  <a:lnTo>
                    <a:pt x="21966" y="6778"/>
                  </a:lnTo>
                  <a:lnTo>
                    <a:pt x="22747" y="6778"/>
                  </a:lnTo>
                  <a:lnTo>
                    <a:pt x="22959" y="6249"/>
                  </a:lnTo>
                  <a:cubicBezTo>
                    <a:pt x="23109" y="6452"/>
                    <a:pt x="23305" y="6606"/>
                    <a:pt x="23548" y="6711"/>
                  </a:cubicBezTo>
                  <a:cubicBezTo>
                    <a:pt x="23796" y="6818"/>
                    <a:pt x="24065" y="6871"/>
                    <a:pt x="24357" y="6871"/>
                  </a:cubicBezTo>
                  <a:cubicBezTo>
                    <a:pt x="24774" y="6871"/>
                    <a:pt x="25146" y="6772"/>
                    <a:pt x="25475" y="6574"/>
                  </a:cubicBezTo>
                  <a:cubicBezTo>
                    <a:pt x="25803" y="6376"/>
                    <a:pt x="26062" y="6108"/>
                    <a:pt x="26252" y="5769"/>
                  </a:cubicBezTo>
                  <a:cubicBezTo>
                    <a:pt x="26442" y="5431"/>
                    <a:pt x="26538" y="5056"/>
                    <a:pt x="26538" y="4644"/>
                  </a:cubicBezTo>
                  <a:cubicBezTo>
                    <a:pt x="26538" y="4232"/>
                    <a:pt x="26441" y="3851"/>
                    <a:pt x="26248" y="3515"/>
                  </a:cubicBezTo>
                  <a:cubicBezTo>
                    <a:pt x="26056" y="3179"/>
                    <a:pt x="25795" y="2912"/>
                    <a:pt x="25467" y="2714"/>
                  </a:cubicBezTo>
                  <a:lnTo>
                    <a:pt x="25467" y="2714"/>
                  </a:lnTo>
                  <a:moveTo>
                    <a:pt x="25186" y="5254"/>
                  </a:moveTo>
                  <a:cubicBezTo>
                    <a:pt x="25092" y="5431"/>
                    <a:pt x="24962" y="5569"/>
                    <a:pt x="24795" y="5668"/>
                  </a:cubicBezTo>
                  <a:cubicBezTo>
                    <a:pt x="24628" y="5767"/>
                    <a:pt x="24435" y="5816"/>
                    <a:pt x="24216" y="5816"/>
                  </a:cubicBezTo>
                  <a:cubicBezTo>
                    <a:pt x="23998" y="5816"/>
                    <a:pt x="23822" y="5767"/>
                    <a:pt x="23658" y="5668"/>
                  </a:cubicBezTo>
                  <a:cubicBezTo>
                    <a:pt x="23494" y="5569"/>
                    <a:pt x="23366" y="5431"/>
                    <a:pt x="23275" y="5254"/>
                  </a:cubicBezTo>
                  <a:cubicBezTo>
                    <a:pt x="23184" y="5077"/>
                    <a:pt x="23138" y="4874"/>
                    <a:pt x="23138" y="4644"/>
                  </a:cubicBezTo>
                  <a:cubicBezTo>
                    <a:pt x="23138" y="4415"/>
                    <a:pt x="23184" y="4212"/>
                    <a:pt x="23275" y="4035"/>
                  </a:cubicBezTo>
                  <a:cubicBezTo>
                    <a:pt x="23366" y="3857"/>
                    <a:pt x="23494" y="3719"/>
                    <a:pt x="23658" y="3620"/>
                  </a:cubicBezTo>
                  <a:cubicBezTo>
                    <a:pt x="23822" y="3521"/>
                    <a:pt x="24008" y="3472"/>
                    <a:pt x="24216" y="3472"/>
                  </a:cubicBezTo>
                  <a:cubicBezTo>
                    <a:pt x="24435" y="3472"/>
                    <a:pt x="24628" y="3523"/>
                    <a:pt x="24795" y="3624"/>
                  </a:cubicBezTo>
                  <a:cubicBezTo>
                    <a:pt x="24962" y="3726"/>
                    <a:pt x="25092" y="3864"/>
                    <a:pt x="25186" y="4038"/>
                  </a:cubicBezTo>
                  <a:cubicBezTo>
                    <a:pt x="25279" y="4213"/>
                    <a:pt x="25326" y="4415"/>
                    <a:pt x="25326" y="4644"/>
                  </a:cubicBezTo>
                  <a:cubicBezTo>
                    <a:pt x="25326" y="4873"/>
                    <a:pt x="25279" y="5077"/>
                    <a:pt x="25186" y="5254"/>
                  </a:cubicBez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69" name="Google Shape;1569;p60"/>
            <p:cNvSpPr/>
            <p:nvPr/>
          </p:nvSpPr>
          <p:spPr>
            <a:xfrm>
              <a:off x="7110412" y="2660904"/>
              <a:ext cx="1482885" cy="569207"/>
            </a:xfrm>
            <a:custGeom>
              <a:rect b="b" l="l" r="r" t="t"/>
              <a:pathLst>
                <a:path extrusionOk="0" h="11900" w="31000">
                  <a:moveTo>
                    <a:pt x="30859" y="3695"/>
                  </a:moveTo>
                  <a:cubicBezTo>
                    <a:pt x="30765" y="3442"/>
                    <a:pt x="30629" y="3219"/>
                    <a:pt x="30449" y="3026"/>
                  </a:cubicBezTo>
                  <a:cubicBezTo>
                    <a:pt x="30269" y="2834"/>
                    <a:pt x="30049" y="2684"/>
                    <a:pt x="29789" y="2577"/>
                  </a:cubicBezTo>
                  <a:cubicBezTo>
                    <a:pt x="29528" y="2470"/>
                    <a:pt x="29229" y="2417"/>
                    <a:pt x="28890" y="2417"/>
                  </a:cubicBezTo>
                  <a:cubicBezTo>
                    <a:pt x="28483" y="2417"/>
                    <a:pt x="28119" y="2513"/>
                    <a:pt x="27796" y="2706"/>
                  </a:cubicBezTo>
                  <a:cubicBezTo>
                    <a:pt x="27473" y="2899"/>
                    <a:pt x="27216" y="3162"/>
                    <a:pt x="27026" y="3495"/>
                  </a:cubicBezTo>
                  <a:cubicBezTo>
                    <a:pt x="26836" y="3829"/>
                    <a:pt x="26741" y="4209"/>
                    <a:pt x="26741" y="4636"/>
                  </a:cubicBezTo>
                  <a:cubicBezTo>
                    <a:pt x="26741" y="5063"/>
                    <a:pt x="26832" y="5423"/>
                    <a:pt x="27014" y="5762"/>
                  </a:cubicBezTo>
                  <a:cubicBezTo>
                    <a:pt x="27196" y="6100"/>
                    <a:pt x="27454" y="6370"/>
                    <a:pt x="27788" y="6571"/>
                  </a:cubicBezTo>
                  <a:cubicBezTo>
                    <a:pt x="28121" y="6771"/>
                    <a:pt x="28515" y="6872"/>
                    <a:pt x="28968" y="6872"/>
                  </a:cubicBezTo>
                  <a:cubicBezTo>
                    <a:pt x="29260" y="6872"/>
                    <a:pt x="29528" y="6828"/>
                    <a:pt x="29773" y="6743"/>
                  </a:cubicBezTo>
                  <a:cubicBezTo>
                    <a:pt x="30018" y="6657"/>
                    <a:pt x="30230" y="6535"/>
                    <a:pt x="30410" y="6379"/>
                  </a:cubicBezTo>
                  <a:cubicBezTo>
                    <a:pt x="30590" y="6223"/>
                    <a:pt x="30721" y="6040"/>
                    <a:pt x="30804" y="5832"/>
                  </a:cubicBezTo>
                  <a:lnTo>
                    <a:pt x="29867" y="5387"/>
                  </a:lnTo>
                  <a:cubicBezTo>
                    <a:pt x="29783" y="5533"/>
                    <a:pt x="29667" y="5647"/>
                    <a:pt x="29519" y="5731"/>
                  </a:cubicBezTo>
                  <a:cubicBezTo>
                    <a:pt x="29370" y="5814"/>
                    <a:pt x="29192" y="5856"/>
                    <a:pt x="28984" y="5856"/>
                  </a:cubicBezTo>
                  <a:cubicBezTo>
                    <a:pt x="28754" y="5856"/>
                    <a:pt x="28559" y="5805"/>
                    <a:pt x="28397" y="5703"/>
                  </a:cubicBezTo>
                  <a:cubicBezTo>
                    <a:pt x="28236" y="5602"/>
                    <a:pt x="28116" y="5460"/>
                    <a:pt x="28038" y="5277"/>
                  </a:cubicBezTo>
                  <a:cubicBezTo>
                    <a:pt x="27998" y="5183"/>
                    <a:pt x="27971" y="5081"/>
                    <a:pt x="27957" y="4972"/>
                  </a:cubicBezTo>
                  <a:lnTo>
                    <a:pt x="30945" y="4972"/>
                  </a:lnTo>
                  <a:cubicBezTo>
                    <a:pt x="30966" y="4915"/>
                    <a:pt x="30980" y="4846"/>
                    <a:pt x="30988" y="4765"/>
                  </a:cubicBezTo>
                  <a:cubicBezTo>
                    <a:pt x="30996" y="4685"/>
                    <a:pt x="31000" y="4602"/>
                    <a:pt x="31000" y="4519"/>
                  </a:cubicBezTo>
                  <a:cubicBezTo>
                    <a:pt x="31000" y="4222"/>
                    <a:pt x="30953" y="3947"/>
                    <a:pt x="30859" y="3694"/>
                  </a:cubicBezTo>
                  <a:lnTo>
                    <a:pt x="30859" y="3695"/>
                  </a:lnTo>
                  <a:moveTo>
                    <a:pt x="28366" y="3503"/>
                  </a:moveTo>
                  <a:cubicBezTo>
                    <a:pt x="28512" y="3404"/>
                    <a:pt x="28687" y="3355"/>
                    <a:pt x="28890" y="3355"/>
                  </a:cubicBezTo>
                  <a:cubicBezTo>
                    <a:pt x="29093" y="3355"/>
                    <a:pt x="29274" y="3405"/>
                    <a:pt x="29417" y="3507"/>
                  </a:cubicBezTo>
                  <a:cubicBezTo>
                    <a:pt x="29561" y="3609"/>
                    <a:pt x="29661" y="3747"/>
                    <a:pt x="29718" y="3921"/>
                  </a:cubicBezTo>
                  <a:cubicBezTo>
                    <a:pt x="29738" y="3982"/>
                    <a:pt x="29751" y="4046"/>
                    <a:pt x="29758" y="4113"/>
                  </a:cubicBezTo>
                  <a:lnTo>
                    <a:pt x="27988" y="4113"/>
                  </a:lnTo>
                  <a:cubicBezTo>
                    <a:pt x="28002" y="4052"/>
                    <a:pt x="28018" y="3995"/>
                    <a:pt x="28038" y="3941"/>
                  </a:cubicBezTo>
                  <a:cubicBezTo>
                    <a:pt x="28111" y="3748"/>
                    <a:pt x="28220" y="3602"/>
                    <a:pt x="28366" y="3503"/>
                  </a:cubicBezTo>
                  <a:lnTo>
                    <a:pt x="28366" y="3503"/>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70" name="Google Shape;1570;p60"/>
            <p:cNvSpPr/>
            <p:nvPr/>
          </p:nvSpPr>
          <p:spPr>
            <a:xfrm>
              <a:off x="7110412" y="2660904"/>
              <a:ext cx="1482885" cy="569207"/>
            </a:xfrm>
            <a:custGeom>
              <a:rect b="b" l="l" r="r" t="t"/>
              <a:pathLst>
                <a:path extrusionOk="0" h="11900" w="31000">
                  <a:moveTo>
                    <a:pt x="9611" y="2511"/>
                  </a:moveTo>
                  <a:lnTo>
                    <a:pt x="8743" y="5215"/>
                  </a:lnTo>
                  <a:lnTo>
                    <a:pt x="7875" y="2511"/>
                  </a:lnTo>
                  <a:lnTo>
                    <a:pt x="6579" y="2511"/>
                  </a:lnTo>
                  <a:lnTo>
                    <a:pt x="8040" y="6778"/>
                  </a:lnTo>
                  <a:lnTo>
                    <a:pt x="9446" y="6778"/>
                  </a:lnTo>
                  <a:lnTo>
                    <a:pt x="10907" y="2511"/>
                  </a:lnTo>
                  <a:lnTo>
                    <a:pt x="9611" y="2511"/>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71" name="Google Shape;1571;p60"/>
            <p:cNvSpPr/>
            <p:nvPr/>
          </p:nvSpPr>
          <p:spPr>
            <a:xfrm>
              <a:off x="7110412" y="2660904"/>
              <a:ext cx="1482885" cy="569207"/>
            </a:xfrm>
            <a:custGeom>
              <a:rect b="b" l="l" r="r" t="t"/>
              <a:pathLst>
                <a:path extrusionOk="0" h="11900" w="31000">
                  <a:moveTo>
                    <a:pt x="2800" y="2139"/>
                  </a:moveTo>
                  <a:cubicBezTo>
                    <a:pt x="1858" y="2139"/>
                    <a:pt x="0" y="3997"/>
                    <a:pt x="0" y="4939"/>
                  </a:cubicBezTo>
                  <a:cubicBezTo>
                    <a:pt x="0" y="5881"/>
                    <a:pt x="1858" y="7147"/>
                    <a:pt x="2800" y="7147"/>
                  </a:cubicBezTo>
                  <a:cubicBezTo>
                    <a:pt x="3742" y="7147"/>
                    <a:pt x="5600" y="5881"/>
                    <a:pt x="5600" y="4939"/>
                  </a:cubicBezTo>
                  <a:cubicBezTo>
                    <a:pt x="5600" y="3997"/>
                    <a:pt x="3742" y="2139"/>
                    <a:pt x="2800" y="2139"/>
                  </a:cubicBezTo>
                  <a:moveTo>
                    <a:pt x="2800" y="6285"/>
                  </a:moveTo>
                  <a:cubicBezTo>
                    <a:pt x="2329" y="6285"/>
                    <a:pt x="862" y="5410"/>
                    <a:pt x="862" y="4939"/>
                  </a:cubicBezTo>
                  <a:cubicBezTo>
                    <a:pt x="862" y="4468"/>
                    <a:pt x="2329" y="3000"/>
                    <a:pt x="2800" y="3000"/>
                  </a:cubicBezTo>
                  <a:cubicBezTo>
                    <a:pt x="3271" y="3000"/>
                    <a:pt x="4738" y="4468"/>
                    <a:pt x="4738" y="4939"/>
                  </a:cubicBezTo>
                  <a:cubicBezTo>
                    <a:pt x="4738" y="5410"/>
                    <a:pt x="3271" y="6285"/>
                    <a:pt x="2800" y="6285"/>
                  </a:cubicBez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72" name="Google Shape;1572;p60"/>
            <p:cNvSpPr/>
            <p:nvPr/>
          </p:nvSpPr>
          <p:spPr>
            <a:xfrm>
              <a:off x="7110412" y="2660904"/>
              <a:ext cx="1482885" cy="569207"/>
            </a:xfrm>
            <a:custGeom>
              <a:rect b="b" l="l" r="r" t="t"/>
              <a:pathLst>
                <a:path extrusionOk="0" h="11900" w="31000">
                  <a:moveTo>
                    <a:pt x="15085" y="10750"/>
                  </a:moveTo>
                  <a:lnTo>
                    <a:pt x="15740" y="8854"/>
                  </a:lnTo>
                  <a:lnTo>
                    <a:pt x="16188" y="8854"/>
                  </a:lnTo>
                  <a:lnTo>
                    <a:pt x="16842" y="10750"/>
                  </a:lnTo>
                  <a:lnTo>
                    <a:pt x="16465" y="10750"/>
                  </a:lnTo>
                  <a:lnTo>
                    <a:pt x="16330" y="10343"/>
                  </a:lnTo>
                  <a:lnTo>
                    <a:pt x="15597" y="10343"/>
                  </a:lnTo>
                  <a:lnTo>
                    <a:pt x="15460" y="10750"/>
                  </a:lnTo>
                  <a:lnTo>
                    <a:pt x="15085" y="10750"/>
                  </a:lnTo>
                  <a:lnTo>
                    <a:pt x="15085" y="10750"/>
                  </a:lnTo>
                  <a:moveTo>
                    <a:pt x="15696" y="10038"/>
                  </a:moveTo>
                  <a:lnTo>
                    <a:pt x="16231" y="10038"/>
                  </a:lnTo>
                  <a:lnTo>
                    <a:pt x="15915" y="9093"/>
                  </a:lnTo>
                  <a:lnTo>
                    <a:pt x="16012" y="9093"/>
                  </a:lnTo>
                  <a:lnTo>
                    <a:pt x="15696" y="10038"/>
                  </a:lnTo>
                  <a:lnTo>
                    <a:pt x="15696" y="10038"/>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73" name="Google Shape;1573;p60"/>
            <p:cNvSpPr/>
            <p:nvPr/>
          </p:nvSpPr>
          <p:spPr>
            <a:xfrm>
              <a:off x="7110412" y="2660904"/>
              <a:ext cx="1482885" cy="569207"/>
            </a:xfrm>
            <a:custGeom>
              <a:rect b="b" l="l" r="r" t="t"/>
              <a:pathLst>
                <a:path extrusionOk="0" h="11900" w="31000">
                  <a:moveTo>
                    <a:pt x="17027" y="10750"/>
                  </a:moveTo>
                  <a:lnTo>
                    <a:pt x="17027" y="8854"/>
                  </a:lnTo>
                  <a:lnTo>
                    <a:pt x="17374" y="8854"/>
                  </a:lnTo>
                  <a:lnTo>
                    <a:pt x="17374" y="10750"/>
                  </a:lnTo>
                  <a:lnTo>
                    <a:pt x="17027" y="10750"/>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74" name="Google Shape;1574;p60"/>
            <p:cNvSpPr/>
            <p:nvPr/>
          </p:nvSpPr>
          <p:spPr>
            <a:xfrm>
              <a:off x="7110412" y="2660904"/>
              <a:ext cx="1482885" cy="569207"/>
            </a:xfrm>
            <a:custGeom>
              <a:rect b="b" l="l" r="r" t="t"/>
              <a:pathLst>
                <a:path extrusionOk="0" h="11900" w="31000">
                  <a:moveTo>
                    <a:pt x="18308" y="10750"/>
                  </a:moveTo>
                  <a:lnTo>
                    <a:pt x="18308" y="9544"/>
                  </a:lnTo>
                  <a:lnTo>
                    <a:pt x="18033" y="9544"/>
                  </a:lnTo>
                  <a:lnTo>
                    <a:pt x="18033" y="9399"/>
                  </a:lnTo>
                  <a:lnTo>
                    <a:pt x="18308" y="9399"/>
                  </a:lnTo>
                  <a:lnTo>
                    <a:pt x="18308" y="9269"/>
                  </a:lnTo>
                  <a:cubicBezTo>
                    <a:pt x="18308" y="9174"/>
                    <a:pt x="18327" y="9093"/>
                    <a:pt x="18365" y="9027"/>
                  </a:cubicBezTo>
                  <a:cubicBezTo>
                    <a:pt x="18403" y="8961"/>
                    <a:pt x="18455" y="8911"/>
                    <a:pt x="18521" y="8876"/>
                  </a:cubicBezTo>
                  <a:cubicBezTo>
                    <a:pt x="18588" y="8841"/>
                    <a:pt x="18660" y="8824"/>
                    <a:pt x="18740" y="8824"/>
                  </a:cubicBezTo>
                  <a:cubicBezTo>
                    <a:pt x="18759" y="8824"/>
                    <a:pt x="18778" y="8825"/>
                    <a:pt x="18798" y="8827"/>
                  </a:cubicBezTo>
                  <a:cubicBezTo>
                    <a:pt x="18817" y="8830"/>
                    <a:pt x="18834" y="8833"/>
                    <a:pt x="18847" y="8836"/>
                  </a:cubicBezTo>
                  <a:lnTo>
                    <a:pt x="18847" y="8974"/>
                  </a:lnTo>
                  <a:cubicBezTo>
                    <a:pt x="18834" y="8970"/>
                    <a:pt x="18818" y="8968"/>
                    <a:pt x="18799" y="8967"/>
                  </a:cubicBezTo>
                  <a:cubicBezTo>
                    <a:pt x="18780" y="8967"/>
                    <a:pt x="18766" y="8966"/>
                    <a:pt x="18756" y="8966"/>
                  </a:cubicBezTo>
                  <a:cubicBezTo>
                    <a:pt x="18667" y="8966"/>
                    <a:pt x="18596" y="8991"/>
                    <a:pt x="18542" y="9041"/>
                  </a:cubicBezTo>
                  <a:cubicBezTo>
                    <a:pt x="18487" y="9091"/>
                    <a:pt x="18460" y="9167"/>
                    <a:pt x="18460" y="9269"/>
                  </a:cubicBezTo>
                  <a:lnTo>
                    <a:pt x="18460" y="9399"/>
                  </a:lnTo>
                  <a:lnTo>
                    <a:pt x="18796" y="9399"/>
                  </a:lnTo>
                  <a:lnTo>
                    <a:pt x="18796" y="9544"/>
                  </a:lnTo>
                  <a:lnTo>
                    <a:pt x="18460" y="9544"/>
                  </a:lnTo>
                  <a:lnTo>
                    <a:pt x="18460" y="10750"/>
                  </a:lnTo>
                  <a:lnTo>
                    <a:pt x="18308" y="10750"/>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75" name="Google Shape;1575;p60"/>
            <p:cNvSpPr/>
            <p:nvPr/>
          </p:nvSpPr>
          <p:spPr>
            <a:xfrm>
              <a:off x="7110412" y="2660904"/>
              <a:ext cx="1482885" cy="569207"/>
            </a:xfrm>
            <a:custGeom>
              <a:rect b="b" l="l" r="r" t="t"/>
              <a:pathLst>
                <a:path extrusionOk="0" h="11900" w="31000">
                  <a:moveTo>
                    <a:pt x="19687" y="10781"/>
                  </a:moveTo>
                  <a:cubicBezTo>
                    <a:pt x="19558" y="10781"/>
                    <a:pt x="19442" y="10750"/>
                    <a:pt x="19339" y="10689"/>
                  </a:cubicBezTo>
                  <a:cubicBezTo>
                    <a:pt x="19235" y="10628"/>
                    <a:pt x="19153" y="10544"/>
                    <a:pt x="19093" y="10436"/>
                  </a:cubicBezTo>
                  <a:cubicBezTo>
                    <a:pt x="19033" y="10328"/>
                    <a:pt x="19002" y="10207"/>
                    <a:pt x="19002" y="10073"/>
                  </a:cubicBezTo>
                  <a:cubicBezTo>
                    <a:pt x="19002" y="9939"/>
                    <a:pt x="19033" y="9819"/>
                    <a:pt x="19093" y="9712"/>
                  </a:cubicBezTo>
                  <a:cubicBezTo>
                    <a:pt x="19153" y="9605"/>
                    <a:pt x="19235" y="9521"/>
                    <a:pt x="19337" y="9460"/>
                  </a:cubicBezTo>
                  <a:cubicBezTo>
                    <a:pt x="19440" y="9399"/>
                    <a:pt x="19556" y="9368"/>
                    <a:pt x="19687" y="9368"/>
                  </a:cubicBezTo>
                  <a:cubicBezTo>
                    <a:pt x="19818" y="9368"/>
                    <a:pt x="19932" y="9399"/>
                    <a:pt x="20036" y="9460"/>
                  </a:cubicBezTo>
                  <a:cubicBezTo>
                    <a:pt x="20140" y="9521"/>
                    <a:pt x="20221" y="9605"/>
                    <a:pt x="20280" y="9711"/>
                  </a:cubicBezTo>
                  <a:cubicBezTo>
                    <a:pt x="20340" y="9817"/>
                    <a:pt x="20370" y="9938"/>
                    <a:pt x="20370" y="10073"/>
                  </a:cubicBezTo>
                  <a:cubicBezTo>
                    <a:pt x="20370" y="10209"/>
                    <a:pt x="20339" y="10330"/>
                    <a:pt x="20278" y="10437"/>
                  </a:cubicBezTo>
                  <a:cubicBezTo>
                    <a:pt x="20217" y="10544"/>
                    <a:pt x="20135" y="10628"/>
                    <a:pt x="20032" y="10689"/>
                  </a:cubicBezTo>
                  <a:cubicBezTo>
                    <a:pt x="19930" y="10750"/>
                    <a:pt x="19815" y="10781"/>
                    <a:pt x="19687" y="10781"/>
                  </a:cubicBezTo>
                  <a:lnTo>
                    <a:pt x="19687" y="10781"/>
                  </a:lnTo>
                  <a:moveTo>
                    <a:pt x="19687" y="10631"/>
                  </a:moveTo>
                  <a:cubicBezTo>
                    <a:pt x="19784" y="10631"/>
                    <a:pt x="19872" y="10607"/>
                    <a:pt x="19951" y="10558"/>
                  </a:cubicBezTo>
                  <a:cubicBezTo>
                    <a:pt x="20030" y="10510"/>
                    <a:pt x="20092" y="10443"/>
                    <a:pt x="20138" y="10358"/>
                  </a:cubicBezTo>
                  <a:cubicBezTo>
                    <a:pt x="20184" y="10274"/>
                    <a:pt x="20207" y="10179"/>
                    <a:pt x="20207" y="10073"/>
                  </a:cubicBezTo>
                  <a:cubicBezTo>
                    <a:pt x="20207" y="9968"/>
                    <a:pt x="20184" y="9874"/>
                    <a:pt x="20138" y="9791"/>
                  </a:cubicBezTo>
                  <a:cubicBezTo>
                    <a:pt x="20092" y="9708"/>
                    <a:pt x="20030" y="9641"/>
                    <a:pt x="19952" y="9592"/>
                  </a:cubicBezTo>
                  <a:cubicBezTo>
                    <a:pt x="19874" y="9543"/>
                    <a:pt x="19786" y="9518"/>
                    <a:pt x="19687" y="9518"/>
                  </a:cubicBezTo>
                  <a:cubicBezTo>
                    <a:pt x="19589" y="9518"/>
                    <a:pt x="19500" y="9543"/>
                    <a:pt x="19421" y="9591"/>
                  </a:cubicBezTo>
                  <a:cubicBezTo>
                    <a:pt x="19342" y="9639"/>
                    <a:pt x="19280" y="9706"/>
                    <a:pt x="19234" y="9790"/>
                  </a:cubicBezTo>
                  <a:cubicBezTo>
                    <a:pt x="19188" y="9874"/>
                    <a:pt x="19166" y="9968"/>
                    <a:pt x="19166" y="10073"/>
                  </a:cubicBezTo>
                  <a:cubicBezTo>
                    <a:pt x="19166" y="10179"/>
                    <a:pt x="19189" y="10274"/>
                    <a:pt x="19236" y="10358"/>
                  </a:cubicBezTo>
                  <a:cubicBezTo>
                    <a:pt x="19282" y="10443"/>
                    <a:pt x="19344" y="10510"/>
                    <a:pt x="19423" y="10558"/>
                  </a:cubicBezTo>
                  <a:cubicBezTo>
                    <a:pt x="19501" y="10607"/>
                    <a:pt x="19589" y="10631"/>
                    <a:pt x="19687" y="10631"/>
                  </a:cubicBez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76" name="Google Shape;1576;p60"/>
            <p:cNvSpPr/>
            <p:nvPr/>
          </p:nvSpPr>
          <p:spPr>
            <a:xfrm>
              <a:off x="7110412" y="2660904"/>
              <a:ext cx="1482885" cy="569207"/>
            </a:xfrm>
            <a:custGeom>
              <a:rect b="b" l="l" r="r" t="t"/>
              <a:pathLst>
                <a:path extrusionOk="0" h="11900" w="31000">
                  <a:moveTo>
                    <a:pt x="20710" y="10750"/>
                  </a:moveTo>
                  <a:lnTo>
                    <a:pt x="20710" y="9399"/>
                  </a:lnTo>
                  <a:lnTo>
                    <a:pt x="20863" y="9399"/>
                  </a:lnTo>
                  <a:lnTo>
                    <a:pt x="20863" y="9651"/>
                  </a:lnTo>
                  <a:lnTo>
                    <a:pt x="20835" y="9628"/>
                  </a:lnTo>
                  <a:cubicBezTo>
                    <a:pt x="20864" y="9552"/>
                    <a:pt x="20914" y="9491"/>
                    <a:pt x="20984" y="9447"/>
                  </a:cubicBezTo>
                  <a:cubicBezTo>
                    <a:pt x="21054" y="9403"/>
                    <a:pt x="21138" y="9381"/>
                    <a:pt x="21235" y="9381"/>
                  </a:cubicBezTo>
                  <a:lnTo>
                    <a:pt x="21322" y="9381"/>
                  </a:lnTo>
                  <a:lnTo>
                    <a:pt x="21322" y="9534"/>
                  </a:lnTo>
                  <a:lnTo>
                    <a:pt x="21217" y="9534"/>
                  </a:lnTo>
                  <a:cubicBezTo>
                    <a:pt x="21107" y="9534"/>
                    <a:pt x="21020" y="9569"/>
                    <a:pt x="20958" y="9640"/>
                  </a:cubicBezTo>
                  <a:cubicBezTo>
                    <a:pt x="20895" y="9710"/>
                    <a:pt x="20863" y="9805"/>
                    <a:pt x="20863" y="9923"/>
                  </a:cubicBezTo>
                  <a:lnTo>
                    <a:pt x="20863" y="10751"/>
                  </a:lnTo>
                  <a:lnTo>
                    <a:pt x="20710" y="10751"/>
                  </a:lnTo>
                  <a:lnTo>
                    <a:pt x="20710" y="10750"/>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77" name="Google Shape;1577;p60"/>
            <p:cNvSpPr/>
            <p:nvPr/>
          </p:nvSpPr>
          <p:spPr>
            <a:xfrm>
              <a:off x="7110412" y="2660904"/>
              <a:ext cx="1482885" cy="569207"/>
            </a:xfrm>
            <a:custGeom>
              <a:rect b="b" l="l" r="r" t="t"/>
              <a:pathLst>
                <a:path extrusionOk="0" h="11900" w="31000">
                  <a:moveTo>
                    <a:pt x="22813" y="10781"/>
                  </a:moveTo>
                  <a:cubicBezTo>
                    <a:pt x="22677" y="10781"/>
                    <a:pt x="22552" y="10756"/>
                    <a:pt x="22436" y="10707"/>
                  </a:cubicBezTo>
                  <a:cubicBezTo>
                    <a:pt x="22321" y="10658"/>
                    <a:pt x="22220" y="10589"/>
                    <a:pt x="22133" y="10501"/>
                  </a:cubicBezTo>
                  <a:cubicBezTo>
                    <a:pt x="22047" y="10413"/>
                    <a:pt x="21979" y="10309"/>
                    <a:pt x="21931" y="10190"/>
                  </a:cubicBezTo>
                  <a:cubicBezTo>
                    <a:pt x="21883" y="10072"/>
                    <a:pt x="21858" y="9942"/>
                    <a:pt x="21858" y="9801"/>
                  </a:cubicBezTo>
                  <a:cubicBezTo>
                    <a:pt x="21858" y="9660"/>
                    <a:pt x="21882" y="9530"/>
                    <a:pt x="21928" y="9410"/>
                  </a:cubicBezTo>
                  <a:cubicBezTo>
                    <a:pt x="21975" y="9291"/>
                    <a:pt x="22041" y="9187"/>
                    <a:pt x="22127" y="9100"/>
                  </a:cubicBezTo>
                  <a:cubicBezTo>
                    <a:pt x="22213" y="9012"/>
                    <a:pt x="22313" y="8944"/>
                    <a:pt x="22429" y="8896"/>
                  </a:cubicBezTo>
                  <a:cubicBezTo>
                    <a:pt x="22544" y="8848"/>
                    <a:pt x="22670" y="8824"/>
                    <a:pt x="22805" y="8824"/>
                  </a:cubicBezTo>
                  <a:cubicBezTo>
                    <a:pt x="22941" y="8824"/>
                    <a:pt x="23063" y="8846"/>
                    <a:pt x="23170" y="8892"/>
                  </a:cubicBezTo>
                  <a:cubicBezTo>
                    <a:pt x="23278" y="8938"/>
                    <a:pt x="23369" y="8999"/>
                    <a:pt x="23444" y="9074"/>
                  </a:cubicBezTo>
                  <a:cubicBezTo>
                    <a:pt x="23519" y="9150"/>
                    <a:pt x="23572" y="9233"/>
                    <a:pt x="23605" y="9322"/>
                  </a:cubicBezTo>
                  <a:lnTo>
                    <a:pt x="23297" y="9470"/>
                  </a:lnTo>
                  <a:cubicBezTo>
                    <a:pt x="23261" y="9372"/>
                    <a:pt x="23201" y="9292"/>
                    <a:pt x="23116" y="9231"/>
                  </a:cubicBezTo>
                  <a:cubicBezTo>
                    <a:pt x="23031" y="9170"/>
                    <a:pt x="22927" y="9139"/>
                    <a:pt x="22805" y="9139"/>
                  </a:cubicBezTo>
                  <a:cubicBezTo>
                    <a:pt x="22683" y="9139"/>
                    <a:pt x="22582" y="9167"/>
                    <a:pt x="22491" y="9223"/>
                  </a:cubicBezTo>
                  <a:cubicBezTo>
                    <a:pt x="22400" y="9279"/>
                    <a:pt x="22330" y="9356"/>
                    <a:pt x="22280" y="9455"/>
                  </a:cubicBezTo>
                  <a:cubicBezTo>
                    <a:pt x="22230" y="9553"/>
                    <a:pt x="22205" y="9669"/>
                    <a:pt x="22205" y="9801"/>
                  </a:cubicBezTo>
                  <a:cubicBezTo>
                    <a:pt x="22205" y="9933"/>
                    <a:pt x="22230" y="10049"/>
                    <a:pt x="22282" y="10148"/>
                  </a:cubicBezTo>
                  <a:cubicBezTo>
                    <a:pt x="22334" y="10248"/>
                    <a:pt x="22406" y="10325"/>
                    <a:pt x="22497" y="10381"/>
                  </a:cubicBezTo>
                  <a:cubicBezTo>
                    <a:pt x="22589" y="10437"/>
                    <a:pt x="22694" y="10465"/>
                    <a:pt x="22813" y="10465"/>
                  </a:cubicBezTo>
                  <a:cubicBezTo>
                    <a:pt x="22910" y="10465"/>
                    <a:pt x="22999" y="10446"/>
                    <a:pt x="23080" y="10408"/>
                  </a:cubicBezTo>
                  <a:cubicBezTo>
                    <a:pt x="23162" y="10370"/>
                    <a:pt x="23227" y="10316"/>
                    <a:pt x="23276" y="10245"/>
                  </a:cubicBezTo>
                  <a:cubicBezTo>
                    <a:pt x="23326" y="10175"/>
                    <a:pt x="23350" y="10091"/>
                    <a:pt x="23350" y="9995"/>
                  </a:cubicBezTo>
                  <a:lnTo>
                    <a:pt x="23350" y="9849"/>
                  </a:lnTo>
                  <a:lnTo>
                    <a:pt x="23508" y="9987"/>
                  </a:lnTo>
                  <a:lnTo>
                    <a:pt x="22805" y="9987"/>
                  </a:lnTo>
                  <a:lnTo>
                    <a:pt x="22805" y="9694"/>
                  </a:lnTo>
                  <a:lnTo>
                    <a:pt x="23696" y="9694"/>
                  </a:lnTo>
                  <a:lnTo>
                    <a:pt x="23696" y="9885"/>
                  </a:lnTo>
                  <a:cubicBezTo>
                    <a:pt x="23696" y="10031"/>
                    <a:pt x="23672" y="10160"/>
                    <a:pt x="23622" y="10272"/>
                  </a:cubicBezTo>
                  <a:cubicBezTo>
                    <a:pt x="23573" y="10384"/>
                    <a:pt x="23507" y="10478"/>
                    <a:pt x="23423" y="10553"/>
                  </a:cubicBezTo>
                  <a:cubicBezTo>
                    <a:pt x="23339" y="10629"/>
                    <a:pt x="23244" y="10686"/>
                    <a:pt x="23139" y="10724"/>
                  </a:cubicBezTo>
                  <a:cubicBezTo>
                    <a:pt x="23034" y="10762"/>
                    <a:pt x="22925" y="10781"/>
                    <a:pt x="22813" y="10781"/>
                  </a:cubicBezTo>
                  <a:lnTo>
                    <a:pt x="22813" y="10781"/>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78" name="Google Shape;1578;p60"/>
            <p:cNvSpPr/>
            <p:nvPr/>
          </p:nvSpPr>
          <p:spPr>
            <a:xfrm>
              <a:off x="7110412" y="2660904"/>
              <a:ext cx="1482885" cy="569207"/>
            </a:xfrm>
            <a:custGeom>
              <a:rect b="b" l="l" r="r" t="t"/>
              <a:pathLst>
                <a:path extrusionOk="0" h="11900" w="31000">
                  <a:moveTo>
                    <a:pt x="23917" y="10750"/>
                  </a:moveTo>
                  <a:lnTo>
                    <a:pt x="23917" y="9366"/>
                  </a:lnTo>
                  <a:lnTo>
                    <a:pt x="24230" y="9366"/>
                  </a:lnTo>
                  <a:lnTo>
                    <a:pt x="24230" y="9674"/>
                  </a:lnTo>
                  <a:lnTo>
                    <a:pt x="24205" y="9628"/>
                  </a:lnTo>
                  <a:cubicBezTo>
                    <a:pt x="24237" y="9525"/>
                    <a:pt x="24288" y="9452"/>
                    <a:pt x="24356" y="9412"/>
                  </a:cubicBezTo>
                  <a:cubicBezTo>
                    <a:pt x="24425" y="9371"/>
                    <a:pt x="24508" y="9351"/>
                    <a:pt x="24605" y="9351"/>
                  </a:cubicBezTo>
                  <a:lnTo>
                    <a:pt x="24686" y="9351"/>
                  </a:lnTo>
                  <a:lnTo>
                    <a:pt x="24686" y="9646"/>
                  </a:lnTo>
                  <a:lnTo>
                    <a:pt x="24566" y="9646"/>
                  </a:lnTo>
                  <a:cubicBezTo>
                    <a:pt x="24471" y="9646"/>
                    <a:pt x="24395" y="9675"/>
                    <a:pt x="24337" y="9734"/>
                  </a:cubicBezTo>
                  <a:cubicBezTo>
                    <a:pt x="24280" y="9792"/>
                    <a:pt x="24251" y="9874"/>
                    <a:pt x="24251" y="9979"/>
                  </a:cubicBezTo>
                  <a:lnTo>
                    <a:pt x="24251" y="10751"/>
                  </a:lnTo>
                  <a:lnTo>
                    <a:pt x="23917" y="10751"/>
                  </a:lnTo>
                  <a:lnTo>
                    <a:pt x="23917" y="10750"/>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79" name="Google Shape;1579;p60"/>
            <p:cNvSpPr/>
            <p:nvPr/>
          </p:nvSpPr>
          <p:spPr>
            <a:xfrm>
              <a:off x="7110412" y="2660904"/>
              <a:ext cx="1482885" cy="569207"/>
            </a:xfrm>
            <a:custGeom>
              <a:rect b="b" l="l" r="r" t="t"/>
              <a:pathLst>
                <a:path extrusionOk="0" h="11900" w="31000">
                  <a:moveTo>
                    <a:pt x="25521" y="10781"/>
                  </a:moveTo>
                  <a:cubicBezTo>
                    <a:pt x="25385" y="10781"/>
                    <a:pt x="25262" y="10750"/>
                    <a:pt x="25151" y="10687"/>
                  </a:cubicBezTo>
                  <a:cubicBezTo>
                    <a:pt x="25040" y="10624"/>
                    <a:pt x="24951" y="10538"/>
                    <a:pt x="24886" y="10430"/>
                  </a:cubicBezTo>
                  <a:cubicBezTo>
                    <a:pt x="24821" y="10321"/>
                    <a:pt x="24788" y="10197"/>
                    <a:pt x="24788" y="10058"/>
                  </a:cubicBezTo>
                  <a:cubicBezTo>
                    <a:pt x="24788" y="9919"/>
                    <a:pt x="24821" y="9795"/>
                    <a:pt x="24886" y="9686"/>
                  </a:cubicBezTo>
                  <a:cubicBezTo>
                    <a:pt x="24951" y="9578"/>
                    <a:pt x="25039" y="9492"/>
                    <a:pt x="25149" y="9429"/>
                  </a:cubicBezTo>
                  <a:cubicBezTo>
                    <a:pt x="25260" y="9367"/>
                    <a:pt x="25384" y="9335"/>
                    <a:pt x="25521" y="9335"/>
                  </a:cubicBezTo>
                  <a:cubicBezTo>
                    <a:pt x="25658" y="9335"/>
                    <a:pt x="25780" y="9367"/>
                    <a:pt x="25890" y="9429"/>
                  </a:cubicBezTo>
                  <a:cubicBezTo>
                    <a:pt x="26000" y="9492"/>
                    <a:pt x="26088" y="9577"/>
                    <a:pt x="26154" y="9685"/>
                  </a:cubicBezTo>
                  <a:cubicBezTo>
                    <a:pt x="26219" y="9793"/>
                    <a:pt x="26252" y="9917"/>
                    <a:pt x="26252" y="10058"/>
                  </a:cubicBezTo>
                  <a:cubicBezTo>
                    <a:pt x="26252" y="10199"/>
                    <a:pt x="26218" y="10321"/>
                    <a:pt x="26152" y="10430"/>
                  </a:cubicBezTo>
                  <a:cubicBezTo>
                    <a:pt x="26086" y="10538"/>
                    <a:pt x="25998" y="10624"/>
                    <a:pt x="25888" y="10687"/>
                  </a:cubicBezTo>
                  <a:cubicBezTo>
                    <a:pt x="25777" y="10750"/>
                    <a:pt x="25655" y="10781"/>
                    <a:pt x="25521" y="10781"/>
                  </a:cubicBezTo>
                  <a:lnTo>
                    <a:pt x="25521" y="10781"/>
                  </a:lnTo>
                  <a:moveTo>
                    <a:pt x="25521" y="10476"/>
                  </a:moveTo>
                  <a:cubicBezTo>
                    <a:pt x="25596" y="10476"/>
                    <a:pt x="25661" y="10458"/>
                    <a:pt x="25718" y="10422"/>
                  </a:cubicBezTo>
                  <a:cubicBezTo>
                    <a:pt x="25775" y="10386"/>
                    <a:pt x="25820" y="10337"/>
                    <a:pt x="25853" y="10273"/>
                  </a:cubicBezTo>
                  <a:cubicBezTo>
                    <a:pt x="25886" y="10210"/>
                    <a:pt x="25903" y="10138"/>
                    <a:pt x="25903" y="10058"/>
                  </a:cubicBezTo>
                  <a:cubicBezTo>
                    <a:pt x="25903" y="9978"/>
                    <a:pt x="25886" y="9905"/>
                    <a:pt x="25853" y="9843"/>
                  </a:cubicBezTo>
                  <a:cubicBezTo>
                    <a:pt x="25820" y="9781"/>
                    <a:pt x="25775" y="9732"/>
                    <a:pt x="25718" y="9695"/>
                  </a:cubicBezTo>
                  <a:cubicBezTo>
                    <a:pt x="25661" y="9659"/>
                    <a:pt x="25596" y="9641"/>
                    <a:pt x="25521" y="9641"/>
                  </a:cubicBezTo>
                  <a:cubicBezTo>
                    <a:pt x="25446" y="9641"/>
                    <a:pt x="25378" y="9659"/>
                    <a:pt x="25320" y="9695"/>
                  </a:cubicBezTo>
                  <a:cubicBezTo>
                    <a:pt x="25262" y="9732"/>
                    <a:pt x="25217" y="9781"/>
                    <a:pt x="25184" y="9843"/>
                  </a:cubicBezTo>
                  <a:cubicBezTo>
                    <a:pt x="25150" y="9905"/>
                    <a:pt x="25134" y="9977"/>
                    <a:pt x="25134" y="10058"/>
                  </a:cubicBezTo>
                  <a:cubicBezTo>
                    <a:pt x="25134" y="10140"/>
                    <a:pt x="25150" y="10210"/>
                    <a:pt x="25184" y="10273"/>
                  </a:cubicBezTo>
                  <a:cubicBezTo>
                    <a:pt x="25217" y="10337"/>
                    <a:pt x="25262" y="10386"/>
                    <a:pt x="25320" y="10422"/>
                  </a:cubicBezTo>
                  <a:cubicBezTo>
                    <a:pt x="25377" y="10458"/>
                    <a:pt x="25445" y="10476"/>
                    <a:pt x="25521" y="10476"/>
                  </a:cubicBez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80" name="Google Shape;1580;p60"/>
            <p:cNvSpPr/>
            <p:nvPr/>
          </p:nvSpPr>
          <p:spPr>
            <a:xfrm>
              <a:off x="7110412" y="2660904"/>
              <a:ext cx="1482885" cy="569207"/>
            </a:xfrm>
            <a:custGeom>
              <a:rect b="b" l="l" r="r" t="t"/>
              <a:pathLst>
                <a:path extrusionOk="0" h="11900" w="31000">
                  <a:moveTo>
                    <a:pt x="26801" y="10750"/>
                  </a:moveTo>
                  <a:lnTo>
                    <a:pt x="26325" y="9366"/>
                  </a:lnTo>
                  <a:lnTo>
                    <a:pt x="26676" y="9366"/>
                  </a:lnTo>
                  <a:lnTo>
                    <a:pt x="27025" y="10417"/>
                  </a:lnTo>
                  <a:lnTo>
                    <a:pt x="26903" y="10415"/>
                  </a:lnTo>
                  <a:lnTo>
                    <a:pt x="27275" y="9366"/>
                  </a:lnTo>
                  <a:lnTo>
                    <a:pt x="27570" y="9366"/>
                  </a:lnTo>
                  <a:lnTo>
                    <a:pt x="27939" y="10415"/>
                  </a:lnTo>
                  <a:lnTo>
                    <a:pt x="27817" y="10417"/>
                  </a:lnTo>
                  <a:lnTo>
                    <a:pt x="28165" y="9366"/>
                  </a:lnTo>
                  <a:lnTo>
                    <a:pt x="28517" y="9366"/>
                  </a:lnTo>
                  <a:lnTo>
                    <a:pt x="28041" y="10750"/>
                  </a:lnTo>
                  <a:lnTo>
                    <a:pt x="27743" y="10750"/>
                  </a:lnTo>
                  <a:lnTo>
                    <a:pt x="27366" y="9653"/>
                  </a:lnTo>
                  <a:lnTo>
                    <a:pt x="27478" y="9653"/>
                  </a:lnTo>
                  <a:lnTo>
                    <a:pt x="27096" y="10750"/>
                  </a:lnTo>
                  <a:lnTo>
                    <a:pt x="26801" y="10750"/>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81" name="Google Shape;1581;p60"/>
            <p:cNvSpPr/>
            <p:nvPr/>
          </p:nvSpPr>
          <p:spPr>
            <a:xfrm>
              <a:off x="7110412" y="2660904"/>
              <a:ext cx="1482885" cy="569207"/>
            </a:xfrm>
            <a:custGeom>
              <a:rect b="b" l="l" r="r" t="t"/>
              <a:pathLst>
                <a:path extrusionOk="0" h="11900" w="31000">
                  <a:moveTo>
                    <a:pt x="29306" y="10766"/>
                  </a:moveTo>
                  <a:cubicBezTo>
                    <a:pt x="29150" y="10766"/>
                    <a:pt x="29029" y="10723"/>
                    <a:pt x="28943" y="10637"/>
                  </a:cubicBezTo>
                  <a:cubicBezTo>
                    <a:pt x="28857" y="10552"/>
                    <a:pt x="28814" y="10431"/>
                    <a:pt x="28814" y="10274"/>
                  </a:cubicBezTo>
                  <a:lnTo>
                    <a:pt x="28814" y="9664"/>
                  </a:lnTo>
                  <a:lnTo>
                    <a:pt x="28575" y="9664"/>
                  </a:lnTo>
                  <a:lnTo>
                    <a:pt x="28575" y="9366"/>
                  </a:lnTo>
                  <a:lnTo>
                    <a:pt x="28601" y="9366"/>
                  </a:lnTo>
                  <a:cubicBezTo>
                    <a:pt x="28668" y="9366"/>
                    <a:pt x="28721" y="9348"/>
                    <a:pt x="28758" y="9312"/>
                  </a:cubicBezTo>
                  <a:cubicBezTo>
                    <a:pt x="28796" y="9277"/>
                    <a:pt x="28814" y="9225"/>
                    <a:pt x="28814" y="9157"/>
                  </a:cubicBezTo>
                  <a:lnTo>
                    <a:pt x="28814" y="9050"/>
                  </a:lnTo>
                  <a:lnTo>
                    <a:pt x="29148" y="9050"/>
                  </a:lnTo>
                  <a:lnTo>
                    <a:pt x="29148" y="9366"/>
                  </a:lnTo>
                  <a:lnTo>
                    <a:pt x="29466" y="9366"/>
                  </a:lnTo>
                  <a:lnTo>
                    <a:pt x="29466" y="9664"/>
                  </a:lnTo>
                  <a:lnTo>
                    <a:pt x="29148" y="9664"/>
                  </a:lnTo>
                  <a:lnTo>
                    <a:pt x="29148" y="10257"/>
                  </a:lnTo>
                  <a:cubicBezTo>
                    <a:pt x="29148" y="10302"/>
                    <a:pt x="29156" y="10342"/>
                    <a:pt x="29172" y="10374"/>
                  </a:cubicBezTo>
                  <a:cubicBezTo>
                    <a:pt x="29188" y="10406"/>
                    <a:pt x="29214" y="10431"/>
                    <a:pt x="29248" y="10448"/>
                  </a:cubicBezTo>
                  <a:cubicBezTo>
                    <a:pt x="29283" y="10464"/>
                    <a:pt x="29328" y="10473"/>
                    <a:pt x="29382" y="10473"/>
                  </a:cubicBezTo>
                  <a:cubicBezTo>
                    <a:pt x="29394" y="10473"/>
                    <a:pt x="29408" y="10472"/>
                    <a:pt x="29424" y="10470"/>
                  </a:cubicBezTo>
                  <a:cubicBezTo>
                    <a:pt x="29440" y="10469"/>
                    <a:pt x="29456" y="10467"/>
                    <a:pt x="29471" y="10465"/>
                  </a:cubicBezTo>
                  <a:lnTo>
                    <a:pt x="29471" y="10750"/>
                  </a:lnTo>
                  <a:cubicBezTo>
                    <a:pt x="29447" y="10754"/>
                    <a:pt x="29420" y="10757"/>
                    <a:pt x="29390" y="10761"/>
                  </a:cubicBezTo>
                  <a:cubicBezTo>
                    <a:pt x="29359" y="10764"/>
                    <a:pt x="29331" y="10766"/>
                    <a:pt x="29306" y="10766"/>
                  </a:cubicBez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82" name="Google Shape;1582;p60"/>
            <p:cNvSpPr/>
            <p:nvPr/>
          </p:nvSpPr>
          <p:spPr>
            <a:xfrm>
              <a:off x="7110412" y="2660904"/>
              <a:ext cx="1482885" cy="569207"/>
            </a:xfrm>
            <a:custGeom>
              <a:rect b="b" l="l" r="r" t="t"/>
              <a:pathLst>
                <a:path extrusionOk="0" h="11900" w="31000">
                  <a:moveTo>
                    <a:pt x="29700" y="10750"/>
                  </a:moveTo>
                  <a:lnTo>
                    <a:pt x="29700" y="8824"/>
                  </a:lnTo>
                  <a:lnTo>
                    <a:pt x="30034" y="8824"/>
                  </a:lnTo>
                  <a:lnTo>
                    <a:pt x="30034" y="9638"/>
                  </a:lnTo>
                  <a:lnTo>
                    <a:pt x="29988" y="9590"/>
                  </a:lnTo>
                  <a:cubicBezTo>
                    <a:pt x="30020" y="9507"/>
                    <a:pt x="30073" y="9443"/>
                    <a:pt x="30147" y="9400"/>
                  </a:cubicBezTo>
                  <a:cubicBezTo>
                    <a:pt x="30221" y="9357"/>
                    <a:pt x="30307" y="9335"/>
                    <a:pt x="30405" y="9335"/>
                  </a:cubicBezTo>
                  <a:cubicBezTo>
                    <a:pt x="30504" y="9335"/>
                    <a:pt x="30598" y="9357"/>
                    <a:pt x="30676" y="9401"/>
                  </a:cubicBezTo>
                  <a:cubicBezTo>
                    <a:pt x="30755" y="9445"/>
                    <a:pt x="30817" y="9507"/>
                    <a:pt x="30861" y="9586"/>
                  </a:cubicBezTo>
                  <a:cubicBezTo>
                    <a:pt x="30905" y="9665"/>
                    <a:pt x="30927" y="9756"/>
                    <a:pt x="30927" y="9860"/>
                  </a:cubicBezTo>
                  <a:lnTo>
                    <a:pt x="30927" y="10750"/>
                  </a:lnTo>
                  <a:lnTo>
                    <a:pt x="30594" y="10750"/>
                  </a:lnTo>
                  <a:lnTo>
                    <a:pt x="30594" y="9938"/>
                  </a:lnTo>
                  <a:cubicBezTo>
                    <a:pt x="30594" y="9877"/>
                    <a:pt x="30582" y="9825"/>
                    <a:pt x="30558" y="9781"/>
                  </a:cubicBezTo>
                  <a:cubicBezTo>
                    <a:pt x="30535" y="9737"/>
                    <a:pt x="30502" y="9702"/>
                    <a:pt x="30460" y="9678"/>
                  </a:cubicBezTo>
                  <a:cubicBezTo>
                    <a:pt x="30419" y="9653"/>
                    <a:pt x="30370" y="9641"/>
                    <a:pt x="30314" y="9641"/>
                  </a:cubicBezTo>
                  <a:cubicBezTo>
                    <a:pt x="30258" y="9641"/>
                    <a:pt x="30211" y="9653"/>
                    <a:pt x="30169" y="9678"/>
                  </a:cubicBezTo>
                  <a:cubicBezTo>
                    <a:pt x="30126" y="9702"/>
                    <a:pt x="30093" y="9737"/>
                    <a:pt x="30070" y="9781"/>
                  </a:cubicBezTo>
                  <a:cubicBezTo>
                    <a:pt x="30046" y="9825"/>
                    <a:pt x="30034" y="9877"/>
                    <a:pt x="30034" y="9938"/>
                  </a:cubicBezTo>
                  <a:lnTo>
                    <a:pt x="30034" y="10750"/>
                  </a:lnTo>
                  <a:lnTo>
                    <a:pt x="29700" y="10750"/>
                  </a:lnTo>
                  <a:lnTo>
                    <a:pt x="29700" y="10750"/>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grpSp>
        <p:nvGrpSpPr>
          <p:cNvPr id="1583" name="Google Shape;1583;p60"/>
          <p:cNvGrpSpPr/>
          <p:nvPr/>
        </p:nvGrpSpPr>
        <p:grpSpPr>
          <a:xfrm>
            <a:off x="1781360" y="3754954"/>
            <a:ext cx="1584647" cy="150836"/>
            <a:chOff x="281185" y="3778779"/>
            <a:chExt cx="1584647" cy="150836"/>
          </a:xfrm>
        </p:grpSpPr>
        <p:sp>
          <p:nvSpPr>
            <p:cNvPr id="1584" name="Google Shape;1584;p60"/>
            <p:cNvSpPr/>
            <p:nvPr/>
          </p:nvSpPr>
          <p:spPr>
            <a:xfrm>
              <a:off x="281185" y="3778779"/>
              <a:ext cx="1584647" cy="150836"/>
            </a:xfrm>
            <a:custGeom>
              <a:rect b="b" l="l" r="r" t="t"/>
              <a:pathLst>
                <a:path extrusionOk="0" h="8700" w="91400">
                  <a:moveTo>
                    <a:pt x="39641" y="1425"/>
                  </a:moveTo>
                  <a:cubicBezTo>
                    <a:pt x="40787" y="1311"/>
                    <a:pt x="41787" y="2223"/>
                    <a:pt x="42538" y="2946"/>
                  </a:cubicBezTo>
                  <a:cubicBezTo>
                    <a:pt x="44589" y="4919"/>
                    <a:pt x="44531" y="6359"/>
                    <a:pt x="42102" y="7906"/>
                  </a:cubicBezTo>
                  <a:cubicBezTo>
                    <a:pt x="41432" y="8332"/>
                    <a:pt x="41024" y="8525"/>
                    <a:pt x="40228" y="8692"/>
                  </a:cubicBezTo>
                  <a:cubicBezTo>
                    <a:pt x="38838" y="8803"/>
                    <a:pt x="37222" y="7709"/>
                    <a:pt x="36364" y="6676"/>
                  </a:cubicBezTo>
                  <a:cubicBezTo>
                    <a:pt x="36037" y="6283"/>
                    <a:pt x="35906" y="5917"/>
                    <a:pt x="35780" y="5433"/>
                  </a:cubicBezTo>
                  <a:cubicBezTo>
                    <a:pt x="36143" y="3822"/>
                    <a:pt x="38065" y="1870"/>
                    <a:pt x="39641" y="1425"/>
                  </a:cubicBezTo>
                  <a:moveTo>
                    <a:pt x="39920" y="7449"/>
                  </a:moveTo>
                  <a:cubicBezTo>
                    <a:pt x="41058" y="7170"/>
                    <a:pt x="42173" y="6477"/>
                    <a:pt x="42832" y="5494"/>
                  </a:cubicBezTo>
                  <a:cubicBezTo>
                    <a:pt x="42331" y="4527"/>
                    <a:pt x="41029" y="2985"/>
                    <a:pt x="40001" y="2662"/>
                  </a:cubicBezTo>
                  <a:cubicBezTo>
                    <a:pt x="39976" y="2654"/>
                    <a:pt x="39951" y="2647"/>
                    <a:pt x="39926" y="2641"/>
                  </a:cubicBezTo>
                  <a:cubicBezTo>
                    <a:pt x="39146" y="2941"/>
                    <a:pt x="36430" y="5019"/>
                    <a:pt x="37377" y="5982"/>
                  </a:cubicBezTo>
                  <a:cubicBezTo>
                    <a:pt x="37918" y="6532"/>
                    <a:pt x="39139" y="7314"/>
                    <a:pt x="39920" y="7449"/>
                  </a:cubicBezTo>
                </a:path>
              </a:pathLst>
            </a:custGeom>
            <a:solidFill>
              <a:srgbClr val="006BF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85" name="Google Shape;1585;p60"/>
            <p:cNvSpPr/>
            <p:nvPr/>
          </p:nvSpPr>
          <p:spPr>
            <a:xfrm>
              <a:off x="281185" y="3778779"/>
              <a:ext cx="1584647" cy="150836"/>
            </a:xfrm>
            <a:custGeom>
              <a:rect b="b" l="l" r="r" t="t"/>
              <a:pathLst>
                <a:path extrusionOk="0" h="8700" w="91400">
                  <a:moveTo>
                    <a:pt x="22708" y="200"/>
                  </a:moveTo>
                  <a:lnTo>
                    <a:pt x="22796" y="240"/>
                  </a:lnTo>
                  <a:cubicBezTo>
                    <a:pt x="22853" y="832"/>
                    <a:pt x="22817" y="2061"/>
                    <a:pt x="22816" y="2700"/>
                  </a:cubicBezTo>
                  <a:cubicBezTo>
                    <a:pt x="22940" y="2595"/>
                    <a:pt x="23074" y="2502"/>
                    <a:pt x="23214" y="2421"/>
                  </a:cubicBezTo>
                  <a:cubicBezTo>
                    <a:pt x="23805" y="2082"/>
                    <a:pt x="24657" y="2042"/>
                    <a:pt x="25301" y="2222"/>
                  </a:cubicBezTo>
                  <a:cubicBezTo>
                    <a:pt x="26951" y="2684"/>
                    <a:pt x="27829" y="4453"/>
                    <a:pt x="27370" y="6069"/>
                  </a:cubicBezTo>
                  <a:cubicBezTo>
                    <a:pt x="27113" y="6972"/>
                    <a:pt x="26552" y="7554"/>
                    <a:pt x="25758" y="7996"/>
                  </a:cubicBezTo>
                  <a:cubicBezTo>
                    <a:pt x="25325" y="8178"/>
                    <a:pt x="24858" y="8265"/>
                    <a:pt x="24388" y="8253"/>
                  </a:cubicBezTo>
                  <a:cubicBezTo>
                    <a:pt x="23608" y="8231"/>
                    <a:pt x="23080" y="7968"/>
                    <a:pt x="22561" y="7415"/>
                  </a:cubicBezTo>
                  <a:lnTo>
                    <a:pt x="22268" y="8133"/>
                  </a:lnTo>
                  <a:lnTo>
                    <a:pt x="21187" y="8133"/>
                  </a:lnTo>
                  <a:lnTo>
                    <a:pt x="21187" y="1096"/>
                  </a:lnTo>
                  <a:cubicBezTo>
                    <a:pt x="21614" y="817"/>
                    <a:pt x="22256" y="465"/>
                    <a:pt x="22708" y="200"/>
                  </a:cubicBezTo>
                  <a:moveTo>
                    <a:pt x="24523" y="6792"/>
                  </a:moveTo>
                  <a:cubicBezTo>
                    <a:pt x="26540" y="6365"/>
                    <a:pt x="26017" y="3353"/>
                    <a:pt x="24158" y="3599"/>
                  </a:cubicBezTo>
                  <a:cubicBezTo>
                    <a:pt x="22218" y="3889"/>
                    <a:pt x="22347" y="6884"/>
                    <a:pt x="24523" y="6792"/>
                  </a:cubicBez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86" name="Google Shape;1586;p60"/>
            <p:cNvSpPr/>
            <p:nvPr/>
          </p:nvSpPr>
          <p:spPr>
            <a:xfrm>
              <a:off x="281185" y="3778779"/>
              <a:ext cx="1584647" cy="150836"/>
            </a:xfrm>
            <a:custGeom>
              <a:rect b="b" l="l" r="r" t="t"/>
              <a:pathLst>
                <a:path extrusionOk="0" h="8700" w="91400">
                  <a:moveTo>
                    <a:pt x="14753" y="2128"/>
                  </a:moveTo>
                  <a:cubicBezTo>
                    <a:pt x="14795" y="2127"/>
                    <a:pt x="14837" y="2127"/>
                    <a:pt x="14879" y="2129"/>
                  </a:cubicBezTo>
                  <a:cubicBezTo>
                    <a:pt x="15687" y="2170"/>
                    <a:pt x="16103" y="2379"/>
                    <a:pt x="16628" y="2966"/>
                  </a:cubicBezTo>
                  <a:cubicBezTo>
                    <a:pt x="16695" y="2887"/>
                    <a:pt x="16764" y="2810"/>
                    <a:pt x="16835" y="2737"/>
                  </a:cubicBezTo>
                  <a:cubicBezTo>
                    <a:pt x="17956" y="1605"/>
                    <a:pt x="20338" y="2118"/>
                    <a:pt x="20537" y="3760"/>
                  </a:cubicBezTo>
                  <a:cubicBezTo>
                    <a:pt x="20702" y="5117"/>
                    <a:pt x="20616" y="6741"/>
                    <a:pt x="20608" y="8131"/>
                  </a:cubicBezTo>
                  <a:lnTo>
                    <a:pt x="18987" y="8134"/>
                  </a:lnTo>
                  <a:cubicBezTo>
                    <a:pt x="18984" y="7419"/>
                    <a:pt x="19194" y="4177"/>
                    <a:pt x="18643" y="3837"/>
                  </a:cubicBezTo>
                  <a:cubicBezTo>
                    <a:pt x="16470" y="2493"/>
                    <a:pt x="16951" y="6312"/>
                    <a:pt x="16958" y="7452"/>
                  </a:cubicBezTo>
                  <a:lnTo>
                    <a:pt x="16960" y="8133"/>
                  </a:lnTo>
                  <a:lnTo>
                    <a:pt x="15331" y="8134"/>
                  </a:lnTo>
                  <a:cubicBezTo>
                    <a:pt x="15321" y="7050"/>
                    <a:pt x="15358" y="5964"/>
                    <a:pt x="15338" y="4879"/>
                  </a:cubicBezTo>
                  <a:cubicBezTo>
                    <a:pt x="15327" y="4247"/>
                    <a:pt x="15057" y="3554"/>
                    <a:pt x="14316" y="3569"/>
                  </a:cubicBezTo>
                  <a:cubicBezTo>
                    <a:pt x="13143" y="3593"/>
                    <a:pt x="13273" y="4960"/>
                    <a:pt x="13279" y="5786"/>
                  </a:cubicBezTo>
                  <a:cubicBezTo>
                    <a:pt x="13285" y="6564"/>
                    <a:pt x="13285" y="7351"/>
                    <a:pt x="13287" y="8133"/>
                  </a:cubicBezTo>
                  <a:lnTo>
                    <a:pt x="11664" y="8134"/>
                  </a:lnTo>
                  <a:cubicBezTo>
                    <a:pt x="11732" y="6336"/>
                    <a:pt x="11666" y="4085"/>
                    <a:pt x="11666" y="2250"/>
                  </a:cubicBezTo>
                  <a:lnTo>
                    <a:pt x="12746" y="2256"/>
                  </a:lnTo>
                  <a:lnTo>
                    <a:pt x="13059" y="2901"/>
                  </a:lnTo>
                  <a:cubicBezTo>
                    <a:pt x="13600" y="2368"/>
                    <a:pt x="14015" y="2187"/>
                    <a:pt x="14753" y="2128"/>
                  </a:cubicBez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87" name="Google Shape;1587;p60"/>
            <p:cNvSpPr/>
            <p:nvPr/>
          </p:nvSpPr>
          <p:spPr>
            <a:xfrm>
              <a:off x="281185" y="3778779"/>
              <a:ext cx="1584647" cy="150836"/>
            </a:xfrm>
            <a:custGeom>
              <a:rect b="b" l="l" r="r" t="t"/>
              <a:pathLst>
                <a:path extrusionOk="0" h="8700" w="91400">
                  <a:moveTo>
                    <a:pt x="75698" y="2082"/>
                  </a:moveTo>
                  <a:cubicBezTo>
                    <a:pt x="77407" y="1816"/>
                    <a:pt x="79008" y="2990"/>
                    <a:pt x="79270" y="4701"/>
                  </a:cubicBezTo>
                  <a:cubicBezTo>
                    <a:pt x="79531" y="6413"/>
                    <a:pt x="78354" y="8012"/>
                    <a:pt x="76643" y="8269"/>
                  </a:cubicBezTo>
                  <a:cubicBezTo>
                    <a:pt x="74938" y="8525"/>
                    <a:pt x="73349" y="7352"/>
                    <a:pt x="73088" y="5647"/>
                  </a:cubicBezTo>
                  <a:cubicBezTo>
                    <a:pt x="72828" y="3942"/>
                    <a:pt x="73996" y="2347"/>
                    <a:pt x="75698" y="2082"/>
                  </a:cubicBezTo>
                  <a:moveTo>
                    <a:pt x="76474" y="7037"/>
                  </a:moveTo>
                  <a:cubicBezTo>
                    <a:pt x="77500" y="6873"/>
                    <a:pt x="78198" y="5906"/>
                    <a:pt x="78032" y="4879"/>
                  </a:cubicBezTo>
                  <a:cubicBezTo>
                    <a:pt x="77866" y="3852"/>
                    <a:pt x="76899" y="3155"/>
                    <a:pt x="75873" y="3323"/>
                  </a:cubicBezTo>
                  <a:cubicBezTo>
                    <a:pt x="74850" y="3490"/>
                    <a:pt x="74155" y="4455"/>
                    <a:pt x="74321" y="5480"/>
                  </a:cubicBezTo>
                  <a:cubicBezTo>
                    <a:pt x="74486" y="6504"/>
                    <a:pt x="75450" y="7201"/>
                    <a:pt x="76474" y="7037"/>
                  </a:cubicBez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88" name="Google Shape;1588;p60"/>
            <p:cNvSpPr/>
            <p:nvPr/>
          </p:nvSpPr>
          <p:spPr>
            <a:xfrm>
              <a:off x="281185" y="3778779"/>
              <a:ext cx="1584647" cy="150836"/>
            </a:xfrm>
            <a:custGeom>
              <a:rect b="b" l="l" r="r" t="t"/>
              <a:pathLst>
                <a:path extrusionOk="0" h="8700" w="91400">
                  <a:moveTo>
                    <a:pt x="30620" y="2128"/>
                  </a:moveTo>
                  <a:cubicBezTo>
                    <a:pt x="30830" y="2135"/>
                    <a:pt x="31092" y="2141"/>
                    <a:pt x="31298" y="2166"/>
                  </a:cubicBezTo>
                  <a:cubicBezTo>
                    <a:pt x="31986" y="2244"/>
                    <a:pt x="32615" y="2595"/>
                    <a:pt x="33043" y="3141"/>
                  </a:cubicBezTo>
                  <a:cubicBezTo>
                    <a:pt x="33625" y="3895"/>
                    <a:pt x="33696" y="4755"/>
                    <a:pt x="33585" y="5658"/>
                  </a:cubicBezTo>
                  <a:cubicBezTo>
                    <a:pt x="32246" y="5630"/>
                    <a:pt x="30777" y="5644"/>
                    <a:pt x="29436" y="5663"/>
                  </a:cubicBezTo>
                  <a:cubicBezTo>
                    <a:pt x="29813" y="7041"/>
                    <a:pt x="31198" y="7261"/>
                    <a:pt x="32089" y="6204"/>
                  </a:cubicBezTo>
                  <a:lnTo>
                    <a:pt x="33033" y="6666"/>
                  </a:lnTo>
                  <a:cubicBezTo>
                    <a:pt x="33132" y="6711"/>
                    <a:pt x="33275" y="6794"/>
                    <a:pt x="33375" y="6848"/>
                  </a:cubicBezTo>
                  <a:cubicBezTo>
                    <a:pt x="32552" y="8247"/>
                    <a:pt x="30904" y="8600"/>
                    <a:pt x="29463" y="7981"/>
                  </a:cubicBezTo>
                  <a:cubicBezTo>
                    <a:pt x="27665" y="7209"/>
                    <a:pt x="27230" y="4572"/>
                    <a:pt x="28484" y="3144"/>
                  </a:cubicBezTo>
                  <a:cubicBezTo>
                    <a:pt x="29087" y="2458"/>
                    <a:pt x="29726" y="2198"/>
                    <a:pt x="30620" y="2128"/>
                  </a:cubicBezTo>
                  <a:moveTo>
                    <a:pt x="29475" y="4438"/>
                  </a:moveTo>
                  <a:lnTo>
                    <a:pt x="31114" y="4443"/>
                  </a:lnTo>
                  <a:lnTo>
                    <a:pt x="31954" y="4438"/>
                  </a:lnTo>
                  <a:cubicBezTo>
                    <a:pt x="31618" y="3558"/>
                    <a:pt x="31326" y="3389"/>
                    <a:pt x="30400" y="3444"/>
                  </a:cubicBezTo>
                  <a:cubicBezTo>
                    <a:pt x="30024" y="3568"/>
                    <a:pt x="29805" y="3755"/>
                    <a:pt x="29624" y="4113"/>
                  </a:cubicBezTo>
                  <a:cubicBezTo>
                    <a:pt x="29570" y="4219"/>
                    <a:pt x="29520" y="4328"/>
                    <a:pt x="29475" y="4438"/>
                  </a:cubicBez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89" name="Google Shape;1589;p60"/>
            <p:cNvSpPr/>
            <p:nvPr/>
          </p:nvSpPr>
          <p:spPr>
            <a:xfrm>
              <a:off x="281185" y="3778779"/>
              <a:ext cx="1584647" cy="150836"/>
            </a:xfrm>
            <a:custGeom>
              <a:rect b="b" l="l" r="r" t="t"/>
              <a:pathLst>
                <a:path extrusionOk="0" h="8700" w="91400">
                  <a:moveTo>
                    <a:pt x="6720" y="2255"/>
                  </a:moveTo>
                  <a:cubicBezTo>
                    <a:pt x="8081" y="2216"/>
                    <a:pt x="9597" y="2247"/>
                    <a:pt x="10971" y="2245"/>
                  </a:cubicBezTo>
                  <a:cubicBezTo>
                    <a:pt x="11020" y="4093"/>
                    <a:pt x="11005" y="6283"/>
                    <a:pt x="10970" y="8133"/>
                  </a:cubicBezTo>
                  <a:lnTo>
                    <a:pt x="9885" y="8132"/>
                  </a:lnTo>
                  <a:lnTo>
                    <a:pt x="9595" y="7464"/>
                  </a:lnTo>
                  <a:cubicBezTo>
                    <a:pt x="8876" y="8138"/>
                    <a:pt x="8401" y="8262"/>
                    <a:pt x="7450" y="8259"/>
                  </a:cubicBezTo>
                  <a:cubicBezTo>
                    <a:pt x="5946" y="8078"/>
                    <a:pt x="5140" y="6945"/>
                    <a:pt x="5930" y="5575"/>
                  </a:cubicBezTo>
                  <a:cubicBezTo>
                    <a:pt x="6436" y="4698"/>
                    <a:pt x="8460" y="4546"/>
                    <a:pt x="9362" y="4408"/>
                  </a:cubicBezTo>
                  <a:lnTo>
                    <a:pt x="9363" y="3664"/>
                  </a:lnTo>
                  <a:cubicBezTo>
                    <a:pt x="8481" y="3651"/>
                    <a:pt x="7084" y="3606"/>
                    <a:pt x="6240" y="3674"/>
                  </a:cubicBezTo>
                  <a:cubicBezTo>
                    <a:pt x="6381" y="3204"/>
                    <a:pt x="6558" y="2720"/>
                    <a:pt x="6720" y="2255"/>
                  </a:cubicBezTo>
                  <a:moveTo>
                    <a:pt x="7823" y="7074"/>
                  </a:moveTo>
                  <a:cubicBezTo>
                    <a:pt x="8348" y="7059"/>
                    <a:pt x="8665" y="6998"/>
                    <a:pt x="9035" y="6603"/>
                  </a:cubicBezTo>
                  <a:cubicBezTo>
                    <a:pt x="9256" y="6367"/>
                    <a:pt x="9461" y="6074"/>
                    <a:pt x="9303" y="5756"/>
                  </a:cubicBezTo>
                  <a:cubicBezTo>
                    <a:pt x="9103" y="5646"/>
                    <a:pt x="9091" y="5696"/>
                    <a:pt x="8816" y="5731"/>
                  </a:cubicBezTo>
                  <a:cubicBezTo>
                    <a:pt x="8295" y="5798"/>
                    <a:pt x="7218" y="5810"/>
                    <a:pt x="7327" y="6584"/>
                  </a:cubicBezTo>
                  <a:cubicBezTo>
                    <a:pt x="7365" y="6856"/>
                    <a:pt x="7587" y="6987"/>
                    <a:pt x="7823" y="7074"/>
                  </a:cubicBez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90" name="Google Shape;1590;p60"/>
            <p:cNvSpPr/>
            <p:nvPr/>
          </p:nvSpPr>
          <p:spPr>
            <a:xfrm>
              <a:off x="281185" y="3778779"/>
              <a:ext cx="1584647" cy="150836"/>
            </a:xfrm>
            <a:custGeom>
              <a:rect b="b" l="l" r="r" t="t"/>
              <a:pathLst>
                <a:path extrusionOk="0" h="8700" w="91400">
                  <a:moveTo>
                    <a:pt x="54333" y="2122"/>
                  </a:moveTo>
                  <a:cubicBezTo>
                    <a:pt x="54514" y="2103"/>
                    <a:pt x="54830" y="2107"/>
                    <a:pt x="55016" y="2118"/>
                  </a:cubicBezTo>
                  <a:cubicBezTo>
                    <a:pt x="55733" y="2155"/>
                    <a:pt x="56404" y="2478"/>
                    <a:pt x="56881" y="3014"/>
                  </a:cubicBezTo>
                  <a:cubicBezTo>
                    <a:pt x="57550" y="3770"/>
                    <a:pt x="57614" y="4595"/>
                    <a:pt x="57558" y="5537"/>
                  </a:cubicBezTo>
                  <a:lnTo>
                    <a:pt x="53044" y="5541"/>
                  </a:lnTo>
                  <a:cubicBezTo>
                    <a:pt x="53323" y="7411"/>
                    <a:pt x="55208" y="7678"/>
                    <a:pt x="56374" y="6308"/>
                  </a:cubicBezTo>
                  <a:lnTo>
                    <a:pt x="57390" y="6805"/>
                  </a:lnTo>
                  <a:cubicBezTo>
                    <a:pt x="56570" y="8389"/>
                    <a:pt x="54340" y="8696"/>
                    <a:pt x="52977" y="7698"/>
                  </a:cubicBezTo>
                  <a:cubicBezTo>
                    <a:pt x="52325" y="7214"/>
                    <a:pt x="51892" y="6489"/>
                    <a:pt x="51773" y="5684"/>
                  </a:cubicBezTo>
                  <a:cubicBezTo>
                    <a:pt x="51502" y="3898"/>
                    <a:pt x="52520" y="2394"/>
                    <a:pt x="54333" y="2122"/>
                  </a:cubicBezTo>
                  <a:moveTo>
                    <a:pt x="53063" y="4537"/>
                  </a:moveTo>
                  <a:lnTo>
                    <a:pt x="55213" y="4543"/>
                  </a:lnTo>
                  <a:lnTo>
                    <a:pt x="56250" y="4540"/>
                  </a:lnTo>
                  <a:cubicBezTo>
                    <a:pt x="56011" y="3378"/>
                    <a:pt x="55379" y="3064"/>
                    <a:pt x="54245" y="3179"/>
                  </a:cubicBezTo>
                  <a:cubicBezTo>
                    <a:pt x="53717" y="3412"/>
                    <a:pt x="53408" y="3613"/>
                    <a:pt x="53185" y="4193"/>
                  </a:cubicBezTo>
                  <a:cubicBezTo>
                    <a:pt x="53141" y="4306"/>
                    <a:pt x="53101" y="4421"/>
                    <a:pt x="53063" y="4537"/>
                  </a:cubicBez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91" name="Google Shape;1591;p60"/>
            <p:cNvSpPr/>
            <p:nvPr/>
          </p:nvSpPr>
          <p:spPr>
            <a:xfrm>
              <a:off x="281185" y="3778779"/>
              <a:ext cx="1584647" cy="150836"/>
            </a:xfrm>
            <a:custGeom>
              <a:rect b="b" l="l" r="r" t="t"/>
              <a:pathLst>
                <a:path extrusionOk="0" h="8700" w="91400">
                  <a:moveTo>
                    <a:pt x="0" y="2257"/>
                  </a:moveTo>
                  <a:cubicBezTo>
                    <a:pt x="582" y="2246"/>
                    <a:pt x="1186" y="2252"/>
                    <a:pt x="1771" y="2252"/>
                  </a:cubicBezTo>
                  <a:cubicBezTo>
                    <a:pt x="2207" y="3451"/>
                    <a:pt x="2537" y="4744"/>
                    <a:pt x="2988" y="5948"/>
                  </a:cubicBezTo>
                  <a:cubicBezTo>
                    <a:pt x="3297" y="4804"/>
                    <a:pt x="3794" y="3395"/>
                    <a:pt x="4164" y="2252"/>
                  </a:cubicBezTo>
                  <a:lnTo>
                    <a:pt x="5950" y="2256"/>
                  </a:lnTo>
                  <a:lnTo>
                    <a:pt x="5364" y="3996"/>
                  </a:lnTo>
                  <a:cubicBezTo>
                    <a:pt x="4891" y="5203"/>
                    <a:pt x="4377" y="6875"/>
                    <a:pt x="3945" y="8135"/>
                  </a:cubicBezTo>
                  <a:lnTo>
                    <a:pt x="1982" y="8131"/>
                  </a:lnTo>
                  <a:cubicBezTo>
                    <a:pt x="1375" y="6174"/>
                    <a:pt x="606" y="4217"/>
                    <a:pt x="0" y="2257"/>
                  </a:cubicBez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92" name="Google Shape;1592;p60"/>
            <p:cNvSpPr/>
            <p:nvPr/>
          </p:nvSpPr>
          <p:spPr>
            <a:xfrm>
              <a:off x="281185" y="3778779"/>
              <a:ext cx="1584647" cy="150836"/>
            </a:xfrm>
            <a:custGeom>
              <a:rect b="b" l="l" r="r" t="t"/>
              <a:pathLst>
                <a:path extrusionOk="0" h="8700" w="91400">
                  <a:moveTo>
                    <a:pt x="82936" y="2124"/>
                  </a:moveTo>
                  <a:cubicBezTo>
                    <a:pt x="84064" y="1984"/>
                    <a:pt x="85286" y="2632"/>
                    <a:pt x="85432" y="3765"/>
                  </a:cubicBezTo>
                  <a:cubicBezTo>
                    <a:pt x="85603" y="5098"/>
                    <a:pt x="85521" y="6778"/>
                    <a:pt x="85514" y="8132"/>
                  </a:cubicBezTo>
                  <a:lnTo>
                    <a:pt x="84251" y="8135"/>
                  </a:lnTo>
                  <a:cubicBezTo>
                    <a:pt x="84246" y="7570"/>
                    <a:pt x="84249" y="6986"/>
                    <a:pt x="84257" y="6422"/>
                  </a:cubicBezTo>
                  <a:cubicBezTo>
                    <a:pt x="84278" y="5087"/>
                    <a:pt x="84529" y="2757"/>
                    <a:pt x="82378" y="3353"/>
                  </a:cubicBezTo>
                  <a:cubicBezTo>
                    <a:pt x="81549" y="3770"/>
                    <a:pt x="81577" y="4563"/>
                    <a:pt x="81580" y="5380"/>
                  </a:cubicBezTo>
                  <a:cubicBezTo>
                    <a:pt x="81584" y="6298"/>
                    <a:pt x="81590" y="7216"/>
                    <a:pt x="81595" y="8133"/>
                  </a:cubicBezTo>
                  <a:lnTo>
                    <a:pt x="80316" y="8133"/>
                  </a:lnTo>
                  <a:cubicBezTo>
                    <a:pt x="80314" y="6190"/>
                    <a:pt x="80282" y="4159"/>
                    <a:pt x="80327" y="2223"/>
                  </a:cubicBezTo>
                  <a:lnTo>
                    <a:pt x="81532" y="2222"/>
                  </a:lnTo>
                  <a:cubicBezTo>
                    <a:pt x="81529" y="2397"/>
                    <a:pt x="81521" y="2509"/>
                    <a:pt x="81562" y="2683"/>
                  </a:cubicBezTo>
                  <a:cubicBezTo>
                    <a:pt x="81673" y="2729"/>
                    <a:pt x="81828" y="2583"/>
                    <a:pt x="81944" y="2497"/>
                  </a:cubicBezTo>
                  <a:cubicBezTo>
                    <a:pt x="82324" y="2214"/>
                    <a:pt x="82484" y="2190"/>
                    <a:pt x="82936" y="2124"/>
                  </a:cubicBez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93" name="Google Shape;1593;p60"/>
            <p:cNvSpPr/>
            <p:nvPr/>
          </p:nvSpPr>
          <p:spPr>
            <a:xfrm>
              <a:off x="281185" y="3778779"/>
              <a:ext cx="1584647" cy="150836"/>
            </a:xfrm>
            <a:custGeom>
              <a:rect b="b" l="l" r="r" t="t"/>
              <a:pathLst>
                <a:path extrusionOk="0" h="8700" w="91400">
                  <a:moveTo>
                    <a:pt x="48229" y="2123"/>
                  </a:moveTo>
                  <a:cubicBezTo>
                    <a:pt x="49552" y="2044"/>
                    <a:pt x="50342" y="2417"/>
                    <a:pt x="50981" y="3588"/>
                  </a:cubicBezTo>
                  <a:cubicBezTo>
                    <a:pt x="50674" y="3746"/>
                    <a:pt x="50310" y="3908"/>
                    <a:pt x="49994" y="4059"/>
                  </a:cubicBezTo>
                  <a:cubicBezTo>
                    <a:pt x="49541" y="3291"/>
                    <a:pt x="48589" y="2774"/>
                    <a:pt x="47885" y="3366"/>
                  </a:cubicBezTo>
                  <a:cubicBezTo>
                    <a:pt x="46978" y="4325"/>
                    <a:pt x="49180" y="4689"/>
                    <a:pt x="49631" y="4883"/>
                  </a:cubicBezTo>
                  <a:cubicBezTo>
                    <a:pt x="51950" y="5876"/>
                    <a:pt x="51108" y="8158"/>
                    <a:pt x="48753" y="8250"/>
                  </a:cubicBezTo>
                  <a:cubicBezTo>
                    <a:pt x="48405" y="8254"/>
                    <a:pt x="48059" y="8203"/>
                    <a:pt x="47726" y="8099"/>
                  </a:cubicBezTo>
                  <a:cubicBezTo>
                    <a:pt x="46912" y="7835"/>
                    <a:pt x="46482" y="7331"/>
                    <a:pt x="46111" y="6604"/>
                  </a:cubicBezTo>
                  <a:cubicBezTo>
                    <a:pt x="46434" y="6461"/>
                    <a:pt x="46758" y="6322"/>
                    <a:pt x="47085" y="6188"/>
                  </a:cubicBezTo>
                  <a:cubicBezTo>
                    <a:pt x="48418" y="8318"/>
                    <a:pt x="50979" y="6653"/>
                    <a:pt x="49028" y="5873"/>
                  </a:cubicBezTo>
                  <a:cubicBezTo>
                    <a:pt x="48193" y="5539"/>
                    <a:pt x="46574" y="5389"/>
                    <a:pt x="46411" y="4110"/>
                  </a:cubicBezTo>
                  <a:cubicBezTo>
                    <a:pt x="46262" y="2943"/>
                    <a:pt x="47194" y="2263"/>
                    <a:pt x="48229" y="2123"/>
                  </a:cubicBez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94" name="Google Shape;1594;p60"/>
            <p:cNvSpPr/>
            <p:nvPr/>
          </p:nvSpPr>
          <p:spPr>
            <a:xfrm>
              <a:off x="281185" y="3778779"/>
              <a:ext cx="1584647" cy="150836"/>
            </a:xfrm>
            <a:custGeom>
              <a:rect b="b" l="l" r="r" t="t"/>
              <a:pathLst>
                <a:path extrusionOk="0" h="8700" w="91400">
                  <a:moveTo>
                    <a:pt x="66022" y="2122"/>
                  </a:moveTo>
                  <a:cubicBezTo>
                    <a:pt x="67192" y="2021"/>
                    <a:pt x="68293" y="2459"/>
                    <a:pt x="68748" y="3608"/>
                  </a:cubicBezTo>
                  <a:lnTo>
                    <a:pt x="67785" y="4059"/>
                  </a:lnTo>
                  <a:cubicBezTo>
                    <a:pt x="67394" y="3407"/>
                    <a:pt x="67100" y="3190"/>
                    <a:pt x="66316" y="3138"/>
                  </a:cubicBezTo>
                  <a:cubicBezTo>
                    <a:pt x="65934" y="3112"/>
                    <a:pt x="65385" y="3463"/>
                    <a:pt x="65438" y="3828"/>
                  </a:cubicBezTo>
                  <a:cubicBezTo>
                    <a:pt x="65538" y="4499"/>
                    <a:pt x="66913" y="4633"/>
                    <a:pt x="67422" y="4882"/>
                  </a:cubicBezTo>
                  <a:cubicBezTo>
                    <a:pt x="68660" y="5375"/>
                    <a:pt x="69257" y="6425"/>
                    <a:pt x="68343" y="7568"/>
                  </a:cubicBezTo>
                  <a:cubicBezTo>
                    <a:pt x="67961" y="8046"/>
                    <a:pt x="67224" y="8218"/>
                    <a:pt x="66605" y="8250"/>
                  </a:cubicBezTo>
                  <a:cubicBezTo>
                    <a:pt x="65304" y="8259"/>
                    <a:pt x="64489" y="7763"/>
                    <a:pt x="63905" y="6604"/>
                  </a:cubicBezTo>
                  <a:cubicBezTo>
                    <a:pt x="64228" y="6458"/>
                    <a:pt x="64553" y="6318"/>
                    <a:pt x="64881" y="6184"/>
                  </a:cubicBezTo>
                  <a:cubicBezTo>
                    <a:pt x="65291" y="6891"/>
                    <a:pt x="65849" y="7275"/>
                    <a:pt x="66694" y="7228"/>
                  </a:cubicBezTo>
                  <a:cubicBezTo>
                    <a:pt x="67241" y="7198"/>
                    <a:pt x="67863" y="6577"/>
                    <a:pt x="67354" y="6175"/>
                  </a:cubicBezTo>
                  <a:cubicBezTo>
                    <a:pt x="66651" y="5600"/>
                    <a:pt x="65151" y="5636"/>
                    <a:pt x="64581" y="4876"/>
                  </a:cubicBezTo>
                  <a:cubicBezTo>
                    <a:pt x="63590" y="3552"/>
                    <a:pt x="64597" y="2313"/>
                    <a:pt x="66022" y="2122"/>
                  </a:cubicBez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95" name="Google Shape;1595;p60"/>
            <p:cNvSpPr/>
            <p:nvPr/>
          </p:nvSpPr>
          <p:spPr>
            <a:xfrm>
              <a:off x="281185" y="3778779"/>
              <a:ext cx="1584647" cy="150836"/>
            </a:xfrm>
            <a:custGeom>
              <a:rect b="b" l="l" r="r" t="t"/>
              <a:pathLst>
                <a:path extrusionOk="0" h="8700" w="91400">
                  <a:moveTo>
                    <a:pt x="60532" y="2122"/>
                  </a:moveTo>
                  <a:cubicBezTo>
                    <a:pt x="61712" y="2020"/>
                    <a:pt x="62807" y="2451"/>
                    <a:pt x="63266" y="3610"/>
                  </a:cubicBezTo>
                  <a:lnTo>
                    <a:pt x="62298" y="4057"/>
                  </a:lnTo>
                  <a:cubicBezTo>
                    <a:pt x="61939" y="3412"/>
                    <a:pt x="61565" y="3165"/>
                    <a:pt x="60809" y="3138"/>
                  </a:cubicBezTo>
                  <a:cubicBezTo>
                    <a:pt x="60420" y="3124"/>
                    <a:pt x="59950" y="3435"/>
                    <a:pt x="59984" y="3833"/>
                  </a:cubicBezTo>
                  <a:cubicBezTo>
                    <a:pt x="60042" y="4513"/>
                    <a:pt x="61417" y="4637"/>
                    <a:pt x="61905" y="4870"/>
                  </a:cubicBezTo>
                  <a:cubicBezTo>
                    <a:pt x="62252" y="5036"/>
                    <a:pt x="62523" y="5124"/>
                    <a:pt x="62809" y="5397"/>
                  </a:cubicBezTo>
                  <a:cubicBezTo>
                    <a:pt x="63495" y="5948"/>
                    <a:pt x="63402" y="6961"/>
                    <a:pt x="62853" y="7580"/>
                  </a:cubicBezTo>
                  <a:cubicBezTo>
                    <a:pt x="62404" y="8085"/>
                    <a:pt x="61713" y="8225"/>
                    <a:pt x="61040" y="8249"/>
                  </a:cubicBezTo>
                  <a:cubicBezTo>
                    <a:pt x="59794" y="8265"/>
                    <a:pt x="58975" y="7697"/>
                    <a:pt x="58425" y="6606"/>
                  </a:cubicBezTo>
                  <a:cubicBezTo>
                    <a:pt x="58738" y="6458"/>
                    <a:pt x="59079" y="6319"/>
                    <a:pt x="59399" y="6183"/>
                  </a:cubicBezTo>
                  <a:cubicBezTo>
                    <a:pt x="60486" y="8036"/>
                    <a:pt x="62598" y="7045"/>
                    <a:pt x="61931" y="6235"/>
                  </a:cubicBezTo>
                  <a:cubicBezTo>
                    <a:pt x="61425" y="5618"/>
                    <a:pt x="58866" y="5634"/>
                    <a:pt x="58733" y="4103"/>
                  </a:cubicBezTo>
                  <a:cubicBezTo>
                    <a:pt x="58622" y="2833"/>
                    <a:pt x="59509" y="2261"/>
                    <a:pt x="60532" y="2122"/>
                  </a:cubicBez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96" name="Google Shape;1596;p60"/>
            <p:cNvSpPr/>
            <p:nvPr/>
          </p:nvSpPr>
          <p:spPr>
            <a:xfrm>
              <a:off x="281185" y="3778779"/>
              <a:ext cx="1584647" cy="150836"/>
            </a:xfrm>
            <a:custGeom>
              <a:rect b="b" l="l" r="r" t="t"/>
              <a:pathLst>
                <a:path extrusionOk="0" h="8700" w="91400">
                  <a:moveTo>
                    <a:pt x="88584" y="2122"/>
                  </a:moveTo>
                  <a:cubicBezTo>
                    <a:pt x="89882" y="2067"/>
                    <a:pt x="90729" y="2394"/>
                    <a:pt x="91333" y="3601"/>
                  </a:cubicBezTo>
                  <a:lnTo>
                    <a:pt x="90350" y="4050"/>
                  </a:lnTo>
                  <a:cubicBezTo>
                    <a:pt x="89921" y="3349"/>
                    <a:pt x="89059" y="2745"/>
                    <a:pt x="88210" y="3396"/>
                  </a:cubicBezTo>
                  <a:cubicBezTo>
                    <a:pt x="87833" y="3685"/>
                    <a:pt x="88075" y="4209"/>
                    <a:pt x="88501" y="4376"/>
                  </a:cubicBezTo>
                  <a:cubicBezTo>
                    <a:pt x="89632" y="4821"/>
                    <a:pt x="91718" y="5127"/>
                    <a:pt x="91291" y="6844"/>
                  </a:cubicBezTo>
                  <a:cubicBezTo>
                    <a:pt x="91026" y="7876"/>
                    <a:pt x="90094" y="8213"/>
                    <a:pt x="89095" y="8250"/>
                  </a:cubicBezTo>
                  <a:cubicBezTo>
                    <a:pt x="87858" y="8254"/>
                    <a:pt x="87009" y="7716"/>
                    <a:pt x="86478" y="6603"/>
                  </a:cubicBezTo>
                  <a:lnTo>
                    <a:pt x="87448" y="6174"/>
                  </a:lnTo>
                  <a:cubicBezTo>
                    <a:pt x="88477" y="8012"/>
                    <a:pt x="90628" y="7074"/>
                    <a:pt x="89995" y="6258"/>
                  </a:cubicBezTo>
                  <a:cubicBezTo>
                    <a:pt x="89494" y="5612"/>
                    <a:pt x="86903" y="5635"/>
                    <a:pt x="86775" y="4098"/>
                  </a:cubicBezTo>
                  <a:cubicBezTo>
                    <a:pt x="86670" y="2830"/>
                    <a:pt x="87565" y="2262"/>
                    <a:pt x="88584" y="2122"/>
                  </a:cubicBez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97" name="Google Shape;1597;p60"/>
            <p:cNvSpPr/>
            <p:nvPr/>
          </p:nvSpPr>
          <p:spPr>
            <a:xfrm>
              <a:off x="281185" y="3778779"/>
              <a:ext cx="1584647" cy="150836"/>
            </a:xfrm>
            <a:custGeom>
              <a:rect b="b" l="l" r="r" t="t"/>
              <a:pathLst>
                <a:path extrusionOk="0" h="8700" w="91400">
                  <a:moveTo>
                    <a:pt x="69618" y="2223"/>
                  </a:moveTo>
                  <a:lnTo>
                    <a:pt x="71809" y="2220"/>
                  </a:lnTo>
                  <a:lnTo>
                    <a:pt x="71811" y="8132"/>
                  </a:lnTo>
                  <a:lnTo>
                    <a:pt x="70545" y="8136"/>
                  </a:lnTo>
                  <a:lnTo>
                    <a:pt x="70547" y="3371"/>
                  </a:lnTo>
                  <a:lnTo>
                    <a:pt x="69617" y="3366"/>
                  </a:lnTo>
                  <a:lnTo>
                    <a:pt x="69618" y="2223"/>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98" name="Google Shape;1598;p60"/>
            <p:cNvSpPr/>
            <p:nvPr/>
          </p:nvSpPr>
          <p:spPr>
            <a:xfrm>
              <a:off x="281185" y="3778779"/>
              <a:ext cx="1584647" cy="150836"/>
            </a:xfrm>
            <a:custGeom>
              <a:rect b="b" l="l" r="r" t="t"/>
              <a:pathLst>
                <a:path extrusionOk="0" h="8700" w="91400">
                  <a:moveTo>
                    <a:pt x="70548" y="0"/>
                  </a:moveTo>
                  <a:lnTo>
                    <a:pt x="71809" y="0"/>
                  </a:lnTo>
                  <a:lnTo>
                    <a:pt x="71809" y="1434"/>
                  </a:lnTo>
                  <a:lnTo>
                    <a:pt x="70545" y="1435"/>
                  </a:lnTo>
                  <a:lnTo>
                    <a:pt x="70548" y="0"/>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grpSp>
        <p:nvGrpSpPr>
          <p:cNvPr id="1599" name="Google Shape;1599;p60"/>
          <p:cNvGrpSpPr/>
          <p:nvPr/>
        </p:nvGrpSpPr>
        <p:grpSpPr>
          <a:xfrm>
            <a:off x="6393706" y="2991741"/>
            <a:ext cx="1584681" cy="205919"/>
            <a:chOff x="3779681" y="3751241"/>
            <a:chExt cx="1584681" cy="205919"/>
          </a:xfrm>
        </p:grpSpPr>
        <p:sp>
          <p:nvSpPr>
            <p:cNvPr id="1600" name="Google Shape;1600;p60"/>
            <p:cNvSpPr/>
            <p:nvPr/>
          </p:nvSpPr>
          <p:spPr>
            <a:xfrm>
              <a:off x="3779681" y="3751241"/>
              <a:ext cx="1584681" cy="205919"/>
            </a:xfrm>
            <a:custGeom>
              <a:rect b="b" l="l" r="r" t="t"/>
              <a:pathLst>
                <a:path extrusionOk="0" h="4600" w="35400">
                  <a:moveTo>
                    <a:pt x="3375" y="1950"/>
                  </a:moveTo>
                  <a:lnTo>
                    <a:pt x="5149" y="1950"/>
                  </a:lnTo>
                  <a:lnTo>
                    <a:pt x="5149" y="2371"/>
                  </a:lnTo>
                  <a:lnTo>
                    <a:pt x="4224" y="2517"/>
                  </a:lnTo>
                  <a:cubicBezTo>
                    <a:pt x="3958" y="2556"/>
                    <a:pt x="3736" y="2624"/>
                    <a:pt x="3559" y="2719"/>
                  </a:cubicBezTo>
                  <a:cubicBezTo>
                    <a:pt x="3381" y="2815"/>
                    <a:pt x="3249" y="2933"/>
                    <a:pt x="3163" y="3074"/>
                  </a:cubicBezTo>
                  <a:cubicBezTo>
                    <a:pt x="3077" y="3215"/>
                    <a:pt x="3034" y="3377"/>
                    <a:pt x="3034" y="3560"/>
                  </a:cubicBezTo>
                  <a:cubicBezTo>
                    <a:pt x="3034" y="3755"/>
                    <a:pt x="3081" y="3923"/>
                    <a:pt x="3175" y="4064"/>
                  </a:cubicBezTo>
                  <a:cubicBezTo>
                    <a:pt x="3269" y="4205"/>
                    <a:pt x="3404" y="4314"/>
                    <a:pt x="3580" y="4389"/>
                  </a:cubicBezTo>
                  <a:cubicBezTo>
                    <a:pt x="3756" y="4465"/>
                    <a:pt x="3964" y="4503"/>
                    <a:pt x="4205" y="4503"/>
                  </a:cubicBezTo>
                  <a:cubicBezTo>
                    <a:pt x="4385" y="4503"/>
                    <a:pt x="4549" y="4480"/>
                    <a:pt x="4696" y="4434"/>
                  </a:cubicBezTo>
                  <a:cubicBezTo>
                    <a:pt x="4843" y="4388"/>
                    <a:pt x="4976" y="4319"/>
                    <a:pt x="5094" y="4225"/>
                  </a:cubicBezTo>
                  <a:cubicBezTo>
                    <a:pt x="5158" y="4175"/>
                    <a:pt x="5220" y="4116"/>
                    <a:pt x="5278" y="4050"/>
                  </a:cubicBezTo>
                  <a:lnTo>
                    <a:pt x="5456" y="4431"/>
                  </a:lnTo>
                  <a:lnTo>
                    <a:pt x="6069" y="4431"/>
                  </a:lnTo>
                  <a:lnTo>
                    <a:pt x="6069" y="1175"/>
                  </a:lnTo>
                  <a:lnTo>
                    <a:pt x="3647" y="1175"/>
                  </a:lnTo>
                  <a:lnTo>
                    <a:pt x="3375" y="1950"/>
                  </a:lnTo>
                  <a:lnTo>
                    <a:pt x="3375" y="1950"/>
                  </a:lnTo>
                  <a:moveTo>
                    <a:pt x="5054" y="3492"/>
                  </a:moveTo>
                  <a:cubicBezTo>
                    <a:pt x="4991" y="3601"/>
                    <a:pt x="4902" y="3688"/>
                    <a:pt x="4788" y="3751"/>
                  </a:cubicBezTo>
                  <a:cubicBezTo>
                    <a:pt x="4673" y="3815"/>
                    <a:pt x="4540" y="3847"/>
                    <a:pt x="4389" y="3847"/>
                  </a:cubicBezTo>
                  <a:cubicBezTo>
                    <a:pt x="4275" y="3847"/>
                    <a:pt x="4179" y="3819"/>
                    <a:pt x="4101" y="3763"/>
                  </a:cubicBezTo>
                  <a:cubicBezTo>
                    <a:pt x="4023" y="3707"/>
                    <a:pt x="3985" y="3630"/>
                    <a:pt x="3985" y="3530"/>
                  </a:cubicBezTo>
                  <a:cubicBezTo>
                    <a:pt x="3985" y="3423"/>
                    <a:pt x="4019" y="3341"/>
                    <a:pt x="4089" y="3283"/>
                  </a:cubicBezTo>
                  <a:cubicBezTo>
                    <a:pt x="4158" y="3225"/>
                    <a:pt x="4258" y="3185"/>
                    <a:pt x="4389" y="3161"/>
                  </a:cubicBezTo>
                  <a:lnTo>
                    <a:pt x="5149" y="3053"/>
                  </a:lnTo>
                  <a:lnTo>
                    <a:pt x="5149" y="3131"/>
                  </a:lnTo>
                  <a:cubicBezTo>
                    <a:pt x="5149" y="3262"/>
                    <a:pt x="5118" y="3382"/>
                    <a:pt x="5054" y="3492"/>
                  </a:cubicBezTo>
                  <a:lnTo>
                    <a:pt x="5054" y="3492"/>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01" name="Google Shape;1601;p60"/>
            <p:cNvSpPr/>
            <p:nvPr/>
          </p:nvSpPr>
          <p:spPr>
            <a:xfrm>
              <a:off x="3779681" y="3751241"/>
              <a:ext cx="1584681" cy="205919"/>
            </a:xfrm>
            <a:custGeom>
              <a:rect b="b" l="l" r="r" t="t"/>
              <a:pathLst>
                <a:path extrusionOk="0" h="4600" w="35400">
                  <a:moveTo>
                    <a:pt x="10780" y="1232"/>
                  </a:moveTo>
                  <a:cubicBezTo>
                    <a:pt x="10601" y="1129"/>
                    <a:pt x="10396" y="1077"/>
                    <a:pt x="10164" y="1077"/>
                  </a:cubicBezTo>
                  <a:cubicBezTo>
                    <a:pt x="9900" y="1077"/>
                    <a:pt x="9670" y="1140"/>
                    <a:pt x="9474" y="1268"/>
                  </a:cubicBezTo>
                  <a:cubicBezTo>
                    <a:pt x="9356" y="1344"/>
                    <a:pt x="9255" y="1445"/>
                    <a:pt x="9170" y="1572"/>
                  </a:cubicBezTo>
                  <a:cubicBezTo>
                    <a:pt x="9103" y="1459"/>
                    <a:pt x="9011" y="1363"/>
                    <a:pt x="8893" y="1282"/>
                  </a:cubicBezTo>
                  <a:cubicBezTo>
                    <a:pt x="8690" y="1145"/>
                    <a:pt x="8455" y="1077"/>
                    <a:pt x="8188" y="1077"/>
                  </a:cubicBezTo>
                  <a:cubicBezTo>
                    <a:pt x="7937" y="1077"/>
                    <a:pt x="7720" y="1136"/>
                    <a:pt x="7540" y="1256"/>
                  </a:cubicBezTo>
                  <a:cubicBezTo>
                    <a:pt x="7420" y="1335"/>
                    <a:pt x="7301" y="1415"/>
                    <a:pt x="7220" y="1532"/>
                  </a:cubicBezTo>
                  <a:lnTo>
                    <a:pt x="7050" y="1148"/>
                  </a:lnTo>
                  <a:lnTo>
                    <a:pt x="6460" y="1148"/>
                  </a:lnTo>
                  <a:lnTo>
                    <a:pt x="6460" y="4405"/>
                  </a:lnTo>
                  <a:lnTo>
                    <a:pt x="7345" y="4405"/>
                  </a:lnTo>
                  <a:lnTo>
                    <a:pt x="7345" y="2502"/>
                  </a:lnTo>
                  <a:cubicBezTo>
                    <a:pt x="7345" y="2375"/>
                    <a:pt x="7367" y="2266"/>
                    <a:pt x="7413" y="2174"/>
                  </a:cubicBezTo>
                  <a:cubicBezTo>
                    <a:pt x="7458" y="2083"/>
                    <a:pt x="7523" y="2011"/>
                    <a:pt x="7607" y="1959"/>
                  </a:cubicBezTo>
                  <a:cubicBezTo>
                    <a:pt x="7692" y="1908"/>
                    <a:pt x="7791" y="1882"/>
                    <a:pt x="7905" y="1882"/>
                  </a:cubicBezTo>
                  <a:cubicBezTo>
                    <a:pt x="8019" y="1882"/>
                    <a:pt x="8123" y="1908"/>
                    <a:pt x="8206" y="1959"/>
                  </a:cubicBezTo>
                  <a:cubicBezTo>
                    <a:pt x="8288" y="2011"/>
                    <a:pt x="8352" y="2083"/>
                    <a:pt x="8397" y="2174"/>
                  </a:cubicBezTo>
                  <a:cubicBezTo>
                    <a:pt x="8443" y="2266"/>
                    <a:pt x="8465" y="2375"/>
                    <a:pt x="8465" y="2502"/>
                  </a:cubicBezTo>
                  <a:lnTo>
                    <a:pt x="8465" y="4405"/>
                  </a:lnTo>
                  <a:lnTo>
                    <a:pt x="9350" y="4405"/>
                  </a:lnTo>
                  <a:lnTo>
                    <a:pt x="9350" y="2502"/>
                  </a:lnTo>
                  <a:cubicBezTo>
                    <a:pt x="9350" y="2375"/>
                    <a:pt x="9372" y="2266"/>
                    <a:pt x="9418" y="2174"/>
                  </a:cubicBezTo>
                  <a:cubicBezTo>
                    <a:pt x="9463" y="2083"/>
                    <a:pt x="9528" y="2011"/>
                    <a:pt x="9612" y="1959"/>
                  </a:cubicBezTo>
                  <a:cubicBezTo>
                    <a:pt x="9697" y="1908"/>
                    <a:pt x="9796" y="1882"/>
                    <a:pt x="9910" y="1882"/>
                  </a:cubicBezTo>
                  <a:cubicBezTo>
                    <a:pt x="10024" y="1882"/>
                    <a:pt x="10128" y="1908"/>
                    <a:pt x="10211" y="1959"/>
                  </a:cubicBezTo>
                  <a:cubicBezTo>
                    <a:pt x="10293" y="2011"/>
                    <a:pt x="10357" y="2083"/>
                    <a:pt x="10402" y="2174"/>
                  </a:cubicBezTo>
                  <a:cubicBezTo>
                    <a:pt x="10447" y="2266"/>
                    <a:pt x="10470" y="2375"/>
                    <a:pt x="10470" y="2502"/>
                  </a:cubicBezTo>
                  <a:lnTo>
                    <a:pt x="10470" y="4405"/>
                  </a:lnTo>
                  <a:lnTo>
                    <a:pt x="11354" y="4405"/>
                  </a:lnTo>
                  <a:lnTo>
                    <a:pt x="11354" y="2311"/>
                  </a:lnTo>
                  <a:cubicBezTo>
                    <a:pt x="11354" y="2065"/>
                    <a:pt x="11303" y="1849"/>
                    <a:pt x="11201" y="1664"/>
                  </a:cubicBezTo>
                  <a:cubicBezTo>
                    <a:pt x="11099" y="1479"/>
                    <a:pt x="10958" y="1335"/>
                    <a:pt x="10780" y="1232"/>
                  </a:cubicBezTo>
                  <a:lnTo>
                    <a:pt x="10780" y="1232"/>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02" name="Google Shape;1602;p60"/>
            <p:cNvSpPr/>
            <p:nvPr/>
          </p:nvSpPr>
          <p:spPr>
            <a:xfrm>
              <a:off x="3779681" y="3751241"/>
              <a:ext cx="1584681" cy="205919"/>
            </a:xfrm>
            <a:custGeom>
              <a:rect b="b" l="l" r="r" t="t"/>
              <a:pathLst>
                <a:path extrusionOk="0" h="4600" w="35400">
                  <a:moveTo>
                    <a:pt x="14370" y="1314"/>
                  </a:moveTo>
                  <a:cubicBezTo>
                    <a:pt x="14124" y="1162"/>
                    <a:pt x="13849" y="1086"/>
                    <a:pt x="13544" y="1086"/>
                  </a:cubicBezTo>
                  <a:cubicBezTo>
                    <a:pt x="13310" y="1086"/>
                    <a:pt x="13102" y="1131"/>
                    <a:pt x="12920" y="1221"/>
                  </a:cubicBezTo>
                  <a:cubicBezTo>
                    <a:pt x="12807" y="1277"/>
                    <a:pt x="12708" y="1348"/>
                    <a:pt x="12624" y="1433"/>
                  </a:cubicBezTo>
                  <a:lnTo>
                    <a:pt x="12624" y="0"/>
                  </a:lnTo>
                  <a:lnTo>
                    <a:pt x="11746" y="515"/>
                  </a:lnTo>
                  <a:lnTo>
                    <a:pt x="11746" y="4431"/>
                  </a:lnTo>
                  <a:lnTo>
                    <a:pt x="12332" y="4431"/>
                  </a:lnTo>
                  <a:lnTo>
                    <a:pt x="12490" y="4025"/>
                  </a:lnTo>
                  <a:cubicBezTo>
                    <a:pt x="12603" y="4181"/>
                    <a:pt x="12750" y="4299"/>
                    <a:pt x="12932" y="4380"/>
                  </a:cubicBezTo>
                  <a:cubicBezTo>
                    <a:pt x="13117" y="4462"/>
                    <a:pt x="13319" y="4503"/>
                    <a:pt x="13538" y="4503"/>
                  </a:cubicBezTo>
                  <a:cubicBezTo>
                    <a:pt x="13850" y="4503"/>
                    <a:pt x="14130" y="4427"/>
                    <a:pt x="14376" y="4275"/>
                  </a:cubicBezTo>
                  <a:cubicBezTo>
                    <a:pt x="14622" y="4123"/>
                    <a:pt x="14816" y="3917"/>
                    <a:pt x="14958" y="3658"/>
                  </a:cubicBezTo>
                  <a:cubicBezTo>
                    <a:pt x="15101" y="3398"/>
                    <a:pt x="15172" y="3110"/>
                    <a:pt x="15172" y="2795"/>
                  </a:cubicBezTo>
                  <a:cubicBezTo>
                    <a:pt x="15172" y="2479"/>
                    <a:pt x="15100" y="2186"/>
                    <a:pt x="14955" y="1929"/>
                  </a:cubicBezTo>
                  <a:cubicBezTo>
                    <a:pt x="14811" y="1671"/>
                    <a:pt x="14616" y="1466"/>
                    <a:pt x="14370" y="1314"/>
                  </a:cubicBezTo>
                  <a:lnTo>
                    <a:pt x="14370" y="1314"/>
                  </a:lnTo>
                  <a:moveTo>
                    <a:pt x="14159" y="3262"/>
                  </a:moveTo>
                  <a:cubicBezTo>
                    <a:pt x="14089" y="3398"/>
                    <a:pt x="13991" y="3504"/>
                    <a:pt x="13866" y="3580"/>
                  </a:cubicBezTo>
                  <a:cubicBezTo>
                    <a:pt x="13741" y="3656"/>
                    <a:pt x="13597" y="3694"/>
                    <a:pt x="13433" y="3694"/>
                  </a:cubicBezTo>
                  <a:cubicBezTo>
                    <a:pt x="13269" y="3694"/>
                    <a:pt x="13137" y="3656"/>
                    <a:pt x="13014" y="3580"/>
                  </a:cubicBezTo>
                  <a:cubicBezTo>
                    <a:pt x="12891" y="3504"/>
                    <a:pt x="12795" y="3398"/>
                    <a:pt x="12727" y="3262"/>
                  </a:cubicBezTo>
                  <a:cubicBezTo>
                    <a:pt x="12659" y="3126"/>
                    <a:pt x="12624" y="2970"/>
                    <a:pt x="12624" y="2795"/>
                  </a:cubicBezTo>
                  <a:cubicBezTo>
                    <a:pt x="12624" y="2619"/>
                    <a:pt x="12659" y="2463"/>
                    <a:pt x="12727" y="2327"/>
                  </a:cubicBezTo>
                  <a:cubicBezTo>
                    <a:pt x="12795" y="2191"/>
                    <a:pt x="12891" y="2085"/>
                    <a:pt x="13014" y="2009"/>
                  </a:cubicBezTo>
                  <a:cubicBezTo>
                    <a:pt x="13137" y="1934"/>
                    <a:pt x="13276" y="1896"/>
                    <a:pt x="13433" y="1896"/>
                  </a:cubicBezTo>
                  <a:cubicBezTo>
                    <a:pt x="13597" y="1896"/>
                    <a:pt x="13741" y="1935"/>
                    <a:pt x="13866" y="2012"/>
                  </a:cubicBezTo>
                  <a:cubicBezTo>
                    <a:pt x="13991" y="2090"/>
                    <a:pt x="14089" y="2196"/>
                    <a:pt x="14159" y="2330"/>
                  </a:cubicBezTo>
                  <a:cubicBezTo>
                    <a:pt x="14229" y="2464"/>
                    <a:pt x="14264" y="2619"/>
                    <a:pt x="14264" y="2795"/>
                  </a:cubicBezTo>
                  <a:cubicBezTo>
                    <a:pt x="14264" y="2970"/>
                    <a:pt x="14229" y="3126"/>
                    <a:pt x="14159" y="3262"/>
                  </a:cubicBez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03" name="Google Shape;1603;p60"/>
            <p:cNvSpPr/>
            <p:nvPr/>
          </p:nvSpPr>
          <p:spPr>
            <a:xfrm>
              <a:off x="3779681" y="3751241"/>
              <a:ext cx="1584681" cy="205919"/>
            </a:xfrm>
            <a:custGeom>
              <a:rect b="b" l="l" r="r" t="t"/>
              <a:pathLst>
                <a:path extrusionOk="0" h="4600" w="35400">
                  <a:moveTo>
                    <a:pt x="18397" y="2059"/>
                  </a:moveTo>
                  <a:cubicBezTo>
                    <a:pt x="18328" y="1865"/>
                    <a:pt x="18227" y="1694"/>
                    <a:pt x="18095" y="1546"/>
                  </a:cubicBezTo>
                  <a:cubicBezTo>
                    <a:pt x="17963" y="1397"/>
                    <a:pt x="17801" y="1282"/>
                    <a:pt x="17609" y="1200"/>
                  </a:cubicBezTo>
                  <a:cubicBezTo>
                    <a:pt x="17418" y="1118"/>
                    <a:pt x="17197" y="1077"/>
                    <a:pt x="16948" y="1077"/>
                  </a:cubicBezTo>
                  <a:cubicBezTo>
                    <a:pt x="16649" y="1077"/>
                    <a:pt x="16381" y="1151"/>
                    <a:pt x="16144" y="1299"/>
                  </a:cubicBezTo>
                  <a:cubicBezTo>
                    <a:pt x="15906" y="1447"/>
                    <a:pt x="15717" y="1650"/>
                    <a:pt x="15578" y="1906"/>
                  </a:cubicBezTo>
                  <a:cubicBezTo>
                    <a:pt x="15438" y="2163"/>
                    <a:pt x="15368" y="2455"/>
                    <a:pt x="15368" y="2784"/>
                  </a:cubicBezTo>
                  <a:cubicBezTo>
                    <a:pt x="15368" y="3112"/>
                    <a:pt x="15435" y="3389"/>
                    <a:pt x="15569" y="3649"/>
                  </a:cubicBezTo>
                  <a:cubicBezTo>
                    <a:pt x="15703" y="3910"/>
                    <a:pt x="15893" y="4117"/>
                    <a:pt x="16138" y="4271"/>
                  </a:cubicBezTo>
                  <a:cubicBezTo>
                    <a:pt x="16383" y="4426"/>
                    <a:pt x="16672" y="4503"/>
                    <a:pt x="17006" y="4503"/>
                  </a:cubicBezTo>
                  <a:cubicBezTo>
                    <a:pt x="17220" y="4503"/>
                    <a:pt x="17418" y="4470"/>
                    <a:pt x="17598" y="4403"/>
                  </a:cubicBezTo>
                  <a:cubicBezTo>
                    <a:pt x="17778" y="4337"/>
                    <a:pt x="17934" y="4244"/>
                    <a:pt x="18066" y="4124"/>
                  </a:cubicBezTo>
                  <a:cubicBezTo>
                    <a:pt x="18198" y="4004"/>
                    <a:pt x="18295" y="3864"/>
                    <a:pt x="18356" y="3703"/>
                  </a:cubicBezTo>
                  <a:lnTo>
                    <a:pt x="17667" y="3361"/>
                  </a:lnTo>
                  <a:cubicBezTo>
                    <a:pt x="17605" y="3473"/>
                    <a:pt x="17520" y="3561"/>
                    <a:pt x="17411" y="3625"/>
                  </a:cubicBezTo>
                  <a:cubicBezTo>
                    <a:pt x="17302" y="3689"/>
                    <a:pt x="17170" y="3721"/>
                    <a:pt x="17017" y="3721"/>
                  </a:cubicBezTo>
                  <a:cubicBezTo>
                    <a:pt x="16849" y="3721"/>
                    <a:pt x="16705" y="3682"/>
                    <a:pt x="16586" y="3604"/>
                  </a:cubicBezTo>
                  <a:cubicBezTo>
                    <a:pt x="16467" y="3526"/>
                    <a:pt x="16379" y="3417"/>
                    <a:pt x="16322" y="3276"/>
                  </a:cubicBezTo>
                  <a:cubicBezTo>
                    <a:pt x="16292" y="3204"/>
                    <a:pt x="16272" y="3126"/>
                    <a:pt x="16262" y="3042"/>
                  </a:cubicBezTo>
                  <a:lnTo>
                    <a:pt x="18460" y="3042"/>
                  </a:lnTo>
                  <a:cubicBezTo>
                    <a:pt x="18475" y="2998"/>
                    <a:pt x="18486" y="2945"/>
                    <a:pt x="18491" y="2883"/>
                  </a:cubicBezTo>
                  <a:cubicBezTo>
                    <a:pt x="18497" y="2821"/>
                    <a:pt x="18500" y="2758"/>
                    <a:pt x="18500" y="2693"/>
                  </a:cubicBezTo>
                  <a:cubicBezTo>
                    <a:pt x="18500" y="2465"/>
                    <a:pt x="18466" y="2254"/>
                    <a:pt x="18397" y="2059"/>
                  </a:cubicBezTo>
                  <a:lnTo>
                    <a:pt x="18397" y="2059"/>
                  </a:lnTo>
                  <a:moveTo>
                    <a:pt x="16563" y="1912"/>
                  </a:moveTo>
                  <a:cubicBezTo>
                    <a:pt x="16670" y="1836"/>
                    <a:pt x="16799" y="1798"/>
                    <a:pt x="16948" y="1798"/>
                  </a:cubicBezTo>
                  <a:cubicBezTo>
                    <a:pt x="17098" y="1798"/>
                    <a:pt x="17231" y="1837"/>
                    <a:pt x="17336" y="1915"/>
                  </a:cubicBezTo>
                  <a:cubicBezTo>
                    <a:pt x="17442" y="1993"/>
                    <a:pt x="17515" y="2100"/>
                    <a:pt x="17558" y="2234"/>
                  </a:cubicBezTo>
                  <a:cubicBezTo>
                    <a:pt x="17572" y="2280"/>
                    <a:pt x="17582" y="2330"/>
                    <a:pt x="17586" y="2381"/>
                  </a:cubicBezTo>
                  <a:lnTo>
                    <a:pt x="16285" y="2381"/>
                  </a:lnTo>
                  <a:cubicBezTo>
                    <a:pt x="16295" y="2335"/>
                    <a:pt x="16307" y="2290"/>
                    <a:pt x="16322" y="2249"/>
                  </a:cubicBezTo>
                  <a:cubicBezTo>
                    <a:pt x="16375" y="2101"/>
                    <a:pt x="16456" y="1988"/>
                    <a:pt x="16563" y="1912"/>
                  </a:cubicBezTo>
                  <a:lnTo>
                    <a:pt x="16563" y="1912"/>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04" name="Google Shape;1604;p60"/>
            <p:cNvSpPr/>
            <p:nvPr/>
          </p:nvSpPr>
          <p:spPr>
            <a:xfrm>
              <a:off x="3779681" y="3751241"/>
              <a:ext cx="1584681" cy="205919"/>
            </a:xfrm>
            <a:custGeom>
              <a:rect b="b" l="l" r="r" t="t"/>
              <a:pathLst>
                <a:path extrusionOk="0" h="4600" w="35400">
                  <a:moveTo>
                    <a:pt x="2263" y="1175"/>
                  </a:moveTo>
                  <a:lnTo>
                    <a:pt x="1615" y="3222"/>
                  </a:lnTo>
                  <a:lnTo>
                    <a:pt x="967" y="1175"/>
                  </a:lnTo>
                  <a:lnTo>
                    <a:pt x="0" y="1175"/>
                  </a:lnTo>
                  <a:lnTo>
                    <a:pt x="1090" y="4405"/>
                  </a:lnTo>
                  <a:lnTo>
                    <a:pt x="2140" y="4405"/>
                  </a:lnTo>
                  <a:lnTo>
                    <a:pt x="3230" y="1175"/>
                  </a:lnTo>
                  <a:lnTo>
                    <a:pt x="2263" y="1175"/>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05" name="Google Shape;1605;p60"/>
            <p:cNvSpPr/>
            <p:nvPr/>
          </p:nvSpPr>
          <p:spPr>
            <a:xfrm>
              <a:off x="3779681" y="3751241"/>
              <a:ext cx="1584681" cy="205919"/>
            </a:xfrm>
            <a:custGeom>
              <a:rect b="b" l="l" r="r" t="t"/>
              <a:pathLst>
                <a:path extrusionOk="0" h="4600" w="35400">
                  <a:moveTo>
                    <a:pt x="22900" y="2600"/>
                  </a:moveTo>
                  <a:cubicBezTo>
                    <a:pt x="22900" y="3152"/>
                    <a:pt x="22452" y="3600"/>
                    <a:pt x="21900" y="3600"/>
                  </a:cubicBezTo>
                  <a:cubicBezTo>
                    <a:pt x="21348" y="3600"/>
                    <a:pt x="20900" y="3152"/>
                    <a:pt x="20900" y="2600"/>
                  </a:cubicBezTo>
                  <a:cubicBezTo>
                    <a:pt x="20900" y="2048"/>
                    <a:pt x="21348" y="1600"/>
                    <a:pt x="21900" y="1600"/>
                  </a:cubicBezTo>
                  <a:cubicBezTo>
                    <a:pt x="22452" y="1600"/>
                    <a:pt x="22900" y="2048"/>
                    <a:pt x="22900" y="2600"/>
                  </a:cubicBezTo>
                  <a:close/>
                </a:path>
              </a:pathLst>
            </a:custGeom>
            <a:solidFill>
              <a:srgbClr val="DE0B2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06" name="Google Shape;1606;p60"/>
            <p:cNvSpPr/>
            <p:nvPr/>
          </p:nvSpPr>
          <p:spPr>
            <a:xfrm>
              <a:off x="3779681" y="3751241"/>
              <a:ext cx="1584681" cy="205919"/>
            </a:xfrm>
            <a:custGeom>
              <a:rect b="b" l="l" r="r" t="t"/>
              <a:pathLst>
                <a:path extrusionOk="0" h="4600" w="35400">
                  <a:moveTo>
                    <a:pt x="25411" y="4400"/>
                  </a:moveTo>
                  <a:lnTo>
                    <a:pt x="25411" y="143"/>
                  </a:lnTo>
                  <a:lnTo>
                    <a:pt x="26188" y="143"/>
                  </a:lnTo>
                  <a:lnTo>
                    <a:pt x="26188" y="3714"/>
                  </a:lnTo>
                  <a:lnTo>
                    <a:pt x="28011" y="3714"/>
                  </a:lnTo>
                  <a:lnTo>
                    <a:pt x="28011" y="4400"/>
                  </a:lnTo>
                  <a:lnTo>
                    <a:pt x="25411" y="4400"/>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07" name="Google Shape;1607;p60"/>
            <p:cNvSpPr/>
            <p:nvPr/>
          </p:nvSpPr>
          <p:spPr>
            <a:xfrm>
              <a:off x="3779681" y="3751241"/>
              <a:ext cx="1584681" cy="205919"/>
            </a:xfrm>
            <a:custGeom>
              <a:rect b="b" l="l" r="r" t="t"/>
              <a:pathLst>
                <a:path extrusionOk="0" h="4600" w="35400">
                  <a:moveTo>
                    <a:pt x="28223" y="4400"/>
                  </a:moveTo>
                  <a:lnTo>
                    <a:pt x="28223" y="1291"/>
                  </a:lnTo>
                  <a:lnTo>
                    <a:pt x="28971" y="1291"/>
                  </a:lnTo>
                  <a:lnTo>
                    <a:pt x="28971" y="4400"/>
                  </a:lnTo>
                  <a:lnTo>
                    <a:pt x="28223" y="4400"/>
                  </a:lnTo>
                  <a:moveTo>
                    <a:pt x="28223" y="943"/>
                  </a:moveTo>
                  <a:lnTo>
                    <a:pt x="28223" y="143"/>
                  </a:lnTo>
                  <a:lnTo>
                    <a:pt x="28971" y="143"/>
                  </a:lnTo>
                  <a:lnTo>
                    <a:pt x="28971" y="943"/>
                  </a:lnTo>
                  <a:lnTo>
                    <a:pt x="28223" y="943"/>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08" name="Google Shape;1608;p60"/>
            <p:cNvSpPr/>
            <p:nvPr/>
          </p:nvSpPr>
          <p:spPr>
            <a:xfrm>
              <a:off x="3779681" y="3751241"/>
              <a:ext cx="1584681" cy="205919"/>
            </a:xfrm>
            <a:custGeom>
              <a:rect b="b" l="l" r="r" t="t"/>
              <a:pathLst>
                <a:path extrusionOk="0" h="4600" w="35400">
                  <a:moveTo>
                    <a:pt x="30371" y="4400"/>
                  </a:moveTo>
                  <a:lnTo>
                    <a:pt x="29148" y="1291"/>
                  </a:lnTo>
                  <a:lnTo>
                    <a:pt x="29965" y="1291"/>
                  </a:lnTo>
                  <a:lnTo>
                    <a:pt x="30851" y="3737"/>
                  </a:lnTo>
                  <a:lnTo>
                    <a:pt x="30548" y="3737"/>
                  </a:lnTo>
                  <a:lnTo>
                    <a:pt x="31440" y="1291"/>
                  </a:lnTo>
                  <a:lnTo>
                    <a:pt x="32257" y="1291"/>
                  </a:lnTo>
                  <a:lnTo>
                    <a:pt x="31034" y="4400"/>
                  </a:lnTo>
                  <a:lnTo>
                    <a:pt x="30371" y="4400"/>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09" name="Google Shape;1609;p60"/>
            <p:cNvSpPr/>
            <p:nvPr/>
          </p:nvSpPr>
          <p:spPr>
            <a:xfrm>
              <a:off x="3779681" y="3751241"/>
              <a:ext cx="1584681" cy="205919"/>
            </a:xfrm>
            <a:custGeom>
              <a:rect b="b" l="l" r="r" t="t"/>
              <a:pathLst>
                <a:path extrusionOk="0" h="4600" w="35400">
                  <a:moveTo>
                    <a:pt x="33860" y="4469"/>
                  </a:moveTo>
                  <a:cubicBezTo>
                    <a:pt x="33540" y="4469"/>
                    <a:pt x="33260" y="4396"/>
                    <a:pt x="33020" y="4251"/>
                  </a:cubicBezTo>
                  <a:cubicBezTo>
                    <a:pt x="32780" y="4107"/>
                    <a:pt x="32594" y="3910"/>
                    <a:pt x="32460" y="3663"/>
                  </a:cubicBezTo>
                  <a:cubicBezTo>
                    <a:pt x="32327" y="3415"/>
                    <a:pt x="32260" y="3141"/>
                    <a:pt x="32260" y="2840"/>
                  </a:cubicBezTo>
                  <a:cubicBezTo>
                    <a:pt x="32260" y="2528"/>
                    <a:pt x="32327" y="2251"/>
                    <a:pt x="32460" y="2011"/>
                  </a:cubicBezTo>
                  <a:cubicBezTo>
                    <a:pt x="32597" y="1768"/>
                    <a:pt x="32782" y="1575"/>
                    <a:pt x="33014" y="1434"/>
                  </a:cubicBezTo>
                  <a:cubicBezTo>
                    <a:pt x="33251" y="1293"/>
                    <a:pt x="33514" y="1223"/>
                    <a:pt x="33803" y="1223"/>
                  </a:cubicBezTo>
                  <a:cubicBezTo>
                    <a:pt x="34047" y="1223"/>
                    <a:pt x="34260" y="1263"/>
                    <a:pt x="34443" y="1343"/>
                  </a:cubicBezTo>
                  <a:cubicBezTo>
                    <a:pt x="34630" y="1423"/>
                    <a:pt x="34788" y="1533"/>
                    <a:pt x="34917" y="1674"/>
                  </a:cubicBezTo>
                  <a:cubicBezTo>
                    <a:pt x="35047" y="1815"/>
                    <a:pt x="35146" y="1977"/>
                    <a:pt x="35214" y="2160"/>
                  </a:cubicBezTo>
                  <a:cubicBezTo>
                    <a:pt x="35283" y="2339"/>
                    <a:pt x="35317" y="2533"/>
                    <a:pt x="35317" y="2743"/>
                  </a:cubicBezTo>
                  <a:cubicBezTo>
                    <a:pt x="35317" y="2796"/>
                    <a:pt x="35314" y="2851"/>
                    <a:pt x="35306" y="2909"/>
                  </a:cubicBezTo>
                  <a:cubicBezTo>
                    <a:pt x="35302" y="2966"/>
                    <a:pt x="35293" y="3015"/>
                    <a:pt x="35277" y="3057"/>
                  </a:cubicBezTo>
                  <a:lnTo>
                    <a:pt x="32877" y="3057"/>
                  </a:lnTo>
                  <a:lnTo>
                    <a:pt x="32877" y="2486"/>
                  </a:lnTo>
                  <a:lnTo>
                    <a:pt x="34854" y="2486"/>
                  </a:lnTo>
                  <a:lnTo>
                    <a:pt x="34500" y="2754"/>
                  </a:lnTo>
                  <a:cubicBezTo>
                    <a:pt x="34534" y="2579"/>
                    <a:pt x="34525" y="2423"/>
                    <a:pt x="34472" y="2286"/>
                  </a:cubicBezTo>
                  <a:cubicBezTo>
                    <a:pt x="34422" y="2149"/>
                    <a:pt x="34338" y="2040"/>
                    <a:pt x="34220" y="1960"/>
                  </a:cubicBezTo>
                  <a:cubicBezTo>
                    <a:pt x="34106" y="1880"/>
                    <a:pt x="33967" y="1840"/>
                    <a:pt x="33803" y="1840"/>
                  </a:cubicBezTo>
                  <a:cubicBezTo>
                    <a:pt x="33647" y="1840"/>
                    <a:pt x="33508" y="1880"/>
                    <a:pt x="33386" y="1960"/>
                  </a:cubicBezTo>
                  <a:cubicBezTo>
                    <a:pt x="33264" y="2036"/>
                    <a:pt x="33171" y="2150"/>
                    <a:pt x="33106" y="2303"/>
                  </a:cubicBezTo>
                  <a:cubicBezTo>
                    <a:pt x="33045" y="2451"/>
                    <a:pt x="33022" y="2632"/>
                    <a:pt x="33037" y="2846"/>
                  </a:cubicBezTo>
                  <a:cubicBezTo>
                    <a:pt x="33022" y="3036"/>
                    <a:pt x="33047" y="3206"/>
                    <a:pt x="33112" y="3354"/>
                  </a:cubicBezTo>
                  <a:cubicBezTo>
                    <a:pt x="33180" y="3499"/>
                    <a:pt x="33279" y="3611"/>
                    <a:pt x="33409" y="3691"/>
                  </a:cubicBezTo>
                  <a:cubicBezTo>
                    <a:pt x="33542" y="3771"/>
                    <a:pt x="33694" y="3811"/>
                    <a:pt x="33866" y="3811"/>
                  </a:cubicBezTo>
                  <a:cubicBezTo>
                    <a:pt x="34037" y="3811"/>
                    <a:pt x="34182" y="3775"/>
                    <a:pt x="34300" y="3703"/>
                  </a:cubicBezTo>
                  <a:cubicBezTo>
                    <a:pt x="34422" y="3630"/>
                    <a:pt x="34517" y="3533"/>
                    <a:pt x="34586" y="3411"/>
                  </a:cubicBezTo>
                  <a:lnTo>
                    <a:pt x="35192" y="3709"/>
                  </a:lnTo>
                  <a:cubicBezTo>
                    <a:pt x="35131" y="3857"/>
                    <a:pt x="35036" y="3989"/>
                    <a:pt x="34906" y="4103"/>
                  </a:cubicBezTo>
                  <a:cubicBezTo>
                    <a:pt x="34776" y="4217"/>
                    <a:pt x="34622" y="4307"/>
                    <a:pt x="34443" y="4371"/>
                  </a:cubicBezTo>
                  <a:cubicBezTo>
                    <a:pt x="34268" y="4436"/>
                    <a:pt x="34074" y="4469"/>
                    <a:pt x="33860" y="4469"/>
                  </a:cubicBez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grpSp>
        <p:nvGrpSpPr>
          <p:cNvPr id="1610" name="Google Shape;1610;p60"/>
          <p:cNvGrpSpPr/>
          <p:nvPr/>
        </p:nvGrpSpPr>
        <p:grpSpPr>
          <a:xfrm>
            <a:off x="5115110" y="3751269"/>
            <a:ext cx="2021963" cy="232777"/>
            <a:chOff x="281185" y="4409894"/>
            <a:chExt cx="2021963" cy="232777"/>
          </a:xfrm>
        </p:grpSpPr>
        <p:sp>
          <p:nvSpPr>
            <p:cNvPr id="1611" name="Google Shape;1611;p60"/>
            <p:cNvSpPr/>
            <p:nvPr/>
          </p:nvSpPr>
          <p:spPr>
            <a:xfrm>
              <a:off x="281185" y="4409894"/>
              <a:ext cx="2021963" cy="232777"/>
            </a:xfrm>
            <a:custGeom>
              <a:rect b="b" l="l" r="r" t="t"/>
              <a:pathLst>
                <a:path extrusionOk="0" h="5100" w="44300">
                  <a:moveTo>
                    <a:pt x="44269" y="3468"/>
                  </a:moveTo>
                  <a:lnTo>
                    <a:pt x="44269" y="3978"/>
                  </a:lnTo>
                  <a:cubicBezTo>
                    <a:pt x="43904" y="4961"/>
                    <a:pt x="42410" y="5036"/>
                    <a:pt x="41381" y="4558"/>
                  </a:cubicBezTo>
                  <a:lnTo>
                    <a:pt x="41382" y="3680"/>
                  </a:lnTo>
                  <a:cubicBezTo>
                    <a:pt x="41558" y="3725"/>
                    <a:pt x="41738" y="3858"/>
                    <a:pt x="41801" y="4017"/>
                  </a:cubicBezTo>
                  <a:cubicBezTo>
                    <a:pt x="41999" y="4523"/>
                    <a:pt x="42461" y="4729"/>
                    <a:pt x="42991" y="4574"/>
                  </a:cubicBezTo>
                  <a:cubicBezTo>
                    <a:pt x="43216" y="4509"/>
                    <a:pt x="43412" y="4304"/>
                    <a:pt x="43409" y="4078"/>
                  </a:cubicBezTo>
                  <a:cubicBezTo>
                    <a:pt x="43406" y="3886"/>
                    <a:pt x="43243" y="3671"/>
                    <a:pt x="43041" y="3600"/>
                  </a:cubicBezTo>
                  <a:lnTo>
                    <a:pt x="42045" y="3256"/>
                  </a:lnTo>
                  <a:cubicBezTo>
                    <a:pt x="41622" y="3109"/>
                    <a:pt x="41372" y="2736"/>
                    <a:pt x="41369" y="2350"/>
                  </a:cubicBezTo>
                  <a:cubicBezTo>
                    <a:pt x="41366" y="1965"/>
                    <a:pt x="41562" y="1606"/>
                    <a:pt x="41954" y="1413"/>
                  </a:cubicBezTo>
                  <a:cubicBezTo>
                    <a:pt x="42587" y="1101"/>
                    <a:pt x="43330" y="1167"/>
                    <a:pt x="43979" y="1464"/>
                  </a:cubicBezTo>
                  <a:lnTo>
                    <a:pt x="43911" y="2287"/>
                  </a:lnTo>
                  <a:cubicBezTo>
                    <a:pt x="43375" y="2072"/>
                    <a:pt x="43462" y="1181"/>
                    <a:pt x="42546" y="1487"/>
                  </a:cubicBezTo>
                  <a:cubicBezTo>
                    <a:pt x="42373" y="1544"/>
                    <a:pt x="42188" y="1720"/>
                    <a:pt x="42168" y="1887"/>
                  </a:cubicBezTo>
                  <a:cubicBezTo>
                    <a:pt x="42152" y="2015"/>
                    <a:pt x="42286" y="2295"/>
                    <a:pt x="42423" y="2342"/>
                  </a:cubicBezTo>
                  <a:lnTo>
                    <a:pt x="43427" y="2687"/>
                  </a:lnTo>
                  <a:cubicBezTo>
                    <a:pt x="43837" y="2827"/>
                    <a:pt x="44129" y="3072"/>
                    <a:pt x="44270" y="3469"/>
                  </a:cubicBezTo>
                  <a:lnTo>
                    <a:pt x="44269" y="3468"/>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12" name="Google Shape;1612;p60"/>
            <p:cNvSpPr/>
            <p:nvPr/>
          </p:nvSpPr>
          <p:spPr>
            <a:xfrm>
              <a:off x="281185" y="4409894"/>
              <a:ext cx="2021963" cy="232777"/>
            </a:xfrm>
            <a:custGeom>
              <a:rect b="b" l="l" r="r" t="t"/>
              <a:pathLst>
                <a:path extrusionOk="0" h="5100" w="44300">
                  <a:moveTo>
                    <a:pt x="10145" y="4715"/>
                  </a:moveTo>
                  <a:lnTo>
                    <a:pt x="9150" y="4725"/>
                  </a:lnTo>
                  <a:lnTo>
                    <a:pt x="9151" y="2650"/>
                  </a:lnTo>
                  <a:cubicBezTo>
                    <a:pt x="9151" y="2305"/>
                    <a:pt x="8911" y="2053"/>
                    <a:pt x="8590" y="2034"/>
                  </a:cubicBezTo>
                  <a:cubicBezTo>
                    <a:pt x="8296" y="2016"/>
                    <a:pt x="7962" y="2236"/>
                    <a:pt x="7960" y="2585"/>
                  </a:cubicBezTo>
                  <a:lnTo>
                    <a:pt x="7954" y="4723"/>
                  </a:lnTo>
                  <a:lnTo>
                    <a:pt x="6964" y="4727"/>
                  </a:lnTo>
                  <a:lnTo>
                    <a:pt x="6962" y="1247"/>
                  </a:lnTo>
                  <a:lnTo>
                    <a:pt x="7649" y="1241"/>
                  </a:lnTo>
                  <a:lnTo>
                    <a:pt x="7813" y="1614"/>
                  </a:lnTo>
                  <a:cubicBezTo>
                    <a:pt x="8435" y="964"/>
                    <a:pt x="9413" y="1013"/>
                    <a:pt x="9943" y="1656"/>
                  </a:cubicBezTo>
                  <a:cubicBezTo>
                    <a:pt x="10188" y="1334"/>
                    <a:pt x="10513" y="1190"/>
                    <a:pt x="10885" y="1158"/>
                  </a:cubicBezTo>
                  <a:cubicBezTo>
                    <a:pt x="11688" y="1088"/>
                    <a:pt x="12323" y="1643"/>
                    <a:pt x="12325" y="2450"/>
                  </a:cubicBezTo>
                  <a:lnTo>
                    <a:pt x="12329" y="4723"/>
                  </a:lnTo>
                  <a:lnTo>
                    <a:pt x="11336" y="4726"/>
                  </a:lnTo>
                  <a:lnTo>
                    <a:pt x="11335" y="2647"/>
                  </a:lnTo>
                  <a:cubicBezTo>
                    <a:pt x="11335" y="2276"/>
                    <a:pt x="11079" y="2033"/>
                    <a:pt x="10745" y="2031"/>
                  </a:cubicBezTo>
                  <a:cubicBezTo>
                    <a:pt x="10411" y="2029"/>
                    <a:pt x="10144" y="2282"/>
                    <a:pt x="10143" y="2644"/>
                  </a:cubicBezTo>
                  <a:lnTo>
                    <a:pt x="10146" y="4716"/>
                  </a:lnTo>
                  <a:lnTo>
                    <a:pt x="10145" y="4715"/>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13" name="Google Shape;1613;p60"/>
            <p:cNvSpPr/>
            <p:nvPr/>
          </p:nvSpPr>
          <p:spPr>
            <a:xfrm>
              <a:off x="281185" y="4409894"/>
              <a:ext cx="2021963" cy="232777"/>
            </a:xfrm>
            <a:custGeom>
              <a:rect b="b" l="l" r="r" t="t"/>
              <a:pathLst>
                <a:path extrusionOk="0" h="5100" w="44300">
                  <a:moveTo>
                    <a:pt x="13502" y="4364"/>
                  </a:moveTo>
                  <a:lnTo>
                    <a:pt x="13297" y="4718"/>
                  </a:lnTo>
                  <a:lnTo>
                    <a:pt x="12649" y="4715"/>
                  </a:lnTo>
                  <a:lnTo>
                    <a:pt x="12646" y="559"/>
                  </a:lnTo>
                  <a:lnTo>
                    <a:pt x="13613" y="0"/>
                  </a:lnTo>
                  <a:lnTo>
                    <a:pt x="13630" y="1474"/>
                  </a:lnTo>
                  <a:cubicBezTo>
                    <a:pt x="14242" y="1061"/>
                    <a:pt x="14932" y="1057"/>
                    <a:pt x="15511" y="1382"/>
                  </a:cubicBezTo>
                  <a:cubicBezTo>
                    <a:pt x="16090" y="1707"/>
                    <a:pt x="16430" y="2293"/>
                    <a:pt x="16430" y="2980"/>
                  </a:cubicBezTo>
                  <a:cubicBezTo>
                    <a:pt x="16428" y="3671"/>
                    <a:pt x="16057" y="4293"/>
                    <a:pt x="15499" y="4579"/>
                  </a:cubicBezTo>
                  <a:cubicBezTo>
                    <a:pt x="14860" y="4907"/>
                    <a:pt x="14110" y="4910"/>
                    <a:pt x="13503" y="4364"/>
                  </a:cubicBezTo>
                  <a:lnTo>
                    <a:pt x="13502" y="4364"/>
                  </a:lnTo>
                  <a:moveTo>
                    <a:pt x="15409" y="2951"/>
                  </a:moveTo>
                  <a:cubicBezTo>
                    <a:pt x="15394" y="2392"/>
                    <a:pt x="14983" y="2026"/>
                    <a:pt x="14506" y="2030"/>
                  </a:cubicBezTo>
                  <a:cubicBezTo>
                    <a:pt x="13986" y="2035"/>
                    <a:pt x="13628" y="2456"/>
                    <a:pt x="13628" y="2980"/>
                  </a:cubicBezTo>
                  <a:cubicBezTo>
                    <a:pt x="13628" y="3531"/>
                    <a:pt x="14019" y="3947"/>
                    <a:pt x="14571" y="3918"/>
                  </a:cubicBezTo>
                  <a:cubicBezTo>
                    <a:pt x="15033" y="3894"/>
                    <a:pt x="15424" y="3500"/>
                    <a:pt x="15409" y="2951"/>
                  </a:cubicBez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14" name="Google Shape;1614;p60"/>
            <p:cNvSpPr/>
            <p:nvPr/>
          </p:nvSpPr>
          <p:spPr>
            <a:xfrm>
              <a:off x="281185" y="4409894"/>
              <a:ext cx="2021963" cy="232777"/>
            </a:xfrm>
            <a:custGeom>
              <a:rect b="b" l="l" r="r" t="t"/>
              <a:pathLst>
                <a:path extrusionOk="0" h="5100" w="44300">
                  <a:moveTo>
                    <a:pt x="39890" y="4564"/>
                  </a:moveTo>
                  <a:cubicBezTo>
                    <a:pt x="39034" y="5024"/>
                    <a:pt x="37972" y="4954"/>
                    <a:pt x="37531" y="4114"/>
                  </a:cubicBezTo>
                  <a:cubicBezTo>
                    <a:pt x="37156" y="3400"/>
                    <a:pt x="37160" y="2440"/>
                    <a:pt x="37682" y="1789"/>
                  </a:cubicBezTo>
                  <a:cubicBezTo>
                    <a:pt x="38216" y="1125"/>
                    <a:pt x="39139" y="1077"/>
                    <a:pt x="39907" y="1417"/>
                  </a:cubicBezTo>
                  <a:lnTo>
                    <a:pt x="39938" y="828"/>
                  </a:lnTo>
                  <a:cubicBezTo>
                    <a:pt x="39952" y="561"/>
                    <a:pt x="39528" y="515"/>
                    <a:pt x="39527" y="518"/>
                  </a:cubicBezTo>
                  <a:lnTo>
                    <a:pt x="39544" y="353"/>
                  </a:lnTo>
                  <a:lnTo>
                    <a:pt x="40946" y="54"/>
                  </a:lnTo>
                  <a:lnTo>
                    <a:pt x="40920" y="4230"/>
                  </a:lnTo>
                  <a:cubicBezTo>
                    <a:pt x="40919" y="4415"/>
                    <a:pt x="41093" y="4512"/>
                    <a:pt x="41322" y="4716"/>
                  </a:cubicBezTo>
                  <a:lnTo>
                    <a:pt x="39997" y="4824"/>
                  </a:lnTo>
                  <a:lnTo>
                    <a:pt x="39890" y="4564"/>
                  </a:lnTo>
                  <a:lnTo>
                    <a:pt x="39890" y="4564"/>
                  </a:lnTo>
                  <a:moveTo>
                    <a:pt x="39885" y="4285"/>
                  </a:moveTo>
                  <a:lnTo>
                    <a:pt x="39880" y="1681"/>
                  </a:lnTo>
                  <a:cubicBezTo>
                    <a:pt x="39606" y="1519"/>
                    <a:pt x="39311" y="1466"/>
                    <a:pt x="39004" y="1583"/>
                  </a:cubicBezTo>
                  <a:cubicBezTo>
                    <a:pt x="38366" y="1826"/>
                    <a:pt x="38303" y="2965"/>
                    <a:pt x="38467" y="3784"/>
                  </a:cubicBezTo>
                  <a:cubicBezTo>
                    <a:pt x="38530" y="4095"/>
                    <a:pt x="38746" y="4351"/>
                    <a:pt x="39006" y="4440"/>
                  </a:cubicBezTo>
                  <a:cubicBezTo>
                    <a:pt x="39296" y="4539"/>
                    <a:pt x="39630" y="4475"/>
                    <a:pt x="39884" y="4286"/>
                  </a:cubicBezTo>
                  <a:lnTo>
                    <a:pt x="39885" y="4285"/>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15" name="Google Shape;1615;p60"/>
            <p:cNvSpPr/>
            <p:nvPr/>
          </p:nvSpPr>
          <p:spPr>
            <a:xfrm>
              <a:off x="281185" y="4409894"/>
              <a:ext cx="2021963" cy="232777"/>
            </a:xfrm>
            <a:custGeom>
              <a:rect b="b" l="l" r="r" t="t"/>
              <a:pathLst>
                <a:path extrusionOk="0" h="5100" w="44300">
                  <a:moveTo>
                    <a:pt x="26071" y="3744"/>
                  </a:moveTo>
                  <a:cubicBezTo>
                    <a:pt x="25479" y="4496"/>
                    <a:pt x="24285" y="5261"/>
                    <a:pt x="23456" y="5005"/>
                  </a:cubicBezTo>
                  <a:cubicBezTo>
                    <a:pt x="22397" y="4677"/>
                    <a:pt x="20982" y="3638"/>
                    <a:pt x="21508" y="2672"/>
                  </a:cubicBezTo>
                  <a:cubicBezTo>
                    <a:pt x="21928" y="1903"/>
                    <a:pt x="22573" y="1274"/>
                    <a:pt x="23354" y="858"/>
                  </a:cubicBezTo>
                  <a:cubicBezTo>
                    <a:pt x="23673" y="688"/>
                    <a:pt x="24033" y="705"/>
                    <a:pt x="24347" y="873"/>
                  </a:cubicBezTo>
                  <a:cubicBezTo>
                    <a:pt x="25132" y="1292"/>
                    <a:pt x="25772" y="1923"/>
                    <a:pt x="26184" y="2704"/>
                  </a:cubicBezTo>
                  <a:cubicBezTo>
                    <a:pt x="26370" y="3057"/>
                    <a:pt x="26317" y="3434"/>
                    <a:pt x="26071" y="3745"/>
                  </a:cubicBezTo>
                  <a:lnTo>
                    <a:pt x="26071" y="3744"/>
                  </a:lnTo>
                  <a:moveTo>
                    <a:pt x="25452" y="2910"/>
                  </a:moveTo>
                  <a:cubicBezTo>
                    <a:pt x="25069" y="2373"/>
                    <a:pt x="24644" y="1952"/>
                    <a:pt x="24095" y="1575"/>
                  </a:cubicBezTo>
                  <a:cubicBezTo>
                    <a:pt x="23635" y="1259"/>
                    <a:pt x="22680" y="2274"/>
                    <a:pt x="22247" y="2887"/>
                  </a:cubicBezTo>
                  <a:cubicBezTo>
                    <a:pt x="22136" y="3042"/>
                    <a:pt x="22129" y="3299"/>
                    <a:pt x="22299" y="3440"/>
                  </a:cubicBezTo>
                  <a:cubicBezTo>
                    <a:pt x="22715" y="3783"/>
                    <a:pt x="23246" y="4265"/>
                    <a:pt x="23835" y="4262"/>
                  </a:cubicBezTo>
                  <a:cubicBezTo>
                    <a:pt x="24456" y="4258"/>
                    <a:pt x="25796" y="3395"/>
                    <a:pt x="25451" y="2910"/>
                  </a:cubicBezTo>
                  <a:lnTo>
                    <a:pt x="25452" y="2910"/>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16" name="Google Shape;1616;p60"/>
            <p:cNvSpPr/>
            <p:nvPr/>
          </p:nvSpPr>
          <p:spPr>
            <a:xfrm>
              <a:off x="281185" y="4409894"/>
              <a:ext cx="2021963" cy="232777"/>
            </a:xfrm>
            <a:custGeom>
              <a:rect b="b" l="l" r="r" t="t"/>
              <a:pathLst>
                <a:path extrusionOk="0" h="5100" w="44300">
                  <a:moveTo>
                    <a:pt x="19139" y="3571"/>
                  </a:moveTo>
                  <a:lnTo>
                    <a:pt x="19937" y="3927"/>
                  </a:lnTo>
                  <a:cubicBezTo>
                    <a:pt x="19716" y="4486"/>
                    <a:pt x="19165" y="4732"/>
                    <a:pt x="18586" y="4789"/>
                  </a:cubicBezTo>
                  <a:cubicBezTo>
                    <a:pt x="17464" y="4900"/>
                    <a:pt x="16563" y="4093"/>
                    <a:pt x="16568" y="2977"/>
                  </a:cubicBezTo>
                  <a:cubicBezTo>
                    <a:pt x="16570" y="2414"/>
                    <a:pt x="16789" y="1909"/>
                    <a:pt x="17192" y="1567"/>
                  </a:cubicBezTo>
                  <a:cubicBezTo>
                    <a:pt x="17624" y="1199"/>
                    <a:pt x="18190" y="1083"/>
                    <a:pt x="18784" y="1194"/>
                  </a:cubicBezTo>
                  <a:cubicBezTo>
                    <a:pt x="19731" y="1371"/>
                    <a:pt x="20256" y="2303"/>
                    <a:pt x="20050" y="3245"/>
                  </a:cubicBezTo>
                  <a:lnTo>
                    <a:pt x="17600" y="3247"/>
                  </a:lnTo>
                  <a:cubicBezTo>
                    <a:pt x="17631" y="3595"/>
                    <a:pt x="17877" y="3856"/>
                    <a:pt x="18156" y="3914"/>
                  </a:cubicBezTo>
                  <a:cubicBezTo>
                    <a:pt x="18531" y="3993"/>
                    <a:pt x="18877" y="3958"/>
                    <a:pt x="19139" y="3571"/>
                  </a:cubicBezTo>
                  <a:moveTo>
                    <a:pt x="19044" y="2528"/>
                  </a:moveTo>
                  <a:cubicBezTo>
                    <a:pt x="18990" y="2134"/>
                    <a:pt x="18684" y="1938"/>
                    <a:pt x="18345" y="1937"/>
                  </a:cubicBezTo>
                  <a:cubicBezTo>
                    <a:pt x="18006" y="1937"/>
                    <a:pt x="17703" y="2145"/>
                    <a:pt x="17628" y="2530"/>
                  </a:cubicBezTo>
                  <a:lnTo>
                    <a:pt x="19044" y="2528"/>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17" name="Google Shape;1617;p60"/>
            <p:cNvSpPr/>
            <p:nvPr/>
          </p:nvSpPr>
          <p:spPr>
            <a:xfrm>
              <a:off x="281185" y="4409894"/>
              <a:ext cx="2021963" cy="232777"/>
            </a:xfrm>
            <a:custGeom>
              <a:rect b="b" l="l" r="r" t="t"/>
              <a:pathLst>
                <a:path extrusionOk="0" h="5100" w="44300">
                  <a:moveTo>
                    <a:pt x="4492" y="4793"/>
                  </a:moveTo>
                  <a:cubicBezTo>
                    <a:pt x="3893" y="4772"/>
                    <a:pt x="3452" y="4456"/>
                    <a:pt x="3384" y="3940"/>
                  </a:cubicBezTo>
                  <a:cubicBezTo>
                    <a:pt x="3233" y="2784"/>
                    <a:pt x="4468" y="2658"/>
                    <a:pt x="5583" y="2508"/>
                  </a:cubicBezTo>
                  <a:lnTo>
                    <a:pt x="5585" y="2087"/>
                  </a:lnTo>
                  <a:lnTo>
                    <a:pt x="3731" y="2084"/>
                  </a:lnTo>
                  <a:lnTo>
                    <a:pt x="4011" y="1239"/>
                  </a:lnTo>
                  <a:lnTo>
                    <a:pt x="6579" y="1235"/>
                  </a:lnTo>
                  <a:lnTo>
                    <a:pt x="6581" y="4713"/>
                  </a:lnTo>
                  <a:lnTo>
                    <a:pt x="5931" y="4730"/>
                  </a:lnTo>
                  <a:lnTo>
                    <a:pt x="5717" y="4350"/>
                  </a:lnTo>
                  <a:cubicBezTo>
                    <a:pt x="5402" y="4699"/>
                    <a:pt x="4994" y="4811"/>
                    <a:pt x="4492" y="4793"/>
                  </a:cubicBezTo>
                  <a:moveTo>
                    <a:pt x="4531" y="4001"/>
                  </a:moveTo>
                  <a:cubicBezTo>
                    <a:pt x="4807" y="4141"/>
                    <a:pt x="5111" y="4078"/>
                    <a:pt x="5335" y="3893"/>
                  </a:cubicBezTo>
                  <a:cubicBezTo>
                    <a:pt x="5489" y="3765"/>
                    <a:pt x="5592" y="3537"/>
                    <a:pt x="5581" y="3256"/>
                  </a:cubicBezTo>
                  <a:lnTo>
                    <a:pt x="4677" y="3394"/>
                  </a:lnTo>
                  <a:cubicBezTo>
                    <a:pt x="4585" y="3408"/>
                    <a:pt x="4438" y="3559"/>
                    <a:pt x="4401" y="3640"/>
                  </a:cubicBezTo>
                  <a:cubicBezTo>
                    <a:pt x="4364" y="3722"/>
                    <a:pt x="4432" y="3950"/>
                    <a:pt x="4531" y="4001"/>
                  </a:cubicBezTo>
                  <a:lnTo>
                    <a:pt x="4531" y="4001"/>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18" name="Google Shape;1618;p60"/>
            <p:cNvSpPr/>
            <p:nvPr/>
          </p:nvSpPr>
          <p:spPr>
            <a:xfrm>
              <a:off x="281185" y="4409894"/>
              <a:ext cx="2021963" cy="232777"/>
            </a:xfrm>
            <a:custGeom>
              <a:rect b="b" l="l" r="r" t="t"/>
              <a:pathLst>
                <a:path extrusionOk="0" h="5100" w="44300">
                  <a:moveTo>
                    <a:pt x="34126" y="4597"/>
                  </a:moveTo>
                  <a:cubicBezTo>
                    <a:pt x="33878" y="4417"/>
                    <a:pt x="33801" y="4103"/>
                    <a:pt x="33843" y="3820"/>
                  </a:cubicBezTo>
                  <a:cubicBezTo>
                    <a:pt x="33954" y="3095"/>
                    <a:pt x="35078" y="2879"/>
                    <a:pt x="35947" y="2773"/>
                  </a:cubicBezTo>
                  <a:lnTo>
                    <a:pt x="35898" y="1819"/>
                  </a:lnTo>
                  <a:cubicBezTo>
                    <a:pt x="35885" y="1554"/>
                    <a:pt x="35578" y="1418"/>
                    <a:pt x="35359" y="1435"/>
                  </a:cubicBezTo>
                  <a:cubicBezTo>
                    <a:pt x="34811" y="1478"/>
                    <a:pt x="35120" y="2309"/>
                    <a:pt x="34654" y="2482"/>
                  </a:cubicBezTo>
                  <a:cubicBezTo>
                    <a:pt x="34427" y="2566"/>
                    <a:pt x="34124" y="2503"/>
                    <a:pt x="34034" y="2272"/>
                  </a:cubicBezTo>
                  <a:cubicBezTo>
                    <a:pt x="33910" y="1953"/>
                    <a:pt x="34110" y="1621"/>
                    <a:pt x="34406" y="1468"/>
                  </a:cubicBezTo>
                  <a:cubicBezTo>
                    <a:pt x="34936" y="1191"/>
                    <a:pt x="35574" y="1142"/>
                    <a:pt x="36152" y="1297"/>
                  </a:cubicBezTo>
                  <a:cubicBezTo>
                    <a:pt x="36665" y="1435"/>
                    <a:pt x="36952" y="1872"/>
                    <a:pt x="36956" y="2379"/>
                  </a:cubicBezTo>
                  <a:lnTo>
                    <a:pt x="36968" y="4228"/>
                  </a:lnTo>
                  <a:cubicBezTo>
                    <a:pt x="36969" y="4362"/>
                    <a:pt x="37354" y="4420"/>
                    <a:pt x="37533" y="4417"/>
                  </a:cubicBezTo>
                  <a:cubicBezTo>
                    <a:pt x="37407" y="4735"/>
                    <a:pt x="37055" y="4832"/>
                    <a:pt x="36741" y="4833"/>
                  </a:cubicBezTo>
                  <a:cubicBezTo>
                    <a:pt x="36364" y="4834"/>
                    <a:pt x="36095" y="4668"/>
                    <a:pt x="35942" y="4319"/>
                  </a:cubicBezTo>
                  <a:cubicBezTo>
                    <a:pt x="35470" y="4888"/>
                    <a:pt x="34713" y="5022"/>
                    <a:pt x="34126" y="4597"/>
                  </a:cubicBezTo>
                  <a:moveTo>
                    <a:pt x="35955" y="4036"/>
                  </a:moveTo>
                  <a:lnTo>
                    <a:pt x="35942" y="2964"/>
                  </a:lnTo>
                  <a:lnTo>
                    <a:pt x="35273" y="3137"/>
                  </a:lnTo>
                  <a:cubicBezTo>
                    <a:pt x="35055" y="3194"/>
                    <a:pt x="34877" y="3460"/>
                    <a:pt x="34839" y="3630"/>
                  </a:cubicBezTo>
                  <a:cubicBezTo>
                    <a:pt x="34790" y="3849"/>
                    <a:pt x="34858" y="4140"/>
                    <a:pt x="35012" y="4279"/>
                  </a:cubicBezTo>
                  <a:cubicBezTo>
                    <a:pt x="35353" y="4465"/>
                    <a:pt x="35725" y="4308"/>
                    <a:pt x="35955" y="4036"/>
                  </a:cubicBez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19" name="Google Shape;1619;p60"/>
            <p:cNvSpPr/>
            <p:nvPr/>
          </p:nvSpPr>
          <p:spPr>
            <a:xfrm>
              <a:off x="281185" y="4409894"/>
              <a:ext cx="2021963" cy="232777"/>
            </a:xfrm>
            <a:custGeom>
              <a:rect b="b" l="l" r="r" t="t"/>
              <a:pathLst>
                <a:path extrusionOk="0" h="5100" w="44300">
                  <a:moveTo>
                    <a:pt x="2495" y="1237"/>
                  </a:moveTo>
                  <a:lnTo>
                    <a:pt x="3584" y="1240"/>
                  </a:lnTo>
                  <a:lnTo>
                    <a:pt x="2380" y="4720"/>
                  </a:lnTo>
                  <a:lnTo>
                    <a:pt x="1206" y="4727"/>
                  </a:lnTo>
                  <a:lnTo>
                    <a:pt x="0" y="1241"/>
                  </a:lnTo>
                  <a:lnTo>
                    <a:pt x="1088" y="1237"/>
                  </a:lnTo>
                  <a:lnTo>
                    <a:pt x="1792" y="3362"/>
                  </a:lnTo>
                  <a:lnTo>
                    <a:pt x="2495" y="1237"/>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20" name="Google Shape;1620;p60"/>
            <p:cNvSpPr/>
            <p:nvPr/>
          </p:nvSpPr>
          <p:spPr>
            <a:xfrm>
              <a:off x="281185" y="4409894"/>
              <a:ext cx="2021963" cy="232777"/>
            </a:xfrm>
            <a:custGeom>
              <a:rect b="b" l="l" r="r" t="t"/>
              <a:pathLst>
                <a:path extrusionOk="0" h="5100" w="44300">
                  <a:moveTo>
                    <a:pt x="33277" y="4059"/>
                  </a:moveTo>
                  <a:cubicBezTo>
                    <a:pt x="33415" y="3932"/>
                    <a:pt x="33500" y="3900"/>
                    <a:pt x="33687" y="3990"/>
                  </a:cubicBezTo>
                  <a:cubicBezTo>
                    <a:pt x="33408" y="4557"/>
                    <a:pt x="32816" y="4817"/>
                    <a:pt x="32170" y="4844"/>
                  </a:cubicBezTo>
                  <a:cubicBezTo>
                    <a:pt x="31112" y="4888"/>
                    <a:pt x="30304" y="4163"/>
                    <a:pt x="30275" y="3112"/>
                  </a:cubicBezTo>
                  <a:cubicBezTo>
                    <a:pt x="30256" y="2368"/>
                    <a:pt x="30621" y="1665"/>
                    <a:pt x="31254" y="1362"/>
                  </a:cubicBezTo>
                  <a:cubicBezTo>
                    <a:pt x="31940" y="1034"/>
                    <a:pt x="32773" y="1114"/>
                    <a:pt x="33313" y="1636"/>
                  </a:cubicBezTo>
                  <a:cubicBezTo>
                    <a:pt x="33682" y="1993"/>
                    <a:pt x="33812" y="2481"/>
                    <a:pt x="33792" y="2979"/>
                  </a:cubicBezTo>
                  <a:lnTo>
                    <a:pt x="31395" y="2982"/>
                  </a:lnTo>
                  <a:cubicBezTo>
                    <a:pt x="31397" y="3334"/>
                    <a:pt x="31428" y="3731"/>
                    <a:pt x="31674" y="4002"/>
                  </a:cubicBezTo>
                  <a:cubicBezTo>
                    <a:pt x="32067" y="4436"/>
                    <a:pt x="32835" y="4465"/>
                    <a:pt x="33276" y="4058"/>
                  </a:cubicBezTo>
                  <a:lnTo>
                    <a:pt x="33277" y="4059"/>
                  </a:lnTo>
                  <a:moveTo>
                    <a:pt x="32754" y="2761"/>
                  </a:moveTo>
                  <a:lnTo>
                    <a:pt x="32741" y="2014"/>
                  </a:lnTo>
                  <a:cubicBezTo>
                    <a:pt x="32736" y="1724"/>
                    <a:pt x="32501" y="1482"/>
                    <a:pt x="32260" y="1445"/>
                  </a:cubicBezTo>
                  <a:cubicBezTo>
                    <a:pt x="31982" y="1402"/>
                    <a:pt x="31684" y="1511"/>
                    <a:pt x="31565" y="1796"/>
                  </a:cubicBezTo>
                  <a:cubicBezTo>
                    <a:pt x="31438" y="2101"/>
                    <a:pt x="31398" y="2437"/>
                    <a:pt x="31394" y="2766"/>
                  </a:cubicBezTo>
                  <a:lnTo>
                    <a:pt x="32754" y="2761"/>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21" name="Google Shape;1621;p60"/>
            <p:cNvSpPr/>
            <p:nvPr/>
          </p:nvSpPr>
          <p:spPr>
            <a:xfrm>
              <a:off x="281185" y="4409894"/>
              <a:ext cx="2021963" cy="232777"/>
            </a:xfrm>
            <a:custGeom>
              <a:rect b="b" l="l" r="r" t="t"/>
              <a:pathLst>
                <a:path extrusionOk="0" h="5100" w="44300">
                  <a:moveTo>
                    <a:pt x="27389" y="4742"/>
                  </a:moveTo>
                  <a:lnTo>
                    <a:pt x="27467" y="4545"/>
                  </a:lnTo>
                  <a:cubicBezTo>
                    <a:pt x="27640" y="4520"/>
                    <a:pt x="27760" y="4392"/>
                    <a:pt x="27760" y="4256"/>
                  </a:cubicBezTo>
                  <a:lnTo>
                    <a:pt x="27760" y="2102"/>
                  </a:lnTo>
                  <a:cubicBezTo>
                    <a:pt x="27760" y="2015"/>
                    <a:pt x="27651" y="1835"/>
                    <a:pt x="27571" y="1816"/>
                  </a:cubicBezTo>
                  <a:lnTo>
                    <a:pt x="27418" y="1778"/>
                  </a:lnTo>
                  <a:cubicBezTo>
                    <a:pt x="27378" y="1769"/>
                    <a:pt x="27407" y="1614"/>
                    <a:pt x="27444" y="1602"/>
                  </a:cubicBezTo>
                  <a:lnTo>
                    <a:pt x="28682" y="1203"/>
                  </a:lnTo>
                  <a:lnTo>
                    <a:pt x="28825" y="1890"/>
                  </a:lnTo>
                  <a:cubicBezTo>
                    <a:pt x="29071" y="1558"/>
                    <a:pt x="29388" y="1257"/>
                    <a:pt x="29822" y="1214"/>
                  </a:cubicBezTo>
                  <a:cubicBezTo>
                    <a:pt x="30039" y="1192"/>
                    <a:pt x="30301" y="1289"/>
                    <a:pt x="30388" y="1445"/>
                  </a:cubicBezTo>
                  <a:cubicBezTo>
                    <a:pt x="30497" y="1641"/>
                    <a:pt x="30485" y="1915"/>
                    <a:pt x="30342" y="2080"/>
                  </a:cubicBezTo>
                  <a:cubicBezTo>
                    <a:pt x="30226" y="2213"/>
                    <a:pt x="29858" y="2282"/>
                    <a:pt x="29701" y="2173"/>
                  </a:cubicBezTo>
                  <a:lnTo>
                    <a:pt x="29249" y="1860"/>
                  </a:lnTo>
                  <a:cubicBezTo>
                    <a:pt x="28998" y="1946"/>
                    <a:pt x="28806" y="2223"/>
                    <a:pt x="28806" y="2511"/>
                  </a:cubicBezTo>
                  <a:lnTo>
                    <a:pt x="28802" y="4183"/>
                  </a:lnTo>
                  <a:cubicBezTo>
                    <a:pt x="28802" y="4560"/>
                    <a:pt x="29307" y="4558"/>
                    <a:pt x="29306" y="4579"/>
                  </a:cubicBezTo>
                  <a:lnTo>
                    <a:pt x="29299" y="4745"/>
                  </a:lnTo>
                  <a:lnTo>
                    <a:pt x="27391" y="4742"/>
                  </a:lnTo>
                  <a:lnTo>
                    <a:pt x="27389" y="4742"/>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grpSp>
        <p:nvGrpSpPr>
          <p:cNvPr id="1622" name="Google Shape;1622;p60"/>
          <p:cNvGrpSpPr/>
          <p:nvPr/>
        </p:nvGrpSpPr>
        <p:grpSpPr>
          <a:xfrm>
            <a:off x="1102064" y="2798310"/>
            <a:ext cx="2021988" cy="267525"/>
            <a:chOff x="6840864" y="4392523"/>
            <a:chExt cx="2021988" cy="267525"/>
          </a:xfrm>
        </p:grpSpPr>
        <p:sp>
          <p:nvSpPr>
            <p:cNvPr id="1623" name="Google Shape;1623;p60"/>
            <p:cNvSpPr/>
            <p:nvPr/>
          </p:nvSpPr>
          <p:spPr>
            <a:xfrm>
              <a:off x="6840864" y="4392523"/>
              <a:ext cx="2021988" cy="267525"/>
            </a:xfrm>
            <a:custGeom>
              <a:rect b="b" l="l" r="r" t="t"/>
              <a:pathLst>
                <a:path extrusionOk="0" h="8600" w="65000">
                  <a:moveTo>
                    <a:pt x="5216" y="2904"/>
                  </a:moveTo>
                  <a:lnTo>
                    <a:pt x="7817" y="2904"/>
                  </a:lnTo>
                  <a:lnTo>
                    <a:pt x="7817" y="3538"/>
                  </a:lnTo>
                  <a:lnTo>
                    <a:pt x="6460" y="3757"/>
                  </a:lnTo>
                  <a:cubicBezTo>
                    <a:pt x="6071" y="3817"/>
                    <a:pt x="5746" y="3919"/>
                    <a:pt x="5485" y="4063"/>
                  </a:cubicBezTo>
                  <a:cubicBezTo>
                    <a:pt x="5225" y="4207"/>
                    <a:pt x="5032" y="4385"/>
                    <a:pt x="4906" y="4597"/>
                  </a:cubicBezTo>
                  <a:cubicBezTo>
                    <a:pt x="4780" y="4810"/>
                    <a:pt x="4717" y="5054"/>
                    <a:pt x="4717" y="5329"/>
                  </a:cubicBezTo>
                  <a:cubicBezTo>
                    <a:pt x="4717" y="5623"/>
                    <a:pt x="4786" y="5876"/>
                    <a:pt x="4924" y="6088"/>
                  </a:cubicBezTo>
                  <a:cubicBezTo>
                    <a:pt x="5062" y="6301"/>
                    <a:pt x="5259" y="6464"/>
                    <a:pt x="5517" y="6578"/>
                  </a:cubicBezTo>
                  <a:cubicBezTo>
                    <a:pt x="5774" y="6692"/>
                    <a:pt x="6080" y="6749"/>
                    <a:pt x="6433" y="6749"/>
                  </a:cubicBezTo>
                  <a:cubicBezTo>
                    <a:pt x="6697" y="6749"/>
                    <a:pt x="6936" y="6714"/>
                    <a:pt x="7152" y="6645"/>
                  </a:cubicBezTo>
                  <a:cubicBezTo>
                    <a:pt x="7367" y="6577"/>
                    <a:pt x="7562" y="6472"/>
                    <a:pt x="7736" y="6331"/>
                  </a:cubicBezTo>
                  <a:cubicBezTo>
                    <a:pt x="7830" y="6254"/>
                    <a:pt x="7919" y="6166"/>
                    <a:pt x="8005" y="6067"/>
                  </a:cubicBezTo>
                  <a:lnTo>
                    <a:pt x="8266" y="6641"/>
                  </a:lnTo>
                  <a:lnTo>
                    <a:pt x="9164" y="6641"/>
                  </a:lnTo>
                  <a:lnTo>
                    <a:pt x="9164" y="1736"/>
                  </a:lnTo>
                  <a:lnTo>
                    <a:pt x="5616" y="1736"/>
                  </a:lnTo>
                  <a:lnTo>
                    <a:pt x="5216" y="2904"/>
                  </a:lnTo>
                  <a:lnTo>
                    <a:pt x="5216" y="2904"/>
                  </a:lnTo>
                  <a:moveTo>
                    <a:pt x="7678" y="5226"/>
                  </a:moveTo>
                  <a:cubicBezTo>
                    <a:pt x="7585" y="5391"/>
                    <a:pt x="7454" y="5521"/>
                    <a:pt x="7287" y="5617"/>
                  </a:cubicBezTo>
                  <a:cubicBezTo>
                    <a:pt x="7119" y="5713"/>
                    <a:pt x="6924" y="5761"/>
                    <a:pt x="6703" y="5761"/>
                  </a:cubicBezTo>
                  <a:cubicBezTo>
                    <a:pt x="6535" y="5761"/>
                    <a:pt x="6394" y="5719"/>
                    <a:pt x="6281" y="5635"/>
                  </a:cubicBezTo>
                  <a:cubicBezTo>
                    <a:pt x="6167" y="5551"/>
                    <a:pt x="6110" y="5435"/>
                    <a:pt x="6110" y="5285"/>
                  </a:cubicBezTo>
                  <a:cubicBezTo>
                    <a:pt x="6110" y="5123"/>
                    <a:pt x="6161" y="4999"/>
                    <a:pt x="6263" y="4912"/>
                  </a:cubicBezTo>
                  <a:cubicBezTo>
                    <a:pt x="6364" y="4825"/>
                    <a:pt x="6511" y="4764"/>
                    <a:pt x="6703" y="4728"/>
                  </a:cubicBezTo>
                  <a:lnTo>
                    <a:pt x="7817" y="4566"/>
                  </a:lnTo>
                  <a:lnTo>
                    <a:pt x="7817" y="4683"/>
                  </a:lnTo>
                  <a:cubicBezTo>
                    <a:pt x="7817" y="4880"/>
                    <a:pt x="7770" y="5062"/>
                    <a:pt x="7678" y="5226"/>
                  </a:cubicBez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24" name="Google Shape;1624;p60"/>
            <p:cNvSpPr/>
            <p:nvPr/>
          </p:nvSpPr>
          <p:spPr>
            <a:xfrm>
              <a:off x="6840864" y="4392523"/>
              <a:ext cx="2021988" cy="267525"/>
            </a:xfrm>
            <a:custGeom>
              <a:rect b="b" l="l" r="r" t="t"/>
              <a:pathLst>
                <a:path extrusionOk="0" h="8600" w="65000">
                  <a:moveTo>
                    <a:pt x="16325" y="1862"/>
                  </a:moveTo>
                  <a:cubicBezTo>
                    <a:pt x="16053" y="1706"/>
                    <a:pt x="15740" y="1628"/>
                    <a:pt x="15387" y="1628"/>
                  </a:cubicBezTo>
                  <a:cubicBezTo>
                    <a:pt x="14985" y="1628"/>
                    <a:pt x="14635" y="1724"/>
                    <a:pt x="14335" y="1916"/>
                  </a:cubicBezTo>
                  <a:cubicBezTo>
                    <a:pt x="14156" y="2031"/>
                    <a:pt x="14002" y="2184"/>
                    <a:pt x="13872" y="2374"/>
                  </a:cubicBezTo>
                  <a:cubicBezTo>
                    <a:pt x="13771" y="2205"/>
                    <a:pt x="13631" y="2059"/>
                    <a:pt x="13451" y="1938"/>
                  </a:cubicBezTo>
                  <a:cubicBezTo>
                    <a:pt x="13142" y="1732"/>
                    <a:pt x="12784" y="1628"/>
                    <a:pt x="12377" y="1628"/>
                  </a:cubicBezTo>
                  <a:cubicBezTo>
                    <a:pt x="11994" y="1628"/>
                    <a:pt x="11664" y="1718"/>
                    <a:pt x="11389" y="1898"/>
                  </a:cubicBezTo>
                  <a:cubicBezTo>
                    <a:pt x="11206" y="2017"/>
                    <a:pt x="11026" y="2137"/>
                    <a:pt x="10903" y="2314"/>
                  </a:cubicBezTo>
                  <a:lnTo>
                    <a:pt x="10644" y="1736"/>
                  </a:lnTo>
                  <a:lnTo>
                    <a:pt x="9745" y="1736"/>
                  </a:lnTo>
                  <a:lnTo>
                    <a:pt x="9745" y="6641"/>
                  </a:lnTo>
                  <a:lnTo>
                    <a:pt x="11092" y="6641"/>
                  </a:lnTo>
                  <a:lnTo>
                    <a:pt x="11092" y="3775"/>
                  </a:lnTo>
                  <a:cubicBezTo>
                    <a:pt x="11092" y="3584"/>
                    <a:pt x="11127" y="3419"/>
                    <a:pt x="11196" y="3281"/>
                  </a:cubicBezTo>
                  <a:cubicBezTo>
                    <a:pt x="11265" y="3143"/>
                    <a:pt x="11364" y="3036"/>
                    <a:pt x="11492" y="2958"/>
                  </a:cubicBezTo>
                  <a:cubicBezTo>
                    <a:pt x="11621" y="2880"/>
                    <a:pt x="11772" y="2841"/>
                    <a:pt x="11946" y="2841"/>
                  </a:cubicBezTo>
                  <a:cubicBezTo>
                    <a:pt x="12120" y="2841"/>
                    <a:pt x="12278" y="2880"/>
                    <a:pt x="12404" y="2958"/>
                  </a:cubicBezTo>
                  <a:cubicBezTo>
                    <a:pt x="12530" y="3036"/>
                    <a:pt x="12627" y="3143"/>
                    <a:pt x="12696" y="3281"/>
                  </a:cubicBezTo>
                  <a:cubicBezTo>
                    <a:pt x="12765" y="3419"/>
                    <a:pt x="12799" y="3584"/>
                    <a:pt x="12799" y="3775"/>
                  </a:cubicBezTo>
                  <a:lnTo>
                    <a:pt x="12799" y="6641"/>
                  </a:lnTo>
                  <a:lnTo>
                    <a:pt x="14147" y="6641"/>
                  </a:lnTo>
                  <a:lnTo>
                    <a:pt x="14147" y="3775"/>
                  </a:lnTo>
                  <a:cubicBezTo>
                    <a:pt x="14147" y="3584"/>
                    <a:pt x="14181" y="3419"/>
                    <a:pt x="14250" y="3281"/>
                  </a:cubicBezTo>
                  <a:cubicBezTo>
                    <a:pt x="14319" y="3143"/>
                    <a:pt x="14418" y="3036"/>
                    <a:pt x="14546" y="2958"/>
                  </a:cubicBezTo>
                  <a:cubicBezTo>
                    <a:pt x="14675" y="2880"/>
                    <a:pt x="14826" y="2841"/>
                    <a:pt x="15000" y="2841"/>
                  </a:cubicBezTo>
                  <a:cubicBezTo>
                    <a:pt x="15174" y="2841"/>
                    <a:pt x="15332" y="2880"/>
                    <a:pt x="15458" y="2958"/>
                  </a:cubicBezTo>
                  <a:cubicBezTo>
                    <a:pt x="15584" y="3036"/>
                    <a:pt x="15681" y="3143"/>
                    <a:pt x="15750" y="3281"/>
                  </a:cubicBezTo>
                  <a:cubicBezTo>
                    <a:pt x="15819" y="3419"/>
                    <a:pt x="15853" y="3584"/>
                    <a:pt x="15853" y="3775"/>
                  </a:cubicBezTo>
                  <a:lnTo>
                    <a:pt x="15853" y="6641"/>
                  </a:lnTo>
                  <a:lnTo>
                    <a:pt x="17201" y="6641"/>
                  </a:lnTo>
                  <a:lnTo>
                    <a:pt x="17201" y="3488"/>
                  </a:lnTo>
                  <a:cubicBezTo>
                    <a:pt x="17201" y="3117"/>
                    <a:pt x="17123" y="2792"/>
                    <a:pt x="16967" y="2513"/>
                  </a:cubicBezTo>
                  <a:cubicBezTo>
                    <a:pt x="16812" y="2235"/>
                    <a:pt x="16598" y="2018"/>
                    <a:pt x="16325" y="1862"/>
                  </a:cubicBezTo>
                  <a:lnTo>
                    <a:pt x="16325" y="1862"/>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25" name="Google Shape;1625;p60"/>
            <p:cNvSpPr/>
            <p:nvPr/>
          </p:nvSpPr>
          <p:spPr>
            <a:xfrm>
              <a:off x="6840864" y="4392523"/>
              <a:ext cx="2021988" cy="267525"/>
            </a:xfrm>
            <a:custGeom>
              <a:rect b="b" l="l" r="r" t="t"/>
              <a:pathLst>
                <a:path extrusionOk="0" h="8600" w="65000">
                  <a:moveTo>
                    <a:pt x="21710" y="1970"/>
                  </a:moveTo>
                  <a:cubicBezTo>
                    <a:pt x="21333" y="1742"/>
                    <a:pt x="20911" y="1628"/>
                    <a:pt x="20444" y="1628"/>
                  </a:cubicBezTo>
                  <a:cubicBezTo>
                    <a:pt x="20084" y="1628"/>
                    <a:pt x="19766" y="1696"/>
                    <a:pt x="19487" y="1831"/>
                  </a:cubicBezTo>
                  <a:cubicBezTo>
                    <a:pt x="19313" y="1915"/>
                    <a:pt x="19162" y="2021"/>
                    <a:pt x="19033" y="2148"/>
                  </a:cubicBezTo>
                  <a:lnTo>
                    <a:pt x="19033" y="0"/>
                  </a:lnTo>
                  <a:lnTo>
                    <a:pt x="17686" y="772"/>
                  </a:lnTo>
                  <a:lnTo>
                    <a:pt x="17686" y="6641"/>
                  </a:lnTo>
                  <a:lnTo>
                    <a:pt x="18584" y="6641"/>
                  </a:lnTo>
                  <a:lnTo>
                    <a:pt x="18827" y="6033"/>
                  </a:lnTo>
                  <a:cubicBezTo>
                    <a:pt x="19000" y="6267"/>
                    <a:pt x="19226" y="6444"/>
                    <a:pt x="19505" y="6565"/>
                  </a:cubicBezTo>
                  <a:cubicBezTo>
                    <a:pt x="19790" y="6687"/>
                    <a:pt x="20099" y="6749"/>
                    <a:pt x="20435" y="6749"/>
                  </a:cubicBezTo>
                  <a:cubicBezTo>
                    <a:pt x="20914" y="6749"/>
                    <a:pt x="21342" y="6635"/>
                    <a:pt x="21719" y="6408"/>
                  </a:cubicBezTo>
                  <a:cubicBezTo>
                    <a:pt x="22097" y="6180"/>
                    <a:pt x="22395" y="5871"/>
                    <a:pt x="22613" y="5482"/>
                  </a:cubicBezTo>
                  <a:cubicBezTo>
                    <a:pt x="22832" y="5093"/>
                    <a:pt x="22941" y="4662"/>
                    <a:pt x="22941" y="4189"/>
                  </a:cubicBezTo>
                  <a:cubicBezTo>
                    <a:pt x="22941" y="3716"/>
                    <a:pt x="22830" y="3277"/>
                    <a:pt x="22609" y="2891"/>
                  </a:cubicBezTo>
                  <a:cubicBezTo>
                    <a:pt x="22387" y="2504"/>
                    <a:pt x="22088" y="2198"/>
                    <a:pt x="21710" y="1970"/>
                  </a:cubicBezTo>
                  <a:lnTo>
                    <a:pt x="21710" y="1970"/>
                  </a:lnTo>
                  <a:moveTo>
                    <a:pt x="21387" y="4889"/>
                  </a:moveTo>
                  <a:cubicBezTo>
                    <a:pt x="21279" y="5093"/>
                    <a:pt x="21129" y="5252"/>
                    <a:pt x="20938" y="5366"/>
                  </a:cubicBezTo>
                  <a:cubicBezTo>
                    <a:pt x="20746" y="5479"/>
                    <a:pt x="20525" y="5536"/>
                    <a:pt x="20273" y="5536"/>
                  </a:cubicBezTo>
                  <a:cubicBezTo>
                    <a:pt x="20022" y="5536"/>
                    <a:pt x="19819" y="5479"/>
                    <a:pt x="19631" y="5366"/>
                  </a:cubicBezTo>
                  <a:cubicBezTo>
                    <a:pt x="19442" y="5252"/>
                    <a:pt x="19295" y="5093"/>
                    <a:pt x="19190" y="4889"/>
                  </a:cubicBezTo>
                  <a:cubicBezTo>
                    <a:pt x="19086" y="4686"/>
                    <a:pt x="19033" y="4452"/>
                    <a:pt x="19033" y="4189"/>
                  </a:cubicBezTo>
                  <a:cubicBezTo>
                    <a:pt x="19033" y="3925"/>
                    <a:pt x="19086" y="3692"/>
                    <a:pt x="19190" y="3488"/>
                  </a:cubicBezTo>
                  <a:cubicBezTo>
                    <a:pt x="19295" y="3285"/>
                    <a:pt x="19442" y="3126"/>
                    <a:pt x="19631" y="3012"/>
                  </a:cubicBezTo>
                  <a:cubicBezTo>
                    <a:pt x="19819" y="2898"/>
                    <a:pt x="20033" y="2841"/>
                    <a:pt x="20273" y="2841"/>
                  </a:cubicBezTo>
                  <a:cubicBezTo>
                    <a:pt x="20525" y="2841"/>
                    <a:pt x="20746" y="2900"/>
                    <a:pt x="20938" y="3016"/>
                  </a:cubicBezTo>
                  <a:cubicBezTo>
                    <a:pt x="21130" y="3133"/>
                    <a:pt x="21279" y="3292"/>
                    <a:pt x="21387" y="3493"/>
                  </a:cubicBezTo>
                  <a:cubicBezTo>
                    <a:pt x="21495" y="3693"/>
                    <a:pt x="21549" y="3925"/>
                    <a:pt x="21549" y="4189"/>
                  </a:cubicBezTo>
                  <a:cubicBezTo>
                    <a:pt x="21549" y="4452"/>
                    <a:pt x="21495" y="4686"/>
                    <a:pt x="21387" y="4889"/>
                  </a:cubicBez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26" name="Google Shape;1626;p60"/>
            <p:cNvSpPr/>
            <p:nvPr/>
          </p:nvSpPr>
          <p:spPr>
            <a:xfrm>
              <a:off x="6840864" y="4392523"/>
              <a:ext cx="2021988" cy="267525"/>
            </a:xfrm>
            <a:custGeom>
              <a:rect b="b" l="l" r="r" t="t"/>
              <a:pathLst>
                <a:path extrusionOk="0" h="8600" w="65000">
                  <a:moveTo>
                    <a:pt x="27908" y="3097"/>
                  </a:moveTo>
                  <a:cubicBezTo>
                    <a:pt x="27801" y="2807"/>
                    <a:pt x="27643" y="2551"/>
                    <a:pt x="27437" y="2329"/>
                  </a:cubicBezTo>
                  <a:cubicBezTo>
                    <a:pt x="27230" y="2108"/>
                    <a:pt x="26977" y="1936"/>
                    <a:pt x="26678" y="1813"/>
                  </a:cubicBezTo>
                  <a:cubicBezTo>
                    <a:pt x="26378" y="1690"/>
                    <a:pt x="26034" y="1629"/>
                    <a:pt x="25644" y="1629"/>
                  </a:cubicBezTo>
                  <a:cubicBezTo>
                    <a:pt x="25177" y="1629"/>
                    <a:pt x="24758" y="1740"/>
                    <a:pt x="24387" y="1961"/>
                  </a:cubicBezTo>
                  <a:cubicBezTo>
                    <a:pt x="24016" y="2183"/>
                    <a:pt x="23720" y="2485"/>
                    <a:pt x="23502" y="2868"/>
                  </a:cubicBezTo>
                  <a:cubicBezTo>
                    <a:pt x="23283" y="3252"/>
                    <a:pt x="23174" y="3689"/>
                    <a:pt x="23174" y="4180"/>
                  </a:cubicBezTo>
                  <a:cubicBezTo>
                    <a:pt x="23174" y="4671"/>
                    <a:pt x="23279" y="5084"/>
                    <a:pt x="23489" y="5473"/>
                  </a:cubicBezTo>
                  <a:cubicBezTo>
                    <a:pt x="23698" y="5863"/>
                    <a:pt x="23995" y="6173"/>
                    <a:pt x="24378" y="6403"/>
                  </a:cubicBezTo>
                  <a:cubicBezTo>
                    <a:pt x="24761" y="6634"/>
                    <a:pt x="25213" y="6749"/>
                    <a:pt x="25735" y="6749"/>
                  </a:cubicBezTo>
                  <a:cubicBezTo>
                    <a:pt x="26070" y="6749"/>
                    <a:pt x="26378" y="6700"/>
                    <a:pt x="26660" y="6601"/>
                  </a:cubicBezTo>
                  <a:cubicBezTo>
                    <a:pt x="26941" y="6502"/>
                    <a:pt x="27185" y="6363"/>
                    <a:pt x="27392" y="6183"/>
                  </a:cubicBezTo>
                  <a:cubicBezTo>
                    <a:pt x="27598" y="6004"/>
                    <a:pt x="27750" y="5794"/>
                    <a:pt x="27846" y="5554"/>
                  </a:cubicBezTo>
                  <a:lnTo>
                    <a:pt x="26768" y="5042"/>
                  </a:lnTo>
                  <a:cubicBezTo>
                    <a:pt x="26672" y="5210"/>
                    <a:pt x="26539" y="5342"/>
                    <a:pt x="26368" y="5438"/>
                  </a:cubicBezTo>
                  <a:cubicBezTo>
                    <a:pt x="26197" y="5533"/>
                    <a:pt x="25992" y="5581"/>
                    <a:pt x="25752" y="5581"/>
                  </a:cubicBezTo>
                  <a:cubicBezTo>
                    <a:pt x="25489" y="5581"/>
                    <a:pt x="25264" y="5523"/>
                    <a:pt x="25079" y="5406"/>
                  </a:cubicBezTo>
                  <a:cubicBezTo>
                    <a:pt x="24893" y="5289"/>
                    <a:pt x="24755" y="5126"/>
                    <a:pt x="24666" y="4916"/>
                  </a:cubicBezTo>
                  <a:cubicBezTo>
                    <a:pt x="24619" y="4809"/>
                    <a:pt x="24588" y="4692"/>
                    <a:pt x="24572" y="4566"/>
                  </a:cubicBezTo>
                  <a:lnTo>
                    <a:pt x="28007" y="4566"/>
                  </a:lnTo>
                  <a:cubicBezTo>
                    <a:pt x="28031" y="4500"/>
                    <a:pt x="28048" y="4421"/>
                    <a:pt x="28057" y="4328"/>
                  </a:cubicBezTo>
                  <a:cubicBezTo>
                    <a:pt x="28066" y="4235"/>
                    <a:pt x="28070" y="4141"/>
                    <a:pt x="28070" y="4045"/>
                  </a:cubicBezTo>
                  <a:cubicBezTo>
                    <a:pt x="28070" y="3704"/>
                    <a:pt x="28016" y="3388"/>
                    <a:pt x="27908" y="3097"/>
                  </a:cubicBezTo>
                  <a:lnTo>
                    <a:pt x="27908" y="3097"/>
                  </a:lnTo>
                  <a:moveTo>
                    <a:pt x="25043" y="2877"/>
                  </a:moveTo>
                  <a:cubicBezTo>
                    <a:pt x="25211" y="2764"/>
                    <a:pt x="25411" y="2707"/>
                    <a:pt x="25645" y="2707"/>
                  </a:cubicBezTo>
                  <a:cubicBezTo>
                    <a:pt x="25878" y="2707"/>
                    <a:pt x="26086" y="2765"/>
                    <a:pt x="26251" y="2882"/>
                  </a:cubicBezTo>
                  <a:cubicBezTo>
                    <a:pt x="26416" y="2999"/>
                    <a:pt x="26531" y="3157"/>
                    <a:pt x="26597" y="3358"/>
                  </a:cubicBezTo>
                  <a:cubicBezTo>
                    <a:pt x="26620" y="3428"/>
                    <a:pt x="26635" y="3501"/>
                    <a:pt x="26642" y="3578"/>
                  </a:cubicBezTo>
                  <a:lnTo>
                    <a:pt x="24608" y="3578"/>
                  </a:lnTo>
                  <a:cubicBezTo>
                    <a:pt x="24624" y="3509"/>
                    <a:pt x="24642" y="3442"/>
                    <a:pt x="24666" y="3380"/>
                  </a:cubicBezTo>
                  <a:cubicBezTo>
                    <a:pt x="24749" y="3159"/>
                    <a:pt x="24875" y="2991"/>
                    <a:pt x="25043" y="2877"/>
                  </a:cubicBezTo>
                  <a:lnTo>
                    <a:pt x="25043" y="2877"/>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27" name="Google Shape;1627;p60"/>
            <p:cNvSpPr/>
            <p:nvPr/>
          </p:nvSpPr>
          <p:spPr>
            <a:xfrm>
              <a:off x="6840864" y="4392523"/>
              <a:ext cx="2021988" cy="267525"/>
            </a:xfrm>
            <a:custGeom>
              <a:rect b="b" l="l" r="r" t="t"/>
              <a:pathLst>
                <a:path extrusionOk="0" h="8600" w="65000">
                  <a:moveTo>
                    <a:pt x="3485" y="1736"/>
                  </a:moveTo>
                  <a:lnTo>
                    <a:pt x="2487" y="4845"/>
                  </a:lnTo>
                  <a:lnTo>
                    <a:pt x="1489" y="1736"/>
                  </a:lnTo>
                  <a:lnTo>
                    <a:pt x="0" y="1736"/>
                  </a:lnTo>
                  <a:lnTo>
                    <a:pt x="1679" y="6641"/>
                  </a:lnTo>
                  <a:lnTo>
                    <a:pt x="3296" y="6641"/>
                  </a:lnTo>
                  <a:lnTo>
                    <a:pt x="4975" y="1736"/>
                  </a:lnTo>
                  <a:lnTo>
                    <a:pt x="3485" y="1736"/>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28" name="Google Shape;1628;p60"/>
            <p:cNvSpPr/>
            <p:nvPr/>
          </p:nvSpPr>
          <p:spPr>
            <a:xfrm>
              <a:off x="6840864" y="4392523"/>
              <a:ext cx="2021988" cy="267525"/>
            </a:xfrm>
            <a:custGeom>
              <a:rect b="b" l="l" r="r" t="t"/>
              <a:pathLst>
                <a:path extrusionOk="0" h="8600" w="65000">
                  <a:moveTo>
                    <a:pt x="33210" y="7135"/>
                  </a:moveTo>
                  <a:cubicBezTo>
                    <a:pt x="34362" y="7135"/>
                    <a:pt x="36636" y="5592"/>
                    <a:pt x="36636" y="4446"/>
                  </a:cubicBezTo>
                  <a:cubicBezTo>
                    <a:pt x="36636" y="3300"/>
                    <a:pt x="34362" y="1037"/>
                    <a:pt x="33210" y="1037"/>
                  </a:cubicBezTo>
                  <a:cubicBezTo>
                    <a:pt x="32058" y="1037"/>
                    <a:pt x="29783" y="3299"/>
                    <a:pt x="29783" y="4446"/>
                  </a:cubicBezTo>
                  <a:cubicBezTo>
                    <a:pt x="29783" y="5594"/>
                    <a:pt x="32058" y="7135"/>
                    <a:pt x="33210" y="7135"/>
                  </a:cubicBezTo>
                  <a:moveTo>
                    <a:pt x="33210" y="2086"/>
                  </a:moveTo>
                  <a:cubicBezTo>
                    <a:pt x="33787" y="2086"/>
                    <a:pt x="35582" y="3873"/>
                    <a:pt x="35582" y="4446"/>
                  </a:cubicBezTo>
                  <a:cubicBezTo>
                    <a:pt x="35582" y="5020"/>
                    <a:pt x="33785" y="6086"/>
                    <a:pt x="33210" y="6086"/>
                  </a:cubicBezTo>
                  <a:cubicBezTo>
                    <a:pt x="32635" y="6086"/>
                    <a:pt x="30838" y="5020"/>
                    <a:pt x="30838" y="4446"/>
                  </a:cubicBezTo>
                  <a:cubicBezTo>
                    <a:pt x="30838" y="3873"/>
                    <a:pt x="32635" y="2086"/>
                    <a:pt x="33210" y="2086"/>
                  </a:cubicBezTo>
                </a:path>
              </a:pathLst>
            </a:custGeom>
            <a:solidFill>
              <a:srgbClr val="437AE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29" name="Google Shape;1629;p60"/>
            <p:cNvSpPr/>
            <p:nvPr/>
          </p:nvSpPr>
          <p:spPr>
            <a:xfrm>
              <a:off x="6840864" y="4392523"/>
              <a:ext cx="2021988" cy="267525"/>
            </a:xfrm>
            <a:custGeom>
              <a:rect b="b" l="l" r="r" t="t"/>
              <a:pathLst>
                <a:path extrusionOk="0" h="8600" w="65000">
                  <a:moveTo>
                    <a:pt x="40782" y="6796"/>
                  </a:moveTo>
                  <a:cubicBezTo>
                    <a:pt x="40328" y="6796"/>
                    <a:pt x="39917" y="6687"/>
                    <a:pt x="39548" y="6470"/>
                  </a:cubicBezTo>
                  <a:cubicBezTo>
                    <a:pt x="39185" y="6246"/>
                    <a:pt x="38897" y="5940"/>
                    <a:pt x="38686" y="5553"/>
                  </a:cubicBezTo>
                  <a:cubicBezTo>
                    <a:pt x="38474" y="5166"/>
                    <a:pt x="38368" y="4727"/>
                    <a:pt x="38368" y="4237"/>
                  </a:cubicBezTo>
                  <a:cubicBezTo>
                    <a:pt x="38368" y="3747"/>
                    <a:pt x="38471" y="3314"/>
                    <a:pt x="38677" y="2939"/>
                  </a:cubicBezTo>
                  <a:cubicBezTo>
                    <a:pt x="38882" y="2558"/>
                    <a:pt x="39161" y="2258"/>
                    <a:pt x="39512" y="2040"/>
                  </a:cubicBezTo>
                  <a:cubicBezTo>
                    <a:pt x="39869" y="1823"/>
                    <a:pt x="40268" y="1714"/>
                    <a:pt x="40710" y="1714"/>
                  </a:cubicBezTo>
                  <a:cubicBezTo>
                    <a:pt x="41061" y="1714"/>
                    <a:pt x="41372" y="1780"/>
                    <a:pt x="41644" y="1913"/>
                  </a:cubicBezTo>
                  <a:cubicBezTo>
                    <a:pt x="41923" y="2040"/>
                    <a:pt x="42159" y="2216"/>
                    <a:pt x="42352" y="2440"/>
                  </a:cubicBezTo>
                  <a:cubicBezTo>
                    <a:pt x="42546" y="2658"/>
                    <a:pt x="42694" y="2906"/>
                    <a:pt x="42797" y="3184"/>
                  </a:cubicBezTo>
                  <a:cubicBezTo>
                    <a:pt x="42900" y="3456"/>
                    <a:pt x="42951" y="3738"/>
                    <a:pt x="42951" y="4028"/>
                  </a:cubicBezTo>
                  <a:cubicBezTo>
                    <a:pt x="42951" y="4089"/>
                    <a:pt x="42948" y="4158"/>
                    <a:pt x="42942" y="4237"/>
                  </a:cubicBezTo>
                  <a:cubicBezTo>
                    <a:pt x="42936" y="4309"/>
                    <a:pt x="42927" y="4385"/>
                    <a:pt x="42915" y="4464"/>
                  </a:cubicBezTo>
                  <a:lnTo>
                    <a:pt x="38804" y="4464"/>
                  </a:lnTo>
                  <a:lnTo>
                    <a:pt x="38804" y="3828"/>
                  </a:lnTo>
                  <a:lnTo>
                    <a:pt x="42525" y="3828"/>
                  </a:lnTo>
                  <a:lnTo>
                    <a:pt x="42198" y="4101"/>
                  </a:lnTo>
                  <a:cubicBezTo>
                    <a:pt x="42252" y="3768"/>
                    <a:pt x="42213" y="3471"/>
                    <a:pt x="42080" y="3211"/>
                  </a:cubicBezTo>
                  <a:cubicBezTo>
                    <a:pt x="41953" y="2945"/>
                    <a:pt x="41768" y="2736"/>
                    <a:pt x="41526" y="2585"/>
                  </a:cubicBezTo>
                  <a:cubicBezTo>
                    <a:pt x="41284" y="2428"/>
                    <a:pt x="41012" y="2349"/>
                    <a:pt x="40710" y="2349"/>
                  </a:cubicBezTo>
                  <a:cubicBezTo>
                    <a:pt x="40407" y="2349"/>
                    <a:pt x="40126" y="2428"/>
                    <a:pt x="39866" y="2585"/>
                  </a:cubicBezTo>
                  <a:cubicBezTo>
                    <a:pt x="39611" y="2742"/>
                    <a:pt x="39412" y="2963"/>
                    <a:pt x="39266" y="3248"/>
                  </a:cubicBezTo>
                  <a:cubicBezTo>
                    <a:pt x="39121" y="3526"/>
                    <a:pt x="39064" y="3859"/>
                    <a:pt x="39094" y="4246"/>
                  </a:cubicBezTo>
                  <a:cubicBezTo>
                    <a:pt x="39064" y="4633"/>
                    <a:pt x="39124" y="4972"/>
                    <a:pt x="39276" y="5262"/>
                  </a:cubicBezTo>
                  <a:cubicBezTo>
                    <a:pt x="39433" y="5547"/>
                    <a:pt x="39645" y="5768"/>
                    <a:pt x="39911" y="5925"/>
                  </a:cubicBezTo>
                  <a:cubicBezTo>
                    <a:pt x="40183" y="6082"/>
                    <a:pt x="40474" y="6161"/>
                    <a:pt x="40782" y="6161"/>
                  </a:cubicBezTo>
                  <a:cubicBezTo>
                    <a:pt x="41139" y="6161"/>
                    <a:pt x="41439" y="6076"/>
                    <a:pt x="41681" y="5907"/>
                  </a:cubicBezTo>
                  <a:cubicBezTo>
                    <a:pt x="41923" y="5737"/>
                    <a:pt x="42119" y="5526"/>
                    <a:pt x="42271" y="5272"/>
                  </a:cubicBezTo>
                  <a:lnTo>
                    <a:pt x="42852" y="5580"/>
                  </a:lnTo>
                  <a:cubicBezTo>
                    <a:pt x="42755" y="5798"/>
                    <a:pt x="42606" y="6001"/>
                    <a:pt x="42407" y="6188"/>
                  </a:cubicBezTo>
                  <a:cubicBezTo>
                    <a:pt x="42207" y="6370"/>
                    <a:pt x="41968" y="6518"/>
                    <a:pt x="41690" y="6633"/>
                  </a:cubicBezTo>
                  <a:cubicBezTo>
                    <a:pt x="41418" y="6742"/>
                    <a:pt x="41115" y="6796"/>
                    <a:pt x="40782" y="6796"/>
                  </a:cubicBez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30" name="Google Shape;1630;p60"/>
            <p:cNvSpPr/>
            <p:nvPr/>
          </p:nvSpPr>
          <p:spPr>
            <a:xfrm>
              <a:off x="6840864" y="4392523"/>
              <a:ext cx="2021988" cy="267525"/>
            </a:xfrm>
            <a:custGeom>
              <a:rect b="b" l="l" r="r" t="t"/>
              <a:pathLst>
                <a:path extrusionOk="0" h="8600" w="65000">
                  <a:moveTo>
                    <a:pt x="43345" y="6687"/>
                  </a:moveTo>
                  <a:lnTo>
                    <a:pt x="45051" y="4255"/>
                  </a:lnTo>
                  <a:lnTo>
                    <a:pt x="43354" y="1823"/>
                  </a:lnTo>
                  <a:lnTo>
                    <a:pt x="44189" y="1823"/>
                  </a:lnTo>
                  <a:lnTo>
                    <a:pt x="45696" y="4010"/>
                  </a:lnTo>
                  <a:lnTo>
                    <a:pt x="45233" y="4010"/>
                  </a:lnTo>
                  <a:lnTo>
                    <a:pt x="46730" y="1823"/>
                  </a:lnTo>
                  <a:lnTo>
                    <a:pt x="47565" y="1823"/>
                  </a:lnTo>
                  <a:lnTo>
                    <a:pt x="45868" y="4255"/>
                  </a:lnTo>
                  <a:lnTo>
                    <a:pt x="47565" y="6687"/>
                  </a:lnTo>
                  <a:lnTo>
                    <a:pt x="46730" y="6687"/>
                  </a:lnTo>
                  <a:lnTo>
                    <a:pt x="45233" y="4500"/>
                  </a:lnTo>
                  <a:lnTo>
                    <a:pt x="45696" y="4500"/>
                  </a:lnTo>
                  <a:lnTo>
                    <a:pt x="44189" y="6687"/>
                  </a:lnTo>
                  <a:lnTo>
                    <a:pt x="43345" y="6687"/>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31" name="Google Shape;1631;p60"/>
            <p:cNvSpPr/>
            <p:nvPr/>
          </p:nvSpPr>
          <p:spPr>
            <a:xfrm>
              <a:off x="6840864" y="4392523"/>
              <a:ext cx="2021988" cy="267525"/>
            </a:xfrm>
            <a:custGeom>
              <a:rect b="b" l="l" r="r" t="t"/>
              <a:pathLst>
                <a:path extrusionOk="0" h="8600" w="65000">
                  <a:moveTo>
                    <a:pt x="48248" y="8503"/>
                  </a:moveTo>
                  <a:lnTo>
                    <a:pt x="48248" y="1823"/>
                  </a:lnTo>
                  <a:lnTo>
                    <a:pt x="48929" y="1823"/>
                  </a:lnTo>
                  <a:lnTo>
                    <a:pt x="48929" y="2912"/>
                  </a:lnTo>
                  <a:lnTo>
                    <a:pt x="48820" y="2721"/>
                  </a:lnTo>
                  <a:cubicBezTo>
                    <a:pt x="49013" y="2413"/>
                    <a:pt x="49271" y="2167"/>
                    <a:pt x="49591" y="1986"/>
                  </a:cubicBezTo>
                  <a:cubicBezTo>
                    <a:pt x="49918" y="1804"/>
                    <a:pt x="50290" y="1714"/>
                    <a:pt x="50708" y="1714"/>
                  </a:cubicBezTo>
                  <a:cubicBezTo>
                    <a:pt x="51168" y="1714"/>
                    <a:pt x="51576" y="1826"/>
                    <a:pt x="51933" y="2049"/>
                  </a:cubicBezTo>
                  <a:cubicBezTo>
                    <a:pt x="52296" y="2267"/>
                    <a:pt x="52580" y="2567"/>
                    <a:pt x="52786" y="2948"/>
                  </a:cubicBezTo>
                  <a:cubicBezTo>
                    <a:pt x="52998" y="3329"/>
                    <a:pt x="53104" y="3765"/>
                    <a:pt x="53104" y="4255"/>
                  </a:cubicBezTo>
                  <a:cubicBezTo>
                    <a:pt x="53104" y="4739"/>
                    <a:pt x="52998" y="5175"/>
                    <a:pt x="52786" y="5562"/>
                  </a:cubicBezTo>
                  <a:cubicBezTo>
                    <a:pt x="52580" y="5943"/>
                    <a:pt x="52296" y="6246"/>
                    <a:pt x="51933" y="6470"/>
                  </a:cubicBezTo>
                  <a:cubicBezTo>
                    <a:pt x="51576" y="6687"/>
                    <a:pt x="51168" y="6796"/>
                    <a:pt x="50708" y="6796"/>
                  </a:cubicBezTo>
                  <a:cubicBezTo>
                    <a:pt x="50290" y="6796"/>
                    <a:pt x="49912" y="6703"/>
                    <a:pt x="49573" y="6515"/>
                  </a:cubicBezTo>
                  <a:cubicBezTo>
                    <a:pt x="49240" y="6321"/>
                    <a:pt x="48989" y="6049"/>
                    <a:pt x="48820" y="5698"/>
                  </a:cubicBezTo>
                  <a:lnTo>
                    <a:pt x="48929" y="5598"/>
                  </a:lnTo>
                  <a:lnTo>
                    <a:pt x="48929" y="8503"/>
                  </a:lnTo>
                  <a:lnTo>
                    <a:pt x="48248" y="8503"/>
                  </a:lnTo>
                  <a:moveTo>
                    <a:pt x="50671" y="6116"/>
                  </a:moveTo>
                  <a:cubicBezTo>
                    <a:pt x="50998" y="6116"/>
                    <a:pt x="51288" y="6034"/>
                    <a:pt x="51543" y="5871"/>
                  </a:cubicBezTo>
                  <a:cubicBezTo>
                    <a:pt x="51803" y="5707"/>
                    <a:pt x="52005" y="5486"/>
                    <a:pt x="52151" y="5208"/>
                  </a:cubicBezTo>
                  <a:cubicBezTo>
                    <a:pt x="52302" y="4924"/>
                    <a:pt x="52378" y="4606"/>
                    <a:pt x="52378" y="4255"/>
                  </a:cubicBezTo>
                  <a:cubicBezTo>
                    <a:pt x="52378" y="3898"/>
                    <a:pt x="52302" y="3580"/>
                    <a:pt x="52151" y="3302"/>
                  </a:cubicBezTo>
                  <a:cubicBezTo>
                    <a:pt x="52005" y="3024"/>
                    <a:pt x="51803" y="2803"/>
                    <a:pt x="51543" y="2639"/>
                  </a:cubicBezTo>
                  <a:cubicBezTo>
                    <a:pt x="51288" y="2476"/>
                    <a:pt x="50998" y="2394"/>
                    <a:pt x="50671" y="2394"/>
                  </a:cubicBezTo>
                  <a:cubicBezTo>
                    <a:pt x="50345" y="2394"/>
                    <a:pt x="50048" y="2476"/>
                    <a:pt x="49782" y="2639"/>
                  </a:cubicBezTo>
                  <a:cubicBezTo>
                    <a:pt x="49522" y="2803"/>
                    <a:pt x="49313" y="3027"/>
                    <a:pt x="49156" y="3311"/>
                  </a:cubicBezTo>
                  <a:cubicBezTo>
                    <a:pt x="49004" y="3589"/>
                    <a:pt x="48929" y="3904"/>
                    <a:pt x="48929" y="4255"/>
                  </a:cubicBezTo>
                  <a:cubicBezTo>
                    <a:pt x="48929" y="4606"/>
                    <a:pt x="49004" y="4924"/>
                    <a:pt x="49156" y="5208"/>
                  </a:cubicBezTo>
                  <a:cubicBezTo>
                    <a:pt x="49313" y="5486"/>
                    <a:pt x="49522" y="5707"/>
                    <a:pt x="49782" y="5871"/>
                  </a:cubicBezTo>
                  <a:cubicBezTo>
                    <a:pt x="50048" y="6034"/>
                    <a:pt x="50345" y="6116"/>
                    <a:pt x="50671" y="6116"/>
                  </a:cubicBez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32" name="Google Shape;1632;p60"/>
            <p:cNvSpPr/>
            <p:nvPr/>
          </p:nvSpPr>
          <p:spPr>
            <a:xfrm>
              <a:off x="6840864" y="4392523"/>
              <a:ext cx="2021988" cy="267525"/>
            </a:xfrm>
            <a:custGeom>
              <a:rect b="b" l="l" r="r" t="t"/>
              <a:pathLst>
                <a:path extrusionOk="0" h="8600" w="65000">
                  <a:moveTo>
                    <a:pt x="56397" y="6796"/>
                  </a:moveTo>
                  <a:cubicBezTo>
                    <a:pt x="55943" y="6796"/>
                    <a:pt x="55532" y="6687"/>
                    <a:pt x="55163" y="6470"/>
                  </a:cubicBezTo>
                  <a:cubicBezTo>
                    <a:pt x="54800" y="6246"/>
                    <a:pt x="54512" y="5940"/>
                    <a:pt x="54301" y="5553"/>
                  </a:cubicBezTo>
                  <a:cubicBezTo>
                    <a:pt x="54089" y="5166"/>
                    <a:pt x="53983" y="4727"/>
                    <a:pt x="53983" y="4237"/>
                  </a:cubicBezTo>
                  <a:cubicBezTo>
                    <a:pt x="53983" y="3747"/>
                    <a:pt x="54086" y="3314"/>
                    <a:pt x="54292" y="2939"/>
                  </a:cubicBezTo>
                  <a:cubicBezTo>
                    <a:pt x="54497" y="2558"/>
                    <a:pt x="54776" y="2258"/>
                    <a:pt x="55127" y="2040"/>
                  </a:cubicBezTo>
                  <a:cubicBezTo>
                    <a:pt x="55484" y="1823"/>
                    <a:pt x="55883" y="1714"/>
                    <a:pt x="56325" y="1714"/>
                  </a:cubicBezTo>
                  <a:cubicBezTo>
                    <a:pt x="56676" y="1714"/>
                    <a:pt x="56987" y="1780"/>
                    <a:pt x="57260" y="1913"/>
                  </a:cubicBezTo>
                  <a:cubicBezTo>
                    <a:pt x="57538" y="2040"/>
                    <a:pt x="57774" y="2216"/>
                    <a:pt x="57967" y="2440"/>
                  </a:cubicBezTo>
                  <a:cubicBezTo>
                    <a:pt x="58161" y="2658"/>
                    <a:pt x="58309" y="2906"/>
                    <a:pt x="58412" y="3184"/>
                  </a:cubicBezTo>
                  <a:cubicBezTo>
                    <a:pt x="58515" y="3456"/>
                    <a:pt x="58566" y="3738"/>
                    <a:pt x="58566" y="4028"/>
                  </a:cubicBezTo>
                  <a:cubicBezTo>
                    <a:pt x="58566" y="4089"/>
                    <a:pt x="58564" y="4158"/>
                    <a:pt x="58558" y="4237"/>
                  </a:cubicBezTo>
                  <a:cubicBezTo>
                    <a:pt x="58551" y="4309"/>
                    <a:pt x="58542" y="4385"/>
                    <a:pt x="58530" y="4464"/>
                  </a:cubicBezTo>
                  <a:lnTo>
                    <a:pt x="54419" y="4464"/>
                  </a:lnTo>
                  <a:lnTo>
                    <a:pt x="54419" y="3828"/>
                  </a:lnTo>
                  <a:lnTo>
                    <a:pt x="58140" y="3828"/>
                  </a:lnTo>
                  <a:lnTo>
                    <a:pt x="57813" y="4101"/>
                  </a:lnTo>
                  <a:cubicBezTo>
                    <a:pt x="57868" y="3768"/>
                    <a:pt x="57828" y="3471"/>
                    <a:pt x="57695" y="3211"/>
                  </a:cubicBezTo>
                  <a:cubicBezTo>
                    <a:pt x="57568" y="2945"/>
                    <a:pt x="57384" y="2736"/>
                    <a:pt x="57142" y="2585"/>
                  </a:cubicBezTo>
                  <a:cubicBezTo>
                    <a:pt x="56900" y="2428"/>
                    <a:pt x="56627" y="2349"/>
                    <a:pt x="56325" y="2349"/>
                  </a:cubicBezTo>
                  <a:cubicBezTo>
                    <a:pt x="56022" y="2349"/>
                    <a:pt x="55741" y="2428"/>
                    <a:pt x="55481" y="2585"/>
                  </a:cubicBezTo>
                  <a:cubicBezTo>
                    <a:pt x="55226" y="2742"/>
                    <a:pt x="55027" y="2963"/>
                    <a:pt x="54882" y="3248"/>
                  </a:cubicBezTo>
                  <a:cubicBezTo>
                    <a:pt x="54736" y="3526"/>
                    <a:pt x="54679" y="3859"/>
                    <a:pt x="54709" y="4246"/>
                  </a:cubicBezTo>
                  <a:cubicBezTo>
                    <a:pt x="54679" y="4633"/>
                    <a:pt x="54739" y="4972"/>
                    <a:pt x="54891" y="5262"/>
                  </a:cubicBezTo>
                  <a:cubicBezTo>
                    <a:pt x="55048" y="5547"/>
                    <a:pt x="55260" y="5768"/>
                    <a:pt x="55526" y="5925"/>
                  </a:cubicBezTo>
                  <a:cubicBezTo>
                    <a:pt x="55798" y="6082"/>
                    <a:pt x="56089" y="6161"/>
                    <a:pt x="56397" y="6161"/>
                  </a:cubicBezTo>
                  <a:cubicBezTo>
                    <a:pt x="56754" y="6161"/>
                    <a:pt x="57054" y="6076"/>
                    <a:pt x="57296" y="5907"/>
                  </a:cubicBezTo>
                  <a:cubicBezTo>
                    <a:pt x="57538" y="5737"/>
                    <a:pt x="57735" y="5526"/>
                    <a:pt x="57886" y="5272"/>
                  </a:cubicBezTo>
                  <a:lnTo>
                    <a:pt x="58467" y="5580"/>
                  </a:lnTo>
                  <a:cubicBezTo>
                    <a:pt x="58370" y="5798"/>
                    <a:pt x="58222" y="6001"/>
                    <a:pt x="58022" y="6188"/>
                  </a:cubicBezTo>
                  <a:cubicBezTo>
                    <a:pt x="57822" y="6370"/>
                    <a:pt x="57583" y="6518"/>
                    <a:pt x="57305" y="6633"/>
                  </a:cubicBezTo>
                  <a:cubicBezTo>
                    <a:pt x="57033" y="6742"/>
                    <a:pt x="56730" y="6796"/>
                    <a:pt x="56397" y="6796"/>
                  </a:cubicBez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33" name="Google Shape;1633;p60"/>
            <p:cNvSpPr/>
            <p:nvPr/>
          </p:nvSpPr>
          <p:spPr>
            <a:xfrm>
              <a:off x="6840864" y="4392523"/>
              <a:ext cx="2021988" cy="267525"/>
            </a:xfrm>
            <a:custGeom>
              <a:rect b="b" l="l" r="r" t="t"/>
              <a:pathLst>
                <a:path extrusionOk="0" h="8600" w="65000">
                  <a:moveTo>
                    <a:pt x="59648" y="6687"/>
                  </a:moveTo>
                  <a:lnTo>
                    <a:pt x="59648" y="1823"/>
                  </a:lnTo>
                  <a:lnTo>
                    <a:pt x="60328" y="1823"/>
                  </a:lnTo>
                  <a:lnTo>
                    <a:pt x="60328" y="2621"/>
                  </a:lnTo>
                  <a:lnTo>
                    <a:pt x="60238" y="2503"/>
                  </a:lnTo>
                  <a:cubicBezTo>
                    <a:pt x="60353" y="2273"/>
                    <a:pt x="60525" y="2092"/>
                    <a:pt x="60755" y="1959"/>
                  </a:cubicBezTo>
                  <a:cubicBezTo>
                    <a:pt x="60991" y="1826"/>
                    <a:pt x="61276" y="1759"/>
                    <a:pt x="61608" y="1759"/>
                  </a:cubicBezTo>
                  <a:lnTo>
                    <a:pt x="61917" y="1759"/>
                  </a:lnTo>
                  <a:lnTo>
                    <a:pt x="61917" y="2440"/>
                  </a:lnTo>
                  <a:lnTo>
                    <a:pt x="61490" y="2440"/>
                  </a:lnTo>
                  <a:cubicBezTo>
                    <a:pt x="61139" y="2440"/>
                    <a:pt x="60858" y="2549"/>
                    <a:pt x="60646" y="2766"/>
                  </a:cubicBezTo>
                  <a:cubicBezTo>
                    <a:pt x="60434" y="2984"/>
                    <a:pt x="60328" y="3293"/>
                    <a:pt x="60328" y="3692"/>
                  </a:cubicBezTo>
                  <a:lnTo>
                    <a:pt x="60328" y="6687"/>
                  </a:lnTo>
                  <a:lnTo>
                    <a:pt x="59648" y="6687"/>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34" name="Google Shape;1634;p60"/>
            <p:cNvSpPr/>
            <p:nvPr/>
          </p:nvSpPr>
          <p:spPr>
            <a:xfrm>
              <a:off x="6840864" y="4392523"/>
              <a:ext cx="2021988" cy="267525"/>
            </a:xfrm>
            <a:custGeom>
              <a:rect b="b" l="l" r="r" t="t"/>
              <a:pathLst>
                <a:path extrusionOk="0" h="8600" w="65000">
                  <a:moveTo>
                    <a:pt x="64456" y="6742"/>
                  </a:moveTo>
                  <a:cubicBezTo>
                    <a:pt x="64021" y="6742"/>
                    <a:pt x="63685" y="6615"/>
                    <a:pt x="63449" y="6361"/>
                  </a:cubicBezTo>
                  <a:cubicBezTo>
                    <a:pt x="63213" y="6107"/>
                    <a:pt x="63095" y="5743"/>
                    <a:pt x="63095" y="5272"/>
                  </a:cubicBezTo>
                  <a:lnTo>
                    <a:pt x="63095" y="2503"/>
                  </a:lnTo>
                  <a:lnTo>
                    <a:pt x="62196" y="2503"/>
                  </a:lnTo>
                  <a:lnTo>
                    <a:pt x="62196" y="1823"/>
                  </a:lnTo>
                  <a:lnTo>
                    <a:pt x="62423" y="1823"/>
                  </a:lnTo>
                  <a:cubicBezTo>
                    <a:pt x="62629" y="1823"/>
                    <a:pt x="62792" y="1756"/>
                    <a:pt x="62913" y="1623"/>
                  </a:cubicBezTo>
                  <a:cubicBezTo>
                    <a:pt x="63034" y="1484"/>
                    <a:pt x="63095" y="1311"/>
                    <a:pt x="63095" y="1106"/>
                  </a:cubicBezTo>
                  <a:lnTo>
                    <a:pt x="63095" y="697"/>
                  </a:lnTo>
                  <a:lnTo>
                    <a:pt x="63776" y="697"/>
                  </a:lnTo>
                  <a:lnTo>
                    <a:pt x="63776" y="1823"/>
                  </a:lnTo>
                  <a:lnTo>
                    <a:pt x="64846" y="1823"/>
                  </a:lnTo>
                  <a:lnTo>
                    <a:pt x="64846" y="2503"/>
                  </a:lnTo>
                  <a:lnTo>
                    <a:pt x="63776" y="2503"/>
                  </a:lnTo>
                  <a:lnTo>
                    <a:pt x="63776" y="5272"/>
                  </a:lnTo>
                  <a:cubicBezTo>
                    <a:pt x="63776" y="5435"/>
                    <a:pt x="63800" y="5580"/>
                    <a:pt x="63848" y="5707"/>
                  </a:cubicBezTo>
                  <a:cubicBezTo>
                    <a:pt x="63896" y="5828"/>
                    <a:pt x="63978" y="5925"/>
                    <a:pt x="64093" y="5998"/>
                  </a:cubicBezTo>
                  <a:cubicBezTo>
                    <a:pt x="64214" y="6070"/>
                    <a:pt x="64375" y="6107"/>
                    <a:pt x="64574" y="6107"/>
                  </a:cubicBezTo>
                  <a:cubicBezTo>
                    <a:pt x="64623" y="6107"/>
                    <a:pt x="64680" y="6103"/>
                    <a:pt x="64747" y="6097"/>
                  </a:cubicBezTo>
                  <a:cubicBezTo>
                    <a:pt x="64813" y="6091"/>
                    <a:pt x="64871" y="6085"/>
                    <a:pt x="64919" y="6079"/>
                  </a:cubicBezTo>
                  <a:lnTo>
                    <a:pt x="64919" y="6687"/>
                  </a:lnTo>
                  <a:cubicBezTo>
                    <a:pt x="64846" y="6706"/>
                    <a:pt x="64765" y="6718"/>
                    <a:pt x="64674" y="6724"/>
                  </a:cubicBezTo>
                  <a:cubicBezTo>
                    <a:pt x="64583" y="6736"/>
                    <a:pt x="64511" y="6742"/>
                    <a:pt x="64456" y="6742"/>
                  </a:cubicBez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8" name="Shape 1638"/>
        <p:cNvGrpSpPr/>
        <p:nvPr/>
      </p:nvGrpSpPr>
      <p:grpSpPr>
        <a:xfrm>
          <a:off x="0" y="0"/>
          <a:ext cx="0" cy="0"/>
          <a:chOff x="0" y="0"/>
          <a:chExt cx="0" cy="0"/>
        </a:xfrm>
      </p:grpSpPr>
      <p:sp>
        <p:nvSpPr>
          <p:cNvPr id="1639" name="Google Shape;1639;p61"/>
          <p:cNvSpPr/>
          <p:nvPr/>
        </p:nvSpPr>
        <p:spPr>
          <a:xfrm>
            <a:off x="3744761" y="3926509"/>
            <a:ext cx="634911" cy="569218"/>
          </a:xfrm>
          <a:custGeom>
            <a:rect b="b" l="l" r="r" t="t"/>
            <a:pathLst>
              <a:path extrusionOk="0" h="5200" w="5800">
                <a:moveTo>
                  <a:pt x="2882" y="5128"/>
                </a:moveTo>
                <a:cubicBezTo>
                  <a:pt x="3851" y="5128"/>
                  <a:pt x="5763" y="3831"/>
                  <a:pt x="5763" y="2867"/>
                </a:cubicBezTo>
                <a:cubicBezTo>
                  <a:pt x="5763" y="1903"/>
                  <a:pt x="3851" y="0"/>
                  <a:pt x="2882" y="0"/>
                </a:cubicBezTo>
                <a:cubicBezTo>
                  <a:pt x="1913" y="0"/>
                  <a:pt x="0" y="1902"/>
                  <a:pt x="0" y="2867"/>
                </a:cubicBezTo>
                <a:cubicBezTo>
                  <a:pt x="0" y="3832"/>
                  <a:pt x="1913" y="5128"/>
                  <a:pt x="2882" y="5128"/>
                </a:cubicBezTo>
                <a:moveTo>
                  <a:pt x="2882" y="882"/>
                </a:moveTo>
                <a:cubicBezTo>
                  <a:pt x="3367" y="882"/>
                  <a:pt x="4876" y="2384"/>
                  <a:pt x="4876" y="2867"/>
                </a:cubicBezTo>
                <a:cubicBezTo>
                  <a:pt x="4876" y="3349"/>
                  <a:pt x="3366" y="4246"/>
                  <a:pt x="2882" y="4246"/>
                </a:cubicBezTo>
                <a:cubicBezTo>
                  <a:pt x="2398" y="4246"/>
                  <a:pt x="887" y="3349"/>
                  <a:pt x="887" y="2867"/>
                </a:cubicBezTo>
                <a:cubicBezTo>
                  <a:pt x="887" y="2384"/>
                  <a:pt x="2398" y="882"/>
                  <a:pt x="2882" y="882"/>
                </a:cubicBezTo>
              </a:path>
            </a:pathLst>
          </a:custGeom>
          <a:solidFill>
            <a:srgbClr val="437AE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40" name="Google Shape;1640;p61"/>
          <p:cNvSpPr/>
          <p:nvPr/>
        </p:nvSpPr>
        <p:spPr>
          <a:xfrm>
            <a:off x="4830034" y="3957122"/>
            <a:ext cx="569228" cy="569228"/>
          </a:xfrm>
          <a:custGeom>
            <a:rect b="b" l="l" r="r" t="t"/>
            <a:pathLst>
              <a:path extrusionOk="0" h="13100" w="13100">
                <a:moveTo>
                  <a:pt x="6528" y="13055"/>
                </a:moveTo>
                <a:cubicBezTo>
                  <a:pt x="5341" y="13055"/>
                  <a:pt x="4177" y="12963"/>
                  <a:pt x="3250" y="12795"/>
                </a:cubicBezTo>
                <a:cubicBezTo>
                  <a:pt x="2181" y="12601"/>
                  <a:pt x="1456" y="12320"/>
                  <a:pt x="1096" y="11960"/>
                </a:cubicBezTo>
                <a:cubicBezTo>
                  <a:pt x="735" y="11599"/>
                  <a:pt x="454" y="10874"/>
                  <a:pt x="261" y="9805"/>
                </a:cubicBezTo>
                <a:cubicBezTo>
                  <a:pt x="93" y="8878"/>
                  <a:pt x="0" y="7714"/>
                  <a:pt x="0" y="6528"/>
                </a:cubicBezTo>
                <a:cubicBezTo>
                  <a:pt x="0" y="5341"/>
                  <a:pt x="92" y="4177"/>
                  <a:pt x="261" y="3250"/>
                </a:cubicBezTo>
                <a:cubicBezTo>
                  <a:pt x="454" y="2181"/>
                  <a:pt x="735" y="1456"/>
                  <a:pt x="1096" y="1096"/>
                </a:cubicBezTo>
                <a:cubicBezTo>
                  <a:pt x="1456" y="735"/>
                  <a:pt x="2181" y="454"/>
                  <a:pt x="3250" y="261"/>
                </a:cubicBezTo>
                <a:cubicBezTo>
                  <a:pt x="4178" y="93"/>
                  <a:pt x="5341" y="0"/>
                  <a:pt x="6528" y="0"/>
                </a:cubicBezTo>
                <a:cubicBezTo>
                  <a:pt x="7714" y="0"/>
                  <a:pt x="8878" y="92"/>
                  <a:pt x="9805" y="261"/>
                </a:cubicBezTo>
                <a:cubicBezTo>
                  <a:pt x="10874" y="454"/>
                  <a:pt x="11599" y="735"/>
                  <a:pt x="11960" y="1096"/>
                </a:cubicBezTo>
                <a:cubicBezTo>
                  <a:pt x="12320" y="1456"/>
                  <a:pt x="12601" y="2181"/>
                  <a:pt x="12795" y="3250"/>
                </a:cubicBezTo>
                <a:cubicBezTo>
                  <a:pt x="12963" y="4178"/>
                  <a:pt x="13055" y="5341"/>
                  <a:pt x="13055" y="6528"/>
                </a:cubicBezTo>
                <a:cubicBezTo>
                  <a:pt x="13055" y="7714"/>
                  <a:pt x="12963" y="8878"/>
                  <a:pt x="12795" y="9805"/>
                </a:cubicBezTo>
                <a:cubicBezTo>
                  <a:pt x="12601" y="10874"/>
                  <a:pt x="12320" y="11599"/>
                  <a:pt x="11960" y="11960"/>
                </a:cubicBezTo>
                <a:cubicBezTo>
                  <a:pt x="11599" y="12320"/>
                  <a:pt x="10874" y="12601"/>
                  <a:pt x="9805" y="12795"/>
                </a:cubicBezTo>
                <a:cubicBezTo>
                  <a:pt x="8878" y="12963"/>
                  <a:pt x="7714" y="13055"/>
                  <a:pt x="6528" y="13055"/>
                </a:cubicBezTo>
              </a:path>
            </a:pathLst>
          </a:custGeom>
          <a:solidFill>
            <a:srgbClr val="437AE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nvGrpSpPr>
          <p:cNvPr id="1641" name="Google Shape;1641;p61"/>
          <p:cNvGrpSpPr/>
          <p:nvPr/>
        </p:nvGrpSpPr>
        <p:grpSpPr>
          <a:xfrm>
            <a:off x="3473738" y="1995043"/>
            <a:ext cx="1735148" cy="335820"/>
            <a:chOff x="1886000" y="960230"/>
            <a:chExt cx="1735148" cy="335820"/>
          </a:xfrm>
        </p:grpSpPr>
        <p:sp>
          <p:nvSpPr>
            <p:cNvPr id="1642" name="Google Shape;1642;p61"/>
            <p:cNvSpPr/>
            <p:nvPr/>
          </p:nvSpPr>
          <p:spPr>
            <a:xfrm>
              <a:off x="1886000" y="960230"/>
              <a:ext cx="1735148" cy="335820"/>
            </a:xfrm>
            <a:custGeom>
              <a:rect b="b" l="l" r="r" t="t"/>
              <a:pathLst>
                <a:path extrusionOk="0" h="6000" w="31000">
                  <a:moveTo>
                    <a:pt x="28697" y="3004"/>
                  </a:moveTo>
                  <a:cubicBezTo>
                    <a:pt x="28697" y="2738"/>
                    <a:pt x="28631" y="2500"/>
                    <a:pt x="28500" y="2293"/>
                  </a:cubicBezTo>
                  <a:cubicBezTo>
                    <a:pt x="28369" y="2086"/>
                    <a:pt x="28188" y="1924"/>
                    <a:pt x="27956" y="1808"/>
                  </a:cubicBezTo>
                  <a:cubicBezTo>
                    <a:pt x="27723" y="1692"/>
                    <a:pt x="27455" y="1634"/>
                    <a:pt x="27148" y="1634"/>
                  </a:cubicBezTo>
                  <a:cubicBezTo>
                    <a:pt x="26912" y="1634"/>
                    <a:pt x="26684" y="1677"/>
                    <a:pt x="26467" y="1760"/>
                  </a:cubicBezTo>
                  <a:cubicBezTo>
                    <a:pt x="26250" y="1844"/>
                    <a:pt x="26059" y="1960"/>
                    <a:pt x="25896" y="2105"/>
                  </a:cubicBezTo>
                  <a:cubicBezTo>
                    <a:pt x="25732" y="2250"/>
                    <a:pt x="25614" y="2415"/>
                    <a:pt x="25540" y="2597"/>
                  </a:cubicBezTo>
                  <a:lnTo>
                    <a:pt x="26140" y="2909"/>
                  </a:lnTo>
                  <a:cubicBezTo>
                    <a:pt x="26224" y="2721"/>
                    <a:pt x="26354" y="2568"/>
                    <a:pt x="26529" y="2450"/>
                  </a:cubicBezTo>
                  <a:cubicBezTo>
                    <a:pt x="26704" y="2331"/>
                    <a:pt x="26905" y="2272"/>
                    <a:pt x="27133" y="2272"/>
                  </a:cubicBezTo>
                  <a:cubicBezTo>
                    <a:pt x="27395" y="2272"/>
                    <a:pt x="27605" y="2340"/>
                    <a:pt x="27763" y="2475"/>
                  </a:cubicBezTo>
                  <a:cubicBezTo>
                    <a:pt x="27921" y="2612"/>
                    <a:pt x="28000" y="2788"/>
                    <a:pt x="28000" y="3005"/>
                  </a:cubicBezTo>
                  <a:lnTo>
                    <a:pt x="28000" y="3188"/>
                  </a:lnTo>
                  <a:lnTo>
                    <a:pt x="26644" y="3413"/>
                  </a:lnTo>
                  <a:cubicBezTo>
                    <a:pt x="26348" y="3462"/>
                    <a:pt x="26102" y="3547"/>
                    <a:pt x="25907" y="3665"/>
                  </a:cubicBezTo>
                  <a:cubicBezTo>
                    <a:pt x="25712" y="3783"/>
                    <a:pt x="25568" y="3929"/>
                    <a:pt x="25474" y="4098"/>
                  </a:cubicBezTo>
                  <a:cubicBezTo>
                    <a:pt x="25380" y="4268"/>
                    <a:pt x="25334" y="4460"/>
                    <a:pt x="25334" y="4673"/>
                  </a:cubicBezTo>
                  <a:cubicBezTo>
                    <a:pt x="25334" y="4887"/>
                    <a:pt x="25390" y="5092"/>
                    <a:pt x="25505" y="5262"/>
                  </a:cubicBezTo>
                  <a:cubicBezTo>
                    <a:pt x="25618" y="5433"/>
                    <a:pt x="25776" y="5566"/>
                    <a:pt x="25979" y="5662"/>
                  </a:cubicBezTo>
                  <a:cubicBezTo>
                    <a:pt x="26181" y="5759"/>
                    <a:pt x="26414" y="5806"/>
                    <a:pt x="26676" y="5806"/>
                  </a:cubicBezTo>
                  <a:cubicBezTo>
                    <a:pt x="26904" y="5806"/>
                    <a:pt x="27112" y="5773"/>
                    <a:pt x="27303" y="5706"/>
                  </a:cubicBezTo>
                  <a:cubicBezTo>
                    <a:pt x="27493" y="5639"/>
                    <a:pt x="27660" y="5545"/>
                    <a:pt x="27807" y="5424"/>
                  </a:cubicBezTo>
                  <a:cubicBezTo>
                    <a:pt x="27890" y="5355"/>
                    <a:pt x="27963" y="5280"/>
                    <a:pt x="28026" y="5200"/>
                  </a:cubicBezTo>
                  <a:lnTo>
                    <a:pt x="28026" y="5718"/>
                  </a:lnTo>
                  <a:lnTo>
                    <a:pt x="29144" y="5718"/>
                  </a:lnTo>
                  <a:lnTo>
                    <a:pt x="29144" y="5103"/>
                  </a:lnTo>
                  <a:lnTo>
                    <a:pt x="28700" y="5103"/>
                  </a:lnTo>
                  <a:lnTo>
                    <a:pt x="28700" y="3005"/>
                  </a:lnTo>
                  <a:lnTo>
                    <a:pt x="28697" y="3004"/>
                  </a:lnTo>
                  <a:moveTo>
                    <a:pt x="27846" y="4627"/>
                  </a:moveTo>
                  <a:cubicBezTo>
                    <a:pt x="27741" y="4810"/>
                    <a:pt x="27597" y="4955"/>
                    <a:pt x="27412" y="5060"/>
                  </a:cubicBezTo>
                  <a:cubicBezTo>
                    <a:pt x="27227" y="5167"/>
                    <a:pt x="27008" y="5220"/>
                    <a:pt x="26756" y="5220"/>
                  </a:cubicBezTo>
                  <a:cubicBezTo>
                    <a:pt x="26558" y="5220"/>
                    <a:pt x="26395" y="5166"/>
                    <a:pt x="26264" y="5056"/>
                  </a:cubicBezTo>
                  <a:cubicBezTo>
                    <a:pt x="26132" y="4948"/>
                    <a:pt x="26067" y="4812"/>
                    <a:pt x="26067" y="4649"/>
                  </a:cubicBezTo>
                  <a:cubicBezTo>
                    <a:pt x="26067" y="4476"/>
                    <a:pt x="26125" y="4331"/>
                    <a:pt x="26240" y="4215"/>
                  </a:cubicBezTo>
                  <a:cubicBezTo>
                    <a:pt x="26356" y="4100"/>
                    <a:pt x="26543" y="4019"/>
                    <a:pt x="26800" y="3975"/>
                  </a:cubicBezTo>
                  <a:lnTo>
                    <a:pt x="28000" y="3765"/>
                  </a:lnTo>
                  <a:lnTo>
                    <a:pt x="28000" y="4026"/>
                  </a:lnTo>
                  <a:cubicBezTo>
                    <a:pt x="28000" y="4244"/>
                    <a:pt x="27948" y="4444"/>
                    <a:pt x="27844" y="4627"/>
                  </a:cubicBezTo>
                  <a:lnTo>
                    <a:pt x="27846" y="4627"/>
                  </a:lnTo>
                </a:path>
              </a:pathLst>
            </a:custGeom>
            <a:solidFill>
              <a:srgbClr val="33415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43" name="Google Shape;1643;p61"/>
            <p:cNvSpPr/>
            <p:nvPr/>
          </p:nvSpPr>
          <p:spPr>
            <a:xfrm>
              <a:off x="1886000" y="960230"/>
              <a:ext cx="1735148" cy="335820"/>
            </a:xfrm>
            <a:custGeom>
              <a:rect b="b" l="l" r="r" t="t"/>
              <a:pathLst>
                <a:path extrusionOk="0" h="6000" w="31000">
                  <a:moveTo>
                    <a:pt x="29218" y="2381"/>
                  </a:moveTo>
                  <a:lnTo>
                    <a:pt x="29804" y="2381"/>
                  </a:lnTo>
                  <a:lnTo>
                    <a:pt x="29804" y="5715"/>
                  </a:lnTo>
                  <a:lnTo>
                    <a:pt x="30500" y="5715"/>
                  </a:lnTo>
                  <a:lnTo>
                    <a:pt x="30500" y="1722"/>
                  </a:lnTo>
                  <a:lnTo>
                    <a:pt x="29218" y="1722"/>
                  </a:lnTo>
                  <a:lnTo>
                    <a:pt x="29218" y="2381"/>
                  </a:lnTo>
                </a:path>
              </a:pathLst>
            </a:custGeom>
            <a:solidFill>
              <a:srgbClr val="33415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44" name="Google Shape;1644;p61"/>
            <p:cNvSpPr/>
            <p:nvPr/>
          </p:nvSpPr>
          <p:spPr>
            <a:xfrm>
              <a:off x="1886000" y="960230"/>
              <a:ext cx="1735148" cy="335820"/>
            </a:xfrm>
            <a:custGeom>
              <a:rect b="b" l="l" r="r" t="t"/>
              <a:pathLst>
                <a:path extrusionOk="0" h="6000" w="31000">
                  <a:moveTo>
                    <a:pt x="30501" y="195"/>
                  </a:moveTo>
                  <a:lnTo>
                    <a:pt x="29804" y="195"/>
                  </a:lnTo>
                  <a:lnTo>
                    <a:pt x="29804" y="1084"/>
                  </a:lnTo>
                  <a:lnTo>
                    <a:pt x="30501" y="1084"/>
                  </a:lnTo>
                  <a:lnTo>
                    <a:pt x="30501" y="195"/>
                  </a:lnTo>
                </a:path>
              </a:pathLst>
            </a:custGeom>
            <a:solidFill>
              <a:srgbClr val="33415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45" name="Google Shape;1645;p61"/>
            <p:cNvSpPr/>
            <p:nvPr/>
          </p:nvSpPr>
          <p:spPr>
            <a:xfrm>
              <a:off x="1886000" y="960230"/>
              <a:ext cx="1735148" cy="335820"/>
            </a:xfrm>
            <a:custGeom>
              <a:rect b="b" l="l" r="r" t="t"/>
              <a:pathLst>
                <a:path extrusionOk="0" h="6000" w="31000">
                  <a:moveTo>
                    <a:pt x="4737" y="2650"/>
                  </a:moveTo>
                  <a:lnTo>
                    <a:pt x="6870" y="2650"/>
                  </a:lnTo>
                  <a:lnTo>
                    <a:pt x="6870" y="3170"/>
                  </a:lnTo>
                  <a:lnTo>
                    <a:pt x="5757" y="3350"/>
                  </a:lnTo>
                  <a:cubicBezTo>
                    <a:pt x="5438" y="3399"/>
                    <a:pt x="5172" y="3482"/>
                    <a:pt x="4958" y="3601"/>
                  </a:cubicBezTo>
                  <a:cubicBezTo>
                    <a:pt x="4745" y="3719"/>
                    <a:pt x="4587" y="3864"/>
                    <a:pt x="4484" y="4039"/>
                  </a:cubicBezTo>
                  <a:cubicBezTo>
                    <a:pt x="4381" y="4214"/>
                    <a:pt x="4329" y="4413"/>
                    <a:pt x="4329" y="4640"/>
                  </a:cubicBezTo>
                  <a:cubicBezTo>
                    <a:pt x="4329" y="4880"/>
                    <a:pt x="4386" y="5087"/>
                    <a:pt x="4499" y="5262"/>
                  </a:cubicBezTo>
                  <a:cubicBezTo>
                    <a:pt x="4612" y="5437"/>
                    <a:pt x="4774" y="5571"/>
                    <a:pt x="4985" y="5663"/>
                  </a:cubicBezTo>
                  <a:cubicBezTo>
                    <a:pt x="5196" y="5756"/>
                    <a:pt x="5447" y="5804"/>
                    <a:pt x="5736" y="5804"/>
                  </a:cubicBezTo>
                  <a:cubicBezTo>
                    <a:pt x="5953" y="5804"/>
                    <a:pt x="6149" y="5775"/>
                    <a:pt x="6326" y="5719"/>
                  </a:cubicBezTo>
                  <a:cubicBezTo>
                    <a:pt x="6502" y="5662"/>
                    <a:pt x="6661" y="5576"/>
                    <a:pt x="6804" y="5462"/>
                  </a:cubicBezTo>
                  <a:cubicBezTo>
                    <a:pt x="6881" y="5399"/>
                    <a:pt x="6954" y="5327"/>
                    <a:pt x="7025" y="5246"/>
                  </a:cubicBezTo>
                  <a:lnTo>
                    <a:pt x="7239" y="5716"/>
                  </a:lnTo>
                  <a:lnTo>
                    <a:pt x="7976" y="5716"/>
                  </a:lnTo>
                  <a:lnTo>
                    <a:pt x="7976" y="1693"/>
                  </a:lnTo>
                  <a:lnTo>
                    <a:pt x="5066" y="1693"/>
                  </a:lnTo>
                  <a:lnTo>
                    <a:pt x="4738" y="2651"/>
                  </a:lnTo>
                  <a:lnTo>
                    <a:pt x="4737" y="2650"/>
                  </a:lnTo>
                  <a:moveTo>
                    <a:pt x="6870" y="4109"/>
                  </a:moveTo>
                  <a:cubicBezTo>
                    <a:pt x="6870" y="4271"/>
                    <a:pt x="6831" y="4420"/>
                    <a:pt x="6755" y="4554"/>
                  </a:cubicBezTo>
                  <a:cubicBezTo>
                    <a:pt x="6679" y="4689"/>
                    <a:pt x="6572" y="4795"/>
                    <a:pt x="6435" y="4874"/>
                  </a:cubicBezTo>
                  <a:cubicBezTo>
                    <a:pt x="6297" y="4952"/>
                    <a:pt x="6138" y="4992"/>
                    <a:pt x="5956" y="4992"/>
                  </a:cubicBezTo>
                  <a:cubicBezTo>
                    <a:pt x="5819" y="4992"/>
                    <a:pt x="5703" y="4957"/>
                    <a:pt x="5610" y="4889"/>
                  </a:cubicBezTo>
                  <a:cubicBezTo>
                    <a:pt x="5517" y="4821"/>
                    <a:pt x="5470" y="4725"/>
                    <a:pt x="5470" y="4602"/>
                  </a:cubicBezTo>
                  <a:cubicBezTo>
                    <a:pt x="5470" y="4470"/>
                    <a:pt x="5511" y="4368"/>
                    <a:pt x="5595" y="4296"/>
                  </a:cubicBezTo>
                  <a:cubicBezTo>
                    <a:pt x="5679" y="4226"/>
                    <a:pt x="5798" y="4175"/>
                    <a:pt x="5956" y="4146"/>
                  </a:cubicBezTo>
                  <a:lnTo>
                    <a:pt x="6870" y="4013"/>
                  </a:lnTo>
                  <a:lnTo>
                    <a:pt x="6870" y="4110"/>
                  </a:lnTo>
                  <a:lnTo>
                    <a:pt x="6870" y="4109"/>
                  </a:lnTo>
                </a:path>
              </a:pathLst>
            </a:custGeom>
            <a:solidFill>
              <a:srgbClr val="33415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46" name="Google Shape;1646;p61"/>
            <p:cNvSpPr/>
            <p:nvPr/>
          </p:nvSpPr>
          <p:spPr>
            <a:xfrm>
              <a:off x="1886000" y="960230"/>
              <a:ext cx="1735148" cy="335820"/>
            </a:xfrm>
            <a:custGeom>
              <a:rect b="b" l="l" r="r" t="t"/>
              <a:pathLst>
                <a:path extrusionOk="0" h="6000" w="31000">
                  <a:moveTo>
                    <a:pt x="13846" y="1796"/>
                  </a:moveTo>
                  <a:cubicBezTo>
                    <a:pt x="13623" y="1669"/>
                    <a:pt x="13367" y="1605"/>
                    <a:pt x="13076" y="1605"/>
                  </a:cubicBezTo>
                  <a:cubicBezTo>
                    <a:pt x="12747" y="1605"/>
                    <a:pt x="12460" y="1683"/>
                    <a:pt x="12214" y="1840"/>
                  </a:cubicBezTo>
                  <a:cubicBezTo>
                    <a:pt x="12068" y="1934"/>
                    <a:pt x="11940" y="2060"/>
                    <a:pt x="11835" y="2215"/>
                  </a:cubicBezTo>
                  <a:cubicBezTo>
                    <a:pt x="11752" y="2077"/>
                    <a:pt x="11637" y="1957"/>
                    <a:pt x="11489" y="1858"/>
                  </a:cubicBezTo>
                  <a:cubicBezTo>
                    <a:pt x="11236" y="1688"/>
                    <a:pt x="10942" y="1603"/>
                    <a:pt x="10609" y="1603"/>
                  </a:cubicBezTo>
                  <a:cubicBezTo>
                    <a:pt x="10296" y="1603"/>
                    <a:pt x="10026" y="1677"/>
                    <a:pt x="9799" y="1824"/>
                  </a:cubicBezTo>
                  <a:cubicBezTo>
                    <a:pt x="9650" y="1922"/>
                    <a:pt x="9501" y="2021"/>
                    <a:pt x="9400" y="2165"/>
                  </a:cubicBezTo>
                  <a:lnTo>
                    <a:pt x="9188" y="1692"/>
                  </a:lnTo>
                  <a:lnTo>
                    <a:pt x="8451" y="1692"/>
                  </a:lnTo>
                  <a:lnTo>
                    <a:pt x="8451" y="5714"/>
                  </a:lnTo>
                  <a:lnTo>
                    <a:pt x="9556" y="5714"/>
                  </a:lnTo>
                  <a:lnTo>
                    <a:pt x="9556" y="3364"/>
                  </a:lnTo>
                  <a:cubicBezTo>
                    <a:pt x="9556" y="3207"/>
                    <a:pt x="9584" y="3072"/>
                    <a:pt x="9641" y="2959"/>
                  </a:cubicBezTo>
                  <a:cubicBezTo>
                    <a:pt x="9698" y="2846"/>
                    <a:pt x="9779" y="2757"/>
                    <a:pt x="9884" y="2694"/>
                  </a:cubicBezTo>
                  <a:cubicBezTo>
                    <a:pt x="9990" y="2630"/>
                    <a:pt x="10113" y="2599"/>
                    <a:pt x="10256" y="2599"/>
                  </a:cubicBezTo>
                  <a:cubicBezTo>
                    <a:pt x="10398" y="2599"/>
                    <a:pt x="10528" y="2631"/>
                    <a:pt x="10631" y="2694"/>
                  </a:cubicBezTo>
                  <a:cubicBezTo>
                    <a:pt x="10734" y="2758"/>
                    <a:pt x="10814" y="2846"/>
                    <a:pt x="10870" y="2959"/>
                  </a:cubicBezTo>
                  <a:cubicBezTo>
                    <a:pt x="10927" y="3072"/>
                    <a:pt x="10955" y="3207"/>
                    <a:pt x="10955" y="3364"/>
                  </a:cubicBezTo>
                  <a:lnTo>
                    <a:pt x="10955" y="5714"/>
                  </a:lnTo>
                  <a:lnTo>
                    <a:pt x="12060" y="5714"/>
                  </a:lnTo>
                  <a:lnTo>
                    <a:pt x="12060" y="3364"/>
                  </a:lnTo>
                  <a:cubicBezTo>
                    <a:pt x="12060" y="3207"/>
                    <a:pt x="12088" y="3072"/>
                    <a:pt x="12145" y="2959"/>
                  </a:cubicBezTo>
                  <a:cubicBezTo>
                    <a:pt x="12202" y="2846"/>
                    <a:pt x="12283" y="2757"/>
                    <a:pt x="12388" y="2694"/>
                  </a:cubicBezTo>
                  <a:cubicBezTo>
                    <a:pt x="12494" y="2630"/>
                    <a:pt x="12617" y="2599"/>
                    <a:pt x="12760" y="2599"/>
                  </a:cubicBezTo>
                  <a:cubicBezTo>
                    <a:pt x="12902" y="2599"/>
                    <a:pt x="13032" y="2631"/>
                    <a:pt x="13135" y="2694"/>
                  </a:cubicBezTo>
                  <a:cubicBezTo>
                    <a:pt x="13238" y="2758"/>
                    <a:pt x="13318" y="2846"/>
                    <a:pt x="13374" y="2959"/>
                  </a:cubicBezTo>
                  <a:cubicBezTo>
                    <a:pt x="13431" y="3072"/>
                    <a:pt x="13459" y="3207"/>
                    <a:pt x="13459" y="3364"/>
                  </a:cubicBezTo>
                  <a:lnTo>
                    <a:pt x="13459" y="5714"/>
                  </a:lnTo>
                  <a:lnTo>
                    <a:pt x="14564" y="5714"/>
                  </a:lnTo>
                  <a:lnTo>
                    <a:pt x="14564" y="3129"/>
                  </a:lnTo>
                  <a:cubicBezTo>
                    <a:pt x="14564" y="2824"/>
                    <a:pt x="14500" y="2558"/>
                    <a:pt x="14372" y="2330"/>
                  </a:cubicBezTo>
                  <a:cubicBezTo>
                    <a:pt x="14245" y="2101"/>
                    <a:pt x="14069" y="1924"/>
                    <a:pt x="13845" y="1796"/>
                  </a:cubicBezTo>
                  <a:lnTo>
                    <a:pt x="13846" y="1796"/>
                  </a:lnTo>
                </a:path>
              </a:pathLst>
            </a:custGeom>
            <a:solidFill>
              <a:srgbClr val="33415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47" name="Google Shape;1647;p61"/>
            <p:cNvSpPr/>
            <p:nvPr/>
          </p:nvSpPr>
          <p:spPr>
            <a:xfrm>
              <a:off x="1886000" y="960230"/>
              <a:ext cx="1735148" cy="335820"/>
            </a:xfrm>
            <a:custGeom>
              <a:rect b="b" l="l" r="r" t="t"/>
              <a:pathLst>
                <a:path extrusionOk="0" h="6000" w="31000">
                  <a:moveTo>
                    <a:pt x="18262" y="1885"/>
                  </a:moveTo>
                  <a:cubicBezTo>
                    <a:pt x="17952" y="1698"/>
                    <a:pt x="17606" y="1605"/>
                    <a:pt x="17222" y="1605"/>
                  </a:cubicBezTo>
                  <a:cubicBezTo>
                    <a:pt x="16928" y="1605"/>
                    <a:pt x="16667" y="1660"/>
                    <a:pt x="16438" y="1770"/>
                  </a:cubicBezTo>
                  <a:cubicBezTo>
                    <a:pt x="16294" y="1840"/>
                    <a:pt x="16172" y="1930"/>
                    <a:pt x="16066" y="2035"/>
                  </a:cubicBezTo>
                  <a:lnTo>
                    <a:pt x="16066" y="270"/>
                  </a:lnTo>
                  <a:lnTo>
                    <a:pt x="14962" y="904"/>
                  </a:lnTo>
                  <a:lnTo>
                    <a:pt x="14962" y="5716"/>
                  </a:lnTo>
                  <a:lnTo>
                    <a:pt x="15699" y="5716"/>
                  </a:lnTo>
                  <a:lnTo>
                    <a:pt x="15898" y="5217"/>
                  </a:lnTo>
                  <a:cubicBezTo>
                    <a:pt x="16039" y="5409"/>
                    <a:pt x="16224" y="5554"/>
                    <a:pt x="16453" y="5653"/>
                  </a:cubicBezTo>
                  <a:cubicBezTo>
                    <a:pt x="16686" y="5754"/>
                    <a:pt x="16941" y="5804"/>
                    <a:pt x="17216" y="5804"/>
                  </a:cubicBezTo>
                  <a:cubicBezTo>
                    <a:pt x="17608" y="5804"/>
                    <a:pt x="17959" y="5711"/>
                    <a:pt x="18269" y="5523"/>
                  </a:cubicBezTo>
                  <a:cubicBezTo>
                    <a:pt x="18579" y="5337"/>
                    <a:pt x="18822" y="5083"/>
                    <a:pt x="19002" y="4764"/>
                  </a:cubicBezTo>
                  <a:cubicBezTo>
                    <a:pt x="19181" y="4446"/>
                    <a:pt x="19271" y="4092"/>
                    <a:pt x="19271" y="3703"/>
                  </a:cubicBezTo>
                  <a:cubicBezTo>
                    <a:pt x="19271" y="3315"/>
                    <a:pt x="19180" y="2956"/>
                    <a:pt x="18999" y="2639"/>
                  </a:cubicBezTo>
                  <a:cubicBezTo>
                    <a:pt x="18817" y="2322"/>
                    <a:pt x="18572" y="2070"/>
                    <a:pt x="18262" y="1884"/>
                  </a:cubicBezTo>
                  <a:lnTo>
                    <a:pt x="18262" y="1885"/>
                  </a:lnTo>
                  <a:moveTo>
                    <a:pt x="17997" y="4278"/>
                  </a:moveTo>
                  <a:cubicBezTo>
                    <a:pt x="17908" y="4446"/>
                    <a:pt x="17786" y="4575"/>
                    <a:pt x="17629" y="4669"/>
                  </a:cubicBezTo>
                  <a:cubicBezTo>
                    <a:pt x="17472" y="4763"/>
                    <a:pt x="17291" y="4810"/>
                    <a:pt x="17084" y="4810"/>
                  </a:cubicBezTo>
                  <a:cubicBezTo>
                    <a:pt x="16876" y="4810"/>
                    <a:pt x="16712" y="4763"/>
                    <a:pt x="16556" y="4669"/>
                  </a:cubicBezTo>
                  <a:cubicBezTo>
                    <a:pt x="16402" y="4577"/>
                    <a:pt x="16281" y="4446"/>
                    <a:pt x="16195" y="4278"/>
                  </a:cubicBezTo>
                  <a:cubicBezTo>
                    <a:pt x="16109" y="4111"/>
                    <a:pt x="16066" y="3920"/>
                    <a:pt x="16066" y="3703"/>
                  </a:cubicBezTo>
                  <a:cubicBezTo>
                    <a:pt x="16066" y="3487"/>
                    <a:pt x="16109" y="3296"/>
                    <a:pt x="16195" y="3129"/>
                  </a:cubicBezTo>
                  <a:cubicBezTo>
                    <a:pt x="16281" y="2961"/>
                    <a:pt x="16401" y="2832"/>
                    <a:pt x="16556" y="2738"/>
                  </a:cubicBezTo>
                  <a:cubicBezTo>
                    <a:pt x="16711" y="2645"/>
                    <a:pt x="16887" y="2597"/>
                    <a:pt x="17084" y="2597"/>
                  </a:cubicBezTo>
                  <a:cubicBezTo>
                    <a:pt x="17289" y="2597"/>
                    <a:pt x="17472" y="2645"/>
                    <a:pt x="17629" y="2741"/>
                  </a:cubicBezTo>
                  <a:cubicBezTo>
                    <a:pt x="17786" y="2837"/>
                    <a:pt x="17909" y="2968"/>
                    <a:pt x="17997" y="3132"/>
                  </a:cubicBezTo>
                  <a:cubicBezTo>
                    <a:pt x="18085" y="3297"/>
                    <a:pt x="18129" y="3487"/>
                    <a:pt x="18129" y="3703"/>
                  </a:cubicBezTo>
                  <a:cubicBezTo>
                    <a:pt x="18129" y="3920"/>
                    <a:pt x="18085" y="4111"/>
                    <a:pt x="17997" y="4278"/>
                  </a:cubicBezTo>
                </a:path>
              </a:pathLst>
            </a:custGeom>
            <a:solidFill>
              <a:srgbClr val="33415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48" name="Google Shape;1648;p61"/>
            <p:cNvSpPr/>
            <p:nvPr/>
          </p:nvSpPr>
          <p:spPr>
            <a:xfrm>
              <a:off x="1886000" y="960230"/>
              <a:ext cx="1735148" cy="335820"/>
            </a:xfrm>
            <a:custGeom>
              <a:rect b="b" l="l" r="r" t="t"/>
              <a:pathLst>
                <a:path extrusionOk="0" h="6000" w="31000">
                  <a:moveTo>
                    <a:pt x="22957" y="2179"/>
                  </a:moveTo>
                  <a:cubicBezTo>
                    <a:pt x="22787" y="1998"/>
                    <a:pt x="22580" y="1857"/>
                    <a:pt x="22335" y="1756"/>
                  </a:cubicBezTo>
                  <a:cubicBezTo>
                    <a:pt x="22089" y="1656"/>
                    <a:pt x="21807" y="1606"/>
                    <a:pt x="21487" y="1606"/>
                  </a:cubicBezTo>
                  <a:cubicBezTo>
                    <a:pt x="21104" y="1606"/>
                    <a:pt x="20760" y="1697"/>
                    <a:pt x="20456" y="1879"/>
                  </a:cubicBezTo>
                  <a:cubicBezTo>
                    <a:pt x="20151" y="2060"/>
                    <a:pt x="19909" y="2308"/>
                    <a:pt x="19730" y="2622"/>
                  </a:cubicBezTo>
                  <a:cubicBezTo>
                    <a:pt x="19552" y="2936"/>
                    <a:pt x="19462" y="3294"/>
                    <a:pt x="19462" y="3697"/>
                  </a:cubicBezTo>
                  <a:cubicBezTo>
                    <a:pt x="19462" y="4100"/>
                    <a:pt x="19548" y="4439"/>
                    <a:pt x="19719" y="4758"/>
                  </a:cubicBezTo>
                  <a:cubicBezTo>
                    <a:pt x="19891" y="5077"/>
                    <a:pt x="20134" y="5332"/>
                    <a:pt x="20448" y="5521"/>
                  </a:cubicBezTo>
                  <a:cubicBezTo>
                    <a:pt x="20762" y="5710"/>
                    <a:pt x="21133" y="5804"/>
                    <a:pt x="21560" y="5804"/>
                  </a:cubicBezTo>
                  <a:cubicBezTo>
                    <a:pt x="21836" y="5804"/>
                    <a:pt x="22088" y="5764"/>
                    <a:pt x="22319" y="5681"/>
                  </a:cubicBezTo>
                  <a:cubicBezTo>
                    <a:pt x="22549" y="5600"/>
                    <a:pt x="22750" y="5486"/>
                    <a:pt x="22920" y="5339"/>
                  </a:cubicBezTo>
                  <a:cubicBezTo>
                    <a:pt x="23090" y="5191"/>
                    <a:pt x="23213" y="5020"/>
                    <a:pt x="23292" y="4824"/>
                  </a:cubicBezTo>
                  <a:lnTo>
                    <a:pt x="22408" y="4404"/>
                  </a:lnTo>
                  <a:cubicBezTo>
                    <a:pt x="22330" y="4542"/>
                    <a:pt x="22220" y="4650"/>
                    <a:pt x="22080" y="4728"/>
                  </a:cubicBezTo>
                  <a:cubicBezTo>
                    <a:pt x="21940" y="4807"/>
                    <a:pt x="21771" y="4847"/>
                    <a:pt x="21576" y="4847"/>
                  </a:cubicBezTo>
                  <a:cubicBezTo>
                    <a:pt x="21360" y="4847"/>
                    <a:pt x="21176" y="4799"/>
                    <a:pt x="21023" y="4703"/>
                  </a:cubicBezTo>
                  <a:cubicBezTo>
                    <a:pt x="20871" y="4608"/>
                    <a:pt x="20758" y="4474"/>
                    <a:pt x="20685" y="4302"/>
                  </a:cubicBezTo>
                  <a:cubicBezTo>
                    <a:pt x="20647" y="4213"/>
                    <a:pt x="20622" y="4118"/>
                    <a:pt x="20609" y="4015"/>
                  </a:cubicBezTo>
                  <a:lnTo>
                    <a:pt x="23425" y="4015"/>
                  </a:lnTo>
                  <a:cubicBezTo>
                    <a:pt x="23445" y="3961"/>
                    <a:pt x="23459" y="3895"/>
                    <a:pt x="23465" y="3819"/>
                  </a:cubicBezTo>
                  <a:cubicBezTo>
                    <a:pt x="23473" y="3743"/>
                    <a:pt x="23477" y="3666"/>
                    <a:pt x="23477" y="3588"/>
                  </a:cubicBezTo>
                  <a:cubicBezTo>
                    <a:pt x="23477" y="3307"/>
                    <a:pt x="23433" y="3049"/>
                    <a:pt x="23344" y="2811"/>
                  </a:cubicBezTo>
                  <a:cubicBezTo>
                    <a:pt x="23256" y="2573"/>
                    <a:pt x="23127" y="2363"/>
                    <a:pt x="22957" y="2181"/>
                  </a:cubicBezTo>
                  <a:lnTo>
                    <a:pt x="22957" y="2179"/>
                  </a:lnTo>
                  <a:moveTo>
                    <a:pt x="20638" y="3203"/>
                  </a:moveTo>
                  <a:cubicBezTo>
                    <a:pt x="20651" y="3147"/>
                    <a:pt x="20667" y="3091"/>
                    <a:pt x="20686" y="3041"/>
                  </a:cubicBezTo>
                  <a:cubicBezTo>
                    <a:pt x="20754" y="2860"/>
                    <a:pt x="20858" y="2722"/>
                    <a:pt x="20996" y="2628"/>
                  </a:cubicBezTo>
                  <a:cubicBezTo>
                    <a:pt x="21133" y="2536"/>
                    <a:pt x="21298" y="2488"/>
                    <a:pt x="21490" y="2488"/>
                  </a:cubicBezTo>
                  <a:cubicBezTo>
                    <a:pt x="21681" y="2488"/>
                    <a:pt x="21852" y="2536"/>
                    <a:pt x="21987" y="2632"/>
                  </a:cubicBezTo>
                  <a:cubicBezTo>
                    <a:pt x="22122" y="2727"/>
                    <a:pt x="22216" y="2859"/>
                    <a:pt x="22270" y="3023"/>
                  </a:cubicBezTo>
                  <a:cubicBezTo>
                    <a:pt x="22290" y="3080"/>
                    <a:pt x="22299" y="3141"/>
                    <a:pt x="22305" y="3203"/>
                  </a:cubicBezTo>
                  <a:lnTo>
                    <a:pt x="20640" y="3203"/>
                  </a:lnTo>
                  <a:lnTo>
                    <a:pt x="20638" y="3203"/>
                  </a:lnTo>
                </a:path>
              </a:pathLst>
            </a:custGeom>
            <a:solidFill>
              <a:srgbClr val="33415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49" name="Google Shape;1649;p61"/>
            <p:cNvSpPr/>
            <p:nvPr/>
          </p:nvSpPr>
          <p:spPr>
            <a:xfrm>
              <a:off x="1886000" y="960230"/>
              <a:ext cx="1735148" cy="335820"/>
            </a:xfrm>
            <a:custGeom>
              <a:rect b="b" l="l" r="r" t="t"/>
              <a:pathLst>
                <a:path extrusionOk="0" h="6000" w="31000">
                  <a:moveTo>
                    <a:pt x="3317" y="1693"/>
                  </a:moveTo>
                  <a:lnTo>
                    <a:pt x="2499" y="4242"/>
                  </a:lnTo>
                  <a:lnTo>
                    <a:pt x="1680" y="1693"/>
                  </a:lnTo>
                  <a:lnTo>
                    <a:pt x="459" y="1693"/>
                  </a:lnTo>
                  <a:lnTo>
                    <a:pt x="1835" y="5715"/>
                  </a:lnTo>
                  <a:lnTo>
                    <a:pt x="3161" y="5715"/>
                  </a:lnTo>
                  <a:lnTo>
                    <a:pt x="4539" y="1693"/>
                  </a:lnTo>
                  <a:lnTo>
                    <a:pt x="3317" y="1693"/>
                  </a:lnTo>
                </a:path>
              </a:pathLst>
            </a:custGeom>
            <a:solidFill>
              <a:srgbClr val="33415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50" name="Google Shape;1650;p61"/>
            <p:cNvSpPr/>
            <p:nvPr/>
          </p:nvSpPr>
          <p:spPr>
            <a:xfrm>
              <a:off x="1886000" y="960230"/>
              <a:ext cx="1735148" cy="335820"/>
            </a:xfrm>
            <a:custGeom>
              <a:rect b="b" l="l" r="r" t="t"/>
              <a:pathLst>
                <a:path extrusionOk="0" h="6000" w="31000">
                  <a:moveTo>
                    <a:pt x="24399" y="5715"/>
                  </a:moveTo>
                  <a:cubicBezTo>
                    <a:pt x="24702" y="5715"/>
                    <a:pt x="24948" y="5469"/>
                    <a:pt x="24948" y="5166"/>
                  </a:cubicBezTo>
                  <a:cubicBezTo>
                    <a:pt x="24948" y="4862"/>
                    <a:pt x="24702" y="4617"/>
                    <a:pt x="24399" y="4617"/>
                  </a:cubicBezTo>
                  <a:cubicBezTo>
                    <a:pt x="24095" y="4617"/>
                    <a:pt x="23849" y="4862"/>
                    <a:pt x="23849" y="5166"/>
                  </a:cubicBezTo>
                  <a:cubicBezTo>
                    <a:pt x="23849" y="5469"/>
                    <a:pt x="24095" y="5715"/>
                    <a:pt x="24399" y="5715"/>
                  </a:cubicBezTo>
                </a:path>
              </a:pathLst>
            </a:custGeom>
            <a:solidFill>
              <a:srgbClr val="33415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grpSp>
        <p:nvGrpSpPr>
          <p:cNvPr id="1651" name="Google Shape;1651;p61"/>
          <p:cNvGrpSpPr/>
          <p:nvPr/>
        </p:nvGrpSpPr>
        <p:grpSpPr>
          <a:xfrm>
            <a:off x="2804466" y="658532"/>
            <a:ext cx="3535055" cy="684204"/>
            <a:chOff x="629010" y="1837944"/>
            <a:chExt cx="2055145" cy="397770"/>
          </a:xfrm>
        </p:grpSpPr>
        <p:sp>
          <p:nvSpPr>
            <p:cNvPr id="1652" name="Google Shape;1652;p61"/>
            <p:cNvSpPr/>
            <p:nvPr/>
          </p:nvSpPr>
          <p:spPr>
            <a:xfrm>
              <a:off x="629010" y="1837944"/>
              <a:ext cx="2055145" cy="397770"/>
            </a:xfrm>
            <a:custGeom>
              <a:rect b="b" l="l" r="r" t="t"/>
              <a:pathLst>
                <a:path extrusionOk="0" h="6000" w="31000">
                  <a:moveTo>
                    <a:pt x="11740" y="2442"/>
                  </a:moveTo>
                  <a:lnTo>
                    <a:pt x="13926" y="2442"/>
                  </a:lnTo>
                  <a:lnTo>
                    <a:pt x="13926" y="2976"/>
                  </a:lnTo>
                  <a:lnTo>
                    <a:pt x="12786" y="3160"/>
                  </a:lnTo>
                  <a:cubicBezTo>
                    <a:pt x="12458" y="3210"/>
                    <a:pt x="12185" y="3296"/>
                    <a:pt x="11966" y="3417"/>
                  </a:cubicBezTo>
                  <a:cubicBezTo>
                    <a:pt x="11747" y="3538"/>
                    <a:pt x="11584" y="3688"/>
                    <a:pt x="11479" y="3866"/>
                  </a:cubicBezTo>
                  <a:cubicBezTo>
                    <a:pt x="11373" y="4045"/>
                    <a:pt x="11320" y="4250"/>
                    <a:pt x="11320" y="4482"/>
                  </a:cubicBezTo>
                  <a:cubicBezTo>
                    <a:pt x="11320" y="4729"/>
                    <a:pt x="11378" y="4942"/>
                    <a:pt x="11494" y="5120"/>
                  </a:cubicBezTo>
                  <a:cubicBezTo>
                    <a:pt x="11610" y="5299"/>
                    <a:pt x="11776" y="5436"/>
                    <a:pt x="11992" y="5532"/>
                  </a:cubicBezTo>
                  <a:cubicBezTo>
                    <a:pt x="12209" y="5628"/>
                    <a:pt x="12466" y="5676"/>
                    <a:pt x="12763" y="5676"/>
                  </a:cubicBezTo>
                  <a:cubicBezTo>
                    <a:pt x="12985" y="5676"/>
                    <a:pt x="13186" y="5647"/>
                    <a:pt x="13367" y="5589"/>
                  </a:cubicBezTo>
                  <a:cubicBezTo>
                    <a:pt x="13549" y="5531"/>
                    <a:pt x="13712" y="5443"/>
                    <a:pt x="13858" y="5324"/>
                  </a:cubicBezTo>
                  <a:cubicBezTo>
                    <a:pt x="13938" y="5260"/>
                    <a:pt x="14013" y="5186"/>
                    <a:pt x="14085" y="5103"/>
                  </a:cubicBezTo>
                  <a:lnTo>
                    <a:pt x="14304" y="5585"/>
                  </a:lnTo>
                  <a:lnTo>
                    <a:pt x="15060" y="5585"/>
                  </a:lnTo>
                  <a:lnTo>
                    <a:pt x="15060" y="1460"/>
                  </a:lnTo>
                  <a:lnTo>
                    <a:pt x="12075" y="1460"/>
                  </a:lnTo>
                  <a:lnTo>
                    <a:pt x="11740" y="2442"/>
                  </a:lnTo>
                  <a:lnTo>
                    <a:pt x="11740" y="2442"/>
                  </a:lnTo>
                  <a:moveTo>
                    <a:pt x="13810" y="4395"/>
                  </a:moveTo>
                  <a:cubicBezTo>
                    <a:pt x="13731" y="4534"/>
                    <a:pt x="13622" y="4643"/>
                    <a:pt x="13481" y="4724"/>
                  </a:cubicBezTo>
                  <a:cubicBezTo>
                    <a:pt x="13340" y="4805"/>
                    <a:pt x="13176" y="4845"/>
                    <a:pt x="12990" y="4845"/>
                  </a:cubicBezTo>
                  <a:cubicBezTo>
                    <a:pt x="12849" y="4845"/>
                    <a:pt x="12730" y="4810"/>
                    <a:pt x="12635" y="4739"/>
                  </a:cubicBezTo>
                  <a:cubicBezTo>
                    <a:pt x="12539" y="4669"/>
                    <a:pt x="12491" y="4570"/>
                    <a:pt x="12491" y="4444"/>
                  </a:cubicBezTo>
                  <a:cubicBezTo>
                    <a:pt x="12491" y="4308"/>
                    <a:pt x="12534" y="4204"/>
                    <a:pt x="12620" y="4131"/>
                  </a:cubicBezTo>
                  <a:cubicBezTo>
                    <a:pt x="12705" y="4058"/>
                    <a:pt x="12829" y="4006"/>
                    <a:pt x="12990" y="3976"/>
                  </a:cubicBezTo>
                  <a:lnTo>
                    <a:pt x="13927" y="3840"/>
                  </a:lnTo>
                  <a:lnTo>
                    <a:pt x="13927" y="3938"/>
                  </a:lnTo>
                  <a:cubicBezTo>
                    <a:pt x="13927" y="4104"/>
                    <a:pt x="13888" y="4257"/>
                    <a:pt x="13810" y="4395"/>
                  </a:cubicBezTo>
                </a:path>
              </a:pathLst>
            </a:custGeom>
            <a:solidFill>
              <a:srgbClr val="334155"/>
            </a:solidFill>
            <a:ln>
              <a:noFill/>
            </a:ln>
          </p:spPr>
          <p:txBody>
            <a:bodyPr anchorCtr="0" anchor="t" bIns="58950" lIns="117950" spcFirstLastPara="1" rIns="117950" wrap="square" tIns="58950">
              <a:noAutofit/>
            </a:bodyPr>
            <a:lstStyle/>
            <a:p>
              <a:pPr indent="0" lvl="0" marL="0" marR="0" rtl="0" algn="l">
                <a:spcBef>
                  <a:spcPts val="0"/>
                </a:spcBef>
                <a:spcAft>
                  <a:spcPts val="0"/>
                </a:spcAft>
                <a:buNone/>
              </a:pPr>
              <a:r>
                <a:t/>
              </a:r>
              <a:endParaRPr sz="2408">
                <a:solidFill>
                  <a:schemeClr val="dk1"/>
                </a:solidFill>
                <a:latin typeface="Calibri"/>
                <a:ea typeface="Calibri"/>
                <a:cs typeface="Calibri"/>
                <a:sym typeface="Calibri"/>
              </a:endParaRPr>
            </a:p>
          </p:txBody>
        </p:sp>
        <p:sp>
          <p:nvSpPr>
            <p:cNvPr id="1653" name="Google Shape;1653;p61"/>
            <p:cNvSpPr/>
            <p:nvPr/>
          </p:nvSpPr>
          <p:spPr>
            <a:xfrm>
              <a:off x="629010" y="1837944"/>
              <a:ext cx="2055145" cy="397770"/>
            </a:xfrm>
            <a:custGeom>
              <a:rect b="b" l="l" r="r" t="t"/>
              <a:pathLst>
                <a:path extrusionOk="0" h="6000" w="31000">
                  <a:moveTo>
                    <a:pt x="21082" y="1566"/>
                  </a:moveTo>
                  <a:cubicBezTo>
                    <a:pt x="20853" y="1435"/>
                    <a:pt x="20590" y="1370"/>
                    <a:pt x="20293" y="1370"/>
                  </a:cubicBezTo>
                  <a:cubicBezTo>
                    <a:pt x="19955" y="1370"/>
                    <a:pt x="19660" y="1450"/>
                    <a:pt x="19409" y="1611"/>
                  </a:cubicBezTo>
                  <a:cubicBezTo>
                    <a:pt x="19258" y="1708"/>
                    <a:pt x="19128" y="1837"/>
                    <a:pt x="19019" y="1996"/>
                  </a:cubicBezTo>
                  <a:cubicBezTo>
                    <a:pt x="18934" y="1854"/>
                    <a:pt x="18816" y="1732"/>
                    <a:pt x="18665" y="1630"/>
                  </a:cubicBezTo>
                  <a:cubicBezTo>
                    <a:pt x="18405" y="1456"/>
                    <a:pt x="18104" y="1370"/>
                    <a:pt x="17762" y="1370"/>
                  </a:cubicBezTo>
                  <a:cubicBezTo>
                    <a:pt x="17440" y="1370"/>
                    <a:pt x="17162" y="1445"/>
                    <a:pt x="16931" y="1596"/>
                  </a:cubicBezTo>
                  <a:cubicBezTo>
                    <a:pt x="16777" y="1696"/>
                    <a:pt x="16625" y="1798"/>
                    <a:pt x="16522" y="1946"/>
                  </a:cubicBezTo>
                  <a:lnTo>
                    <a:pt x="16304" y="1460"/>
                  </a:lnTo>
                  <a:lnTo>
                    <a:pt x="15548" y="1460"/>
                  </a:lnTo>
                  <a:lnTo>
                    <a:pt x="15548" y="5585"/>
                  </a:lnTo>
                  <a:lnTo>
                    <a:pt x="16681" y="5585"/>
                  </a:lnTo>
                  <a:lnTo>
                    <a:pt x="16681" y="3175"/>
                  </a:lnTo>
                  <a:cubicBezTo>
                    <a:pt x="16681" y="3014"/>
                    <a:pt x="16710" y="2875"/>
                    <a:pt x="16768" y="2759"/>
                  </a:cubicBezTo>
                  <a:cubicBezTo>
                    <a:pt x="16826" y="2644"/>
                    <a:pt x="16909" y="2553"/>
                    <a:pt x="17018" y="2487"/>
                  </a:cubicBezTo>
                  <a:cubicBezTo>
                    <a:pt x="17126" y="2422"/>
                    <a:pt x="17253" y="2389"/>
                    <a:pt x="17399" y="2389"/>
                  </a:cubicBezTo>
                  <a:cubicBezTo>
                    <a:pt x="17545" y="2389"/>
                    <a:pt x="17679" y="2422"/>
                    <a:pt x="17784" y="2487"/>
                  </a:cubicBezTo>
                  <a:cubicBezTo>
                    <a:pt x="17890" y="2553"/>
                    <a:pt x="17972" y="2644"/>
                    <a:pt x="18030" y="2759"/>
                  </a:cubicBezTo>
                  <a:cubicBezTo>
                    <a:pt x="18088" y="2875"/>
                    <a:pt x="18117" y="3014"/>
                    <a:pt x="18117" y="3175"/>
                  </a:cubicBezTo>
                  <a:lnTo>
                    <a:pt x="18117" y="5585"/>
                  </a:lnTo>
                  <a:lnTo>
                    <a:pt x="19250" y="5585"/>
                  </a:lnTo>
                  <a:lnTo>
                    <a:pt x="19250" y="3175"/>
                  </a:lnTo>
                  <a:cubicBezTo>
                    <a:pt x="19250" y="3014"/>
                    <a:pt x="19279" y="2875"/>
                    <a:pt x="19337" y="2759"/>
                  </a:cubicBezTo>
                  <a:cubicBezTo>
                    <a:pt x="19395" y="2644"/>
                    <a:pt x="19478" y="2553"/>
                    <a:pt x="19586" y="2487"/>
                  </a:cubicBezTo>
                  <a:cubicBezTo>
                    <a:pt x="19694" y="2422"/>
                    <a:pt x="19821" y="2389"/>
                    <a:pt x="19968" y="2389"/>
                  </a:cubicBezTo>
                  <a:cubicBezTo>
                    <a:pt x="20114" y="2389"/>
                    <a:pt x="20247" y="2422"/>
                    <a:pt x="20353" y="2487"/>
                  </a:cubicBezTo>
                  <a:cubicBezTo>
                    <a:pt x="20459" y="2553"/>
                    <a:pt x="20540" y="2644"/>
                    <a:pt x="20598" y="2759"/>
                  </a:cubicBezTo>
                  <a:cubicBezTo>
                    <a:pt x="20656" y="2875"/>
                    <a:pt x="20685" y="3014"/>
                    <a:pt x="20685" y="3175"/>
                  </a:cubicBezTo>
                  <a:lnTo>
                    <a:pt x="20685" y="5585"/>
                  </a:lnTo>
                  <a:lnTo>
                    <a:pt x="21818" y="5585"/>
                  </a:lnTo>
                  <a:lnTo>
                    <a:pt x="21818" y="2933"/>
                  </a:lnTo>
                  <a:cubicBezTo>
                    <a:pt x="21818" y="2621"/>
                    <a:pt x="21753" y="2348"/>
                    <a:pt x="21622" y="2114"/>
                  </a:cubicBezTo>
                  <a:cubicBezTo>
                    <a:pt x="21491" y="1880"/>
                    <a:pt x="21311" y="1697"/>
                    <a:pt x="21082" y="1566"/>
                  </a:cubicBezTo>
                  <a:lnTo>
                    <a:pt x="21082" y="1566"/>
                  </a:lnTo>
                </a:path>
              </a:pathLst>
            </a:custGeom>
            <a:solidFill>
              <a:srgbClr val="334155"/>
            </a:solidFill>
            <a:ln>
              <a:noFill/>
            </a:ln>
          </p:spPr>
          <p:txBody>
            <a:bodyPr anchorCtr="0" anchor="t" bIns="58950" lIns="117950" spcFirstLastPara="1" rIns="117950" wrap="square" tIns="58950">
              <a:noAutofit/>
            </a:bodyPr>
            <a:lstStyle/>
            <a:p>
              <a:pPr indent="0" lvl="0" marL="0" marR="0" rtl="0" algn="l">
                <a:spcBef>
                  <a:spcPts val="0"/>
                </a:spcBef>
                <a:spcAft>
                  <a:spcPts val="0"/>
                </a:spcAft>
                <a:buNone/>
              </a:pPr>
              <a:r>
                <a:t/>
              </a:r>
              <a:endParaRPr sz="2408">
                <a:solidFill>
                  <a:schemeClr val="dk1"/>
                </a:solidFill>
                <a:latin typeface="Calibri"/>
                <a:ea typeface="Calibri"/>
                <a:cs typeface="Calibri"/>
                <a:sym typeface="Calibri"/>
              </a:endParaRPr>
            </a:p>
          </p:txBody>
        </p:sp>
        <p:sp>
          <p:nvSpPr>
            <p:cNvPr id="1654" name="Google Shape;1654;p61"/>
            <p:cNvSpPr/>
            <p:nvPr/>
          </p:nvSpPr>
          <p:spPr>
            <a:xfrm>
              <a:off x="629010" y="1837944"/>
              <a:ext cx="2055145" cy="397770"/>
            </a:xfrm>
            <a:custGeom>
              <a:rect b="b" l="l" r="r" t="t"/>
              <a:pathLst>
                <a:path extrusionOk="0" h="6000" w="31000">
                  <a:moveTo>
                    <a:pt x="25611" y="1657"/>
                  </a:moveTo>
                  <a:cubicBezTo>
                    <a:pt x="25294" y="1465"/>
                    <a:pt x="24938" y="1370"/>
                    <a:pt x="24546" y="1370"/>
                  </a:cubicBezTo>
                  <a:cubicBezTo>
                    <a:pt x="24244" y="1370"/>
                    <a:pt x="23975" y="1426"/>
                    <a:pt x="23741" y="1540"/>
                  </a:cubicBezTo>
                  <a:cubicBezTo>
                    <a:pt x="23595" y="1610"/>
                    <a:pt x="23468" y="1699"/>
                    <a:pt x="23360" y="1807"/>
                  </a:cubicBezTo>
                  <a:lnTo>
                    <a:pt x="23360" y="0"/>
                  </a:lnTo>
                  <a:lnTo>
                    <a:pt x="22226" y="650"/>
                  </a:lnTo>
                  <a:lnTo>
                    <a:pt x="22226" y="5585"/>
                  </a:lnTo>
                  <a:lnTo>
                    <a:pt x="22982" y="5585"/>
                  </a:lnTo>
                  <a:lnTo>
                    <a:pt x="23186" y="5074"/>
                  </a:lnTo>
                  <a:cubicBezTo>
                    <a:pt x="23331" y="5270"/>
                    <a:pt x="23521" y="5419"/>
                    <a:pt x="23756" y="5521"/>
                  </a:cubicBezTo>
                  <a:cubicBezTo>
                    <a:pt x="23995" y="5624"/>
                    <a:pt x="24256" y="5676"/>
                    <a:pt x="24538" y="5676"/>
                  </a:cubicBezTo>
                  <a:cubicBezTo>
                    <a:pt x="24941" y="5676"/>
                    <a:pt x="25301" y="5580"/>
                    <a:pt x="25618" y="5389"/>
                  </a:cubicBezTo>
                  <a:cubicBezTo>
                    <a:pt x="25936" y="5197"/>
                    <a:pt x="26186" y="4938"/>
                    <a:pt x="26370" y="4611"/>
                  </a:cubicBezTo>
                  <a:cubicBezTo>
                    <a:pt x="26554" y="4283"/>
                    <a:pt x="26646" y="3921"/>
                    <a:pt x="26646" y="3523"/>
                  </a:cubicBezTo>
                  <a:cubicBezTo>
                    <a:pt x="26646" y="3125"/>
                    <a:pt x="26553" y="2756"/>
                    <a:pt x="26366" y="2431"/>
                  </a:cubicBezTo>
                  <a:cubicBezTo>
                    <a:pt x="26180" y="2106"/>
                    <a:pt x="25928" y="1848"/>
                    <a:pt x="25611" y="1657"/>
                  </a:cubicBezTo>
                  <a:lnTo>
                    <a:pt x="25611" y="1657"/>
                  </a:lnTo>
                  <a:moveTo>
                    <a:pt x="25339" y="4112"/>
                  </a:moveTo>
                  <a:cubicBezTo>
                    <a:pt x="25248" y="4283"/>
                    <a:pt x="25122" y="4417"/>
                    <a:pt x="24961" y="4512"/>
                  </a:cubicBezTo>
                  <a:cubicBezTo>
                    <a:pt x="24800" y="4608"/>
                    <a:pt x="24614" y="4656"/>
                    <a:pt x="24402" y="4656"/>
                  </a:cubicBezTo>
                  <a:cubicBezTo>
                    <a:pt x="24190" y="4656"/>
                    <a:pt x="24020" y="4608"/>
                    <a:pt x="23862" y="4512"/>
                  </a:cubicBezTo>
                  <a:cubicBezTo>
                    <a:pt x="23703" y="4417"/>
                    <a:pt x="23580" y="4283"/>
                    <a:pt x="23492" y="4112"/>
                  </a:cubicBezTo>
                  <a:cubicBezTo>
                    <a:pt x="23404" y="3941"/>
                    <a:pt x="23360" y="3744"/>
                    <a:pt x="23360" y="3523"/>
                  </a:cubicBezTo>
                  <a:cubicBezTo>
                    <a:pt x="23360" y="3301"/>
                    <a:pt x="23404" y="3105"/>
                    <a:pt x="23492" y="2933"/>
                  </a:cubicBezTo>
                  <a:cubicBezTo>
                    <a:pt x="23580" y="2762"/>
                    <a:pt x="23703" y="2629"/>
                    <a:pt x="23862" y="2533"/>
                  </a:cubicBezTo>
                  <a:cubicBezTo>
                    <a:pt x="24020" y="2437"/>
                    <a:pt x="24200" y="2390"/>
                    <a:pt x="24402" y="2390"/>
                  </a:cubicBezTo>
                  <a:cubicBezTo>
                    <a:pt x="24614" y="2390"/>
                    <a:pt x="24800" y="2439"/>
                    <a:pt x="24961" y="2537"/>
                  </a:cubicBezTo>
                  <a:cubicBezTo>
                    <a:pt x="25122" y="2635"/>
                    <a:pt x="25248" y="2769"/>
                    <a:pt x="25339" y="2937"/>
                  </a:cubicBezTo>
                  <a:cubicBezTo>
                    <a:pt x="25429" y="3106"/>
                    <a:pt x="25475" y="3301"/>
                    <a:pt x="25475" y="3523"/>
                  </a:cubicBezTo>
                  <a:cubicBezTo>
                    <a:pt x="25475" y="3744"/>
                    <a:pt x="25430" y="3941"/>
                    <a:pt x="25339" y="4112"/>
                  </a:cubicBezTo>
                </a:path>
              </a:pathLst>
            </a:custGeom>
            <a:solidFill>
              <a:srgbClr val="334155"/>
            </a:solidFill>
            <a:ln>
              <a:noFill/>
            </a:ln>
          </p:spPr>
          <p:txBody>
            <a:bodyPr anchorCtr="0" anchor="t" bIns="58950" lIns="117950" spcFirstLastPara="1" rIns="117950" wrap="square" tIns="58950">
              <a:noAutofit/>
            </a:bodyPr>
            <a:lstStyle/>
            <a:p>
              <a:pPr indent="0" lvl="0" marL="0" marR="0" rtl="0" algn="l">
                <a:spcBef>
                  <a:spcPts val="0"/>
                </a:spcBef>
                <a:spcAft>
                  <a:spcPts val="0"/>
                </a:spcAft>
                <a:buNone/>
              </a:pPr>
              <a:r>
                <a:t/>
              </a:r>
              <a:endParaRPr sz="2408">
                <a:solidFill>
                  <a:schemeClr val="dk1"/>
                </a:solidFill>
                <a:latin typeface="Calibri"/>
                <a:ea typeface="Calibri"/>
                <a:cs typeface="Calibri"/>
                <a:sym typeface="Calibri"/>
              </a:endParaRPr>
            </a:p>
          </p:txBody>
        </p:sp>
        <p:sp>
          <p:nvSpPr>
            <p:cNvPr id="1655" name="Google Shape;1655;p61"/>
            <p:cNvSpPr/>
            <p:nvPr/>
          </p:nvSpPr>
          <p:spPr>
            <a:xfrm>
              <a:off x="629010" y="1837944"/>
              <a:ext cx="2055145" cy="397770"/>
            </a:xfrm>
            <a:custGeom>
              <a:rect b="b" l="l" r="r" t="t"/>
              <a:pathLst>
                <a:path extrusionOk="0" h="6000" w="31000">
                  <a:moveTo>
                    <a:pt x="30823" y="2605"/>
                  </a:moveTo>
                  <a:cubicBezTo>
                    <a:pt x="30733" y="2361"/>
                    <a:pt x="30600" y="2145"/>
                    <a:pt x="30427" y="1959"/>
                  </a:cubicBezTo>
                  <a:cubicBezTo>
                    <a:pt x="30253" y="1773"/>
                    <a:pt x="30040" y="1628"/>
                    <a:pt x="29788" y="1525"/>
                  </a:cubicBezTo>
                  <a:cubicBezTo>
                    <a:pt x="29536" y="1421"/>
                    <a:pt x="29247" y="1370"/>
                    <a:pt x="28920" y="1370"/>
                  </a:cubicBezTo>
                  <a:cubicBezTo>
                    <a:pt x="28527" y="1370"/>
                    <a:pt x="28174" y="1463"/>
                    <a:pt x="27862" y="1649"/>
                  </a:cubicBezTo>
                  <a:cubicBezTo>
                    <a:pt x="27550" y="1836"/>
                    <a:pt x="27301" y="2090"/>
                    <a:pt x="27118" y="2412"/>
                  </a:cubicBezTo>
                  <a:cubicBezTo>
                    <a:pt x="26934" y="2735"/>
                    <a:pt x="26842" y="3102"/>
                    <a:pt x="26842" y="3515"/>
                  </a:cubicBezTo>
                  <a:cubicBezTo>
                    <a:pt x="26842" y="3928"/>
                    <a:pt x="26930" y="4276"/>
                    <a:pt x="27106" y="4603"/>
                  </a:cubicBezTo>
                  <a:cubicBezTo>
                    <a:pt x="27283" y="4931"/>
                    <a:pt x="27532" y="5191"/>
                    <a:pt x="27854" y="5385"/>
                  </a:cubicBezTo>
                  <a:cubicBezTo>
                    <a:pt x="28176" y="5579"/>
                    <a:pt x="28557" y="5676"/>
                    <a:pt x="28995" y="5676"/>
                  </a:cubicBezTo>
                  <a:cubicBezTo>
                    <a:pt x="29277" y="5676"/>
                    <a:pt x="29536" y="5634"/>
                    <a:pt x="29773" y="5551"/>
                  </a:cubicBezTo>
                  <a:cubicBezTo>
                    <a:pt x="30010" y="5468"/>
                    <a:pt x="30215" y="5351"/>
                    <a:pt x="30389" y="5200"/>
                  </a:cubicBezTo>
                  <a:cubicBezTo>
                    <a:pt x="30563" y="5049"/>
                    <a:pt x="30690" y="4873"/>
                    <a:pt x="30770" y="4671"/>
                  </a:cubicBezTo>
                  <a:lnTo>
                    <a:pt x="29864" y="4241"/>
                  </a:lnTo>
                  <a:cubicBezTo>
                    <a:pt x="29783" y="4382"/>
                    <a:pt x="29671" y="4493"/>
                    <a:pt x="29528" y="4573"/>
                  </a:cubicBezTo>
                  <a:cubicBezTo>
                    <a:pt x="29384" y="4654"/>
                    <a:pt x="29212" y="4694"/>
                    <a:pt x="29010" y="4694"/>
                  </a:cubicBezTo>
                  <a:cubicBezTo>
                    <a:pt x="28788" y="4694"/>
                    <a:pt x="28600" y="4645"/>
                    <a:pt x="28444" y="4546"/>
                  </a:cubicBezTo>
                  <a:cubicBezTo>
                    <a:pt x="28288" y="4448"/>
                    <a:pt x="28172" y="4311"/>
                    <a:pt x="28096" y="4135"/>
                  </a:cubicBezTo>
                  <a:cubicBezTo>
                    <a:pt x="28057" y="4044"/>
                    <a:pt x="28031" y="3946"/>
                    <a:pt x="28018" y="3840"/>
                  </a:cubicBezTo>
                  <a:lnTo>
                    <a:pt x="30907" y="3840"/>
                  </a:lnTo>
                  <a:cubicBezTo>
                    <a:pt x="30927" y="3785"/>
                    <a:pt x="30940" y="3718"/>
                    <a:pt x="30948" y="3640"/>
                  </a:cubicBezTo>
                  <a:cubicBezTo>
                    <a:pt x="30956" y="3562"/>
                    <a:pt x="30960" y="3483"/>
                    <a:pt x="30960" y="3402"/>
                  </a:cubicBezTo>
                  <a:cubicBezTo>
                    <a:pt x="30960" y="3115"/>
                    <a:pt x="30914" y="2849"/>
                    <a:pt x="30823" y="2605"/>
                  </a:cubicBezTo>
                  <a:lnTo>
                    <a:pt x="30823" y="2605"/>
                  </a:lnTo>
                  <a:moveTo>
                    <a:pt x="28414" y="2420"/>
                  </a:moveTo>
                  <a:cubicBezTo>
                    <a:pt x="28554" y="2324"/>
                    <a:pt x="28723" y="2276"/>
                    <a:pt x="28920" y="2276"/>
                  </a:cubicBezTo>
                  <a:cubicBezTo>
                    <a:pt x="29116" y="2276"/>
                    <a:pt x="29291" y="2325"/>
                    <a:pt x="29430" y="2423"/>
                  </a:cubicBezTo>
                  <a:cubicBezTo>
                    <a:pt x="29568" y="2522"/>
                    <a:pt x="29665" y="2655"/>
                    <a:pt x="29720" y="2824"/>
                  </a:cubicBezTo>
                  <a:cubicBezTo>
                    <a:pt x="29740" y="2883"/>
                    <a:pt x="29752" y="2945"/>
                    <a:pt x="29759" y="3009"/>
                  </a:cubicBezTo>
                  <a:lnTo>
                    <a:pt x="28048" y="3009"/>
                  </a:lnTo>
                  <a:cubicBezTo>
                    <a:pt x="28061" y="2951"/>
                    <a:pt x="28076" y="2895"/>
                    <a:pt x="28096" y="2843"/>
                  </a:cubicBezTo>
                  <a:cubicBezTo>
                    <a:pt x="28167" y="2656"/>
                    <a:pt x="28272" y="2515"/>
                    <a:pt x="28413" y="2420"/>
                  </a:cubicBezTo>
                  <a:lnTo>
                    <a:pt x="28414" y="2420"/>
                  </a:lnTo>
                </a:path>
              </a:pathLst>
            </a:custGeom>
            <a:solidFill>
              <a:srgbClr val="334155"/>
            </a:solidFill>
            <a:ln>
              <a:noFill/>
            </a:ln>
          </p:spPr>
          <p:txBody>
            <a:bodyPr anchorCtr="0" anchor="t" bIns="58950" lIns="117950" spcFirstLastPara="1" rIns="117950" wrap="square" tIns="58950">
              <a:noAutofit/>
            </a:bodyPr>
            <a:lstStyle/>
            <a:p>
              <a:pPr indent="0" lvl="0" marL="0" marR="0" rtl="0" algn="l">
                <a:spcBef>
                  <a:spcPts val="0"/>
                </a:spcBef>
                <a:spcAft>
                  <a:spcPts val="0"/>
                </a:spcAft>
                <a:buNone/>
              </a:pPr>
              <a:r>
                <a:t/>
              </a:r>
              <a:endParaRPr sz="2408">
                <a:solidFill>
                  <a:schemeClr val="dk1"/>
                </a:solidFill>
                <a:latin typeface="Calibri"/>
                <a:ea typeface="Calibri"/>
                <a:cs typeface="Calibri"/>
                <a:sym typeface="Calibri"/>
              </a:endParaRPr>
            </a:p>
          </p:txBody>
        </p:sp>
        <p:sp>
          <p:nvSpPr>
            <p:cNvPr id="1656" name="Google Shape;1656;p61"/>
            <p:cNvSpPr/>
            <p:nvPr/>
          </p:nvSpPr>
          <p:spPr>
            <a:xfrm>
              <a:off x="629010" y="1837944"/>
              <a:ext cx="2055145" cy="397770"/>
            </a:xfrm>
            <a:custGeom>
              <a:rect b="b" l="l" r="r" t="t"/>
              <a:pathLst>
                <a:path extrusionOk="0" h="6000" w="31000">
                  <a:moveTo>
                    <a:pt x="10284" y="1460"/>
                  </a:moveTo>
                  <a:lnTo>
                    <a:pt x="9444" y="4075"/>
                  </a:lnTo>
                  <a:lnTo>
                    <a:pt x="8605" y="1460"/>
                  </a:lnTo>
                  <a:lnTo>
                    <a:pt x="7353" y="1460"/>
                  </a:lnTo>
                  <a:lnTo>
                    <a:pt x="8764" y="5585"/>
                  </a:lnTo>
                  <a:lnTo>
                    <a:pt x="10124" y="5585"/>
                  </a:lnTo>
                  <a:lnTo>
                    <a:pt x="11536" y="1460"/>
                  </a:lnTo>
                  <a:lnTo>
                    <a:pt x="10284" y="1460"/>
                  </a:lnTo>
                </a:path>
              </a:pathLst>
            </a:custGeom>
            <a:solidFill>
              <a:srgbClr val="334155"/>
            </a:solidFill>
            <a:ln>
              <a:noFill/>
            </a:ln>
          </p:spPr>
          <p:txBody>
            <a:bodyPr anchorCtr="0" anchor="t" bIns="58950" lIns="117950" spcFirstLastPara="1" rIns="117950" wrap="square" tIns="58950">
              <a:noAutofit/>
            </a:bodyPr>
            <a:lstStyle/>
            <a:p>
              <a:pPr indent="0" lvl="0" marL="0" marR="0" rtl="0" algn="l">
                <a:spcBef>
                  <a:spcPts val="0"/>
                </a:spcBef>
                <a:spcAft>
                  <a:spcPts val="0"/>
                </a:spcAft>
                <a:buNone/>
              </a:pPr>
              <a:r>
                <a:t/>
              </a:r>
              <a:endParaRPr sz="2408">
                <a:solidFill>
                  <a:schemeClr val="dk1"/>
                </a:solidFill>
                <a:latin typeface="Calibri"/>
                <a:ea typeface="Calibri"/>
                <a:cs typeface="Calibri"/>
                <a:sym typeface="Calibri"/>
              </a:endParaRPr>
            </a:p>
          </p:txBody>
        </p:sp>
        <p:sp>
          <p:nvSpPr>
            <p:cNvPr id="1657" name="Google Shape;1657;p61"/>
            <p:cNvSpPr/>
            <p:nvPr/>
          </p:nvSpPr>
          <p:spPr>
            <a:xfrm>
              <a:off x="629010" y="1837944"/>
              <a:ext cx="2055145" cy="397770"/>
            </a:xfrm>
            <a:custGeom>
              <a:rect b="b" l="l" r="r" t="t"/>
              <a:pathLst>
                <a:path extrusionOk="0" h="6000" w="31000">
                  <a:moveTo>
                    <a:pt x="2882" y="6000"/>
                  </a:moveTo>
                  <a:cubicBezTo>
                    <a:pt x="3851" y="6000"/>
                    <a:pt x="5763" y="4703"/>
                    <a:pt x="5763" y="3739"/>
                  </a:cubicBezTo>
                  <a:cubicBezTo>
                    <a:pt x="5763" y="2776"/>
                    <a:pt x="3851" y="872"/>
                    <a:pt x="2882" y="872"/>
                  </a:cubicBezTo>
                  <a:cubicBezTo>
                    <a:pt x="1913" y="872"/>
                    <a:pt x="0" y="2774"/>
                    <a:pt x="0" y="3739"/>
                  </a:cubicBezTo>
                  <a:cubicBezTo>
                    <a:pt x="0" y="4704"/>
                    <a:pt x="1913" y="6000"/>
                    <a:pt x="2882" y="6000"/>
                  </a:cubicBezTo>
                  <a:moveTo>
                    <a:pt x="2882" y="1754"/>
                  </a:moveTo>
                  <a:cubicBezTo>
                    <a:pt x="3367" y="1754"/>
                    <a:pt x="4876" y="3257"/>
                    <a:pt x="4876" y="3739"/>
                  </a:cubicBezTo>
                  <a:cubicBezTo>
                    <a:pt x="4876" y="4222"/>
                    <a:pt x="3366" y="5118"/>
                    <a:pt x="2882" y="5118"/>
                  </a:cubicBezTo>
                  <a:cubicBezTo>
                    <a:pt x="2398" y="5118"/>
                    <a:pt x="887" y="4222"/>
                    <a:pt x="887" y="3739"/>
                  </a:cubicBezTo>
                  <a:cubicBezTo>
                    <a:pt x="887" y="3257"/>
                    <a:pt x="2398" y="1754"/>
                    <a:pt x="2882" y="1754"/>
                  </a:cubicBezTo>
                </a:path>
              </a:pathLst>
            </a:custGeom>
            <a:solidFill>
              <a:srgbClr val="437AEF"/>
            </a:solidFill>
            <a:ln>
              <a:noFill/>
            </a:ln>
          </p:spPr>
          <p:txBody>
            <a:bodyPr anchorCtr="0" anchor="t" bIns="58950" lIns="117950" spcFirstLastPara="1" rIns="117950" wrap="square" tIns="58950">
              <a:noAutofit/>
            </a:bodyPr>
            <a:lstStyle/>
            <a:p>
              <a:pPr indent="0" lvl="0" marL="0" marR="0" rtl="0" algn="l">
                <a:spcBef>
                  <a:spcPts val="0"/>
                </a:spcBef>
                <a:spcAft>
                  <a:spcPts val="0"/>
                </a:spcAft>
                <a:buNone/>
              </a:pPr>
              <a:r>
                <a:t/>
              </a:r>
              <a:endParaRPr sz="2408">
                <a:solidFill>
                  <a:schemeClr val="dk1"/>
                </a:solidFill>
                <a:latin typeface="Calibri"/>
                <a:ea typeface="Calibri"/>
                <a:cs typeface="Calibri"/>
                <a:sym typeface="Calibri"/>
              </a:endParaRPr>
            </a:p>
          </p:txBody>
        </p:sp>
      </p:grpSp>
      <p:grpSp>
        <p:nvGrpSpPr>
          <p:cNvPr id="1658" name="Google Shape;1658;p61"/>
          <p:cNvGrpSpPr/>
          <p:nvPr/>
        </p:nvGrpSpPr>
        <p:grpSpPr>
          <a:xfrm>
            <a:off x="6225996" y="1878367"/>
            <a:ext cx="1482885" cy="569207"/>
            <a:chOff x="550734" y="2660904"/>
            <a:chExt cx="1482885" cy="569207"/>
          </a:xfrm>
        </p:grpSpPr>
        <p:sp>
          <p:nvSpPr>
            <p:cNvPr id="1659" name="Google Shape;1659;p61"/>
            <p:cNvSpPr/>
            <p:nvPr/>
          </p:nvSpPr>
          <p:spPr>
            <a:xfrm>
              <a:off x="550734" y="2660904"/>
              <a:ext cx="1482885" cy="569207"/>
            </a:xfrm>
            <a:custGeom>
              <a:rect b="b" l="l" r="r" t="t"/>
              <a:pathLst>
                <a:path extrusionOk="0" h="11900" w="31000">
                  <a:moveTo>
                    <a:pt x="11118" y="3527"/>
                  </a:moveTo>
                  <a:lnTo>
                    <a:pt x="13380" y="3527"/>
                  </a:lnTo>
                  <a:lnTo>
                    <a:pt x="13380" y="4078"/>
                  </a:lnTo>
                  <a:lnTo>
                    <a:pt x="12200" y="4269"/>
                  </a:lnTo>
                  <a:cubicBezTo>
                    <a:pt x="11861" y="4321"/>
                    <a:pt x="11579" y="4410"/>
                    <a:pt x="11352" y="4535"/>
                  </a:cubicBezTo>
                  <a:cubicBezTo>
                    <a:pt x="11125" y="4660"/>
                    <a:pt x="10957" y="4815"/>
                    <a:pt x="10848" y="5000"/>
                  </a:cubicBezTo>
                  <a:cubicBezTo>
                    <a:pt x="10738" y="5185"/>
                    <a:pt x="10684" y="5397"/>
                    <a:pt x="10684" y="5637"/>
                  </a:cubicBezTo>
                  <a:cubicBezTo>
                    <a:pt x="10684" y="5892"/>
                    <a:pt x="10744" y="6112"/>
                    <a:pt x="10864" y="6297"/>
                  </a:cubicBezTo>
                  <a:cubicBezTo>
                    <a:pt x="10983" y="6482"/>
                    <a:pt x="11155" y="6624"/>
                    <a:pt x="11379" y="6723"/>
                  </a:cubicBezTo>
                  <a:cubicBezTo>
                    <a:pt x="11603" y="6822"/>
                    <a:pt x="11869" y="6871"/>
                    <a:pt x="12176" y="6871"/>
                  </a:cubicBezTo>
                  <a:cubicBezTo>
                    <a:pt x="12406" y="6871"/>
                    <a:pt x="12614" y="6841"/>
                    <a:pt x="12802" y="6782"/>
                  </a:cubicBezTo>
                  <a:cubicBezTo>
                    <a:pt x="12989" y="6722"/>
                    <a:pt x="13158" y="6631"/>
                    <a:pt x="13310" y="6508"/>
                  </a:cubicBezTo>
                  <a:cubicBezTo>
                    <a:pt x="13392" y="6442"/>
                    <a:pt x="13470" y="6365"/>
                    <a:pt x="13544" y="6279"/>
                  </a:cubicBezTo>
                  <a:lnTo>
                    <a:pt x="13771" y="6778"/>
                  </a:lnTo>
                  <a:lnTo>
                    <a:pt x="14552" y="6778"/>
                  </a:lnTo>
                  <a:lnTo>
                    <a:pt x="14552" y="2511"/>
                  </a:lnTo>
                  <a:lnTo>
                    <a:pt x="11465" y="2511"/>
                  </a:lnTo>
                  <a:lnTo>
                    <a:pt x="11118" y="3527"/>
                  </a:lnTo>
                  <a:lnTo>
                    <a:pt x="11118" y="3527"/>
                  </a:lnTo>
                  <a:moveTo>
                    <a:pt x="13259" y="5547"/>
                  </a:moveTo>
                  <a:cubicBezTo>
                    <a:pt x="13178" y="5690"/>
                    <a:pt x="13065" y="5803"/>
                    <a:pt x="12919" y="5887"/>
                  </a:cubicBezTo>
                  <a:cubicBezTo>
                    <a:pt x="12773" y="5970"/>
                    <a:pt x="12604" y="6012"/>
                    <a:pt x="12411" y="6012"/>
                  </a:cubicBezTo>
                  <a:cubicBezTo>
                    <a:pt x="12265" y="6012"/>
                    <a:pt x="12143" y="5975"/>
                    <a:pt x="12044" y="5902"/>
                  </a:cubicBezTo>
                  <a:cubicBezTo>
                    <a:pt x="11945" y="5830"/>
                    <a:pt x="11895" y="5728"/>
                    <a:pt x="11895" y="5598"/>
                  </a:cubicBezTo>
                  <a:cubicBezTo>
                    <a:pt x="11895" y="5457"/>
                    <a:pt x="11939" y="5349"/>
                    <a:pt x="12028" y="5273"/>
                  </a:cubicBezTo>
                  <a:cubicBezTo>
                    <a:pt x="12116" y="5198"/>
                    <a:pt x="12244" y="5144"/>
                    <a:pt x="12411" y="5113"/>
                  </a:cubicBezTo>
                  <a:lnTo>
                    <a:pt x="13380" y="4972"/>
                  </a:lnTo>
                  <a:lnTo>
                    <a:pt x="13380" y="5074"/>
                  </a:lnTo>
                  <a:cubicBezTo>
                    <a:pt x="13380" y="5246"/>
                    <a:pt x="13340" y="5404"/>
                    <a:pt x="13259" y="5547"/>
                  </a:cubicBezTo>
                  <a:lnTo>
                    <a:pt x="13259" y="5547"/>
                  </a:lnTo>
                </a:path>
              </a:pathLst>
            </a:custGeom>
            <a:solidFill>
              <a:srgbClr val="33415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60" name="Google Shape;1660;p61"/>
            <p:cNvSpPr/>
            <p:nvPr/>
          </p:nvSpPr>
          <p:spPr>
            <a:xfrm>
              <a:off x="550734" y="2660904"/>
              <a:ext cx="1482885" cy="569207"/>
            </a:xfrm>
            <a:custGeom>
              <a:rect b="b" l="l" r="r" t="t"/>
              <a:pathLst>
                <a:path extrusionOk="0" h="11900" w="31000">
                  <a:moveTo>
                    <a:pt x="20782" y="2620"/>
                  </a:moveTo>
                  <a:cubicBezTo>
                    <a:pt x="20545" y="2485"/>
                    <a:pt x="20273" y="2417"/>
                    <a:pt x="19966" y="2417"/>
                  </a:cubicBezTo>
                  <a:cubicBezTo>
                    <a:pt x="19616" y="2417"/>
                    <a:pt x="19312" y="2500"/>
                    <a:pt x="19051" y="2667"/>
                  </a:cubicBezTo>
                  <a:cubicBezTo>
                    <a:pt x="18895" y="2767"/>
                    <a:pt x="18761" y="2900"/>
                    <a:pt x="18648" y="3065"/>
                  </a:cubicBezTo>
                  <a:cubicBezTo>
                    <a:pt x="18560" y="2918"/>
                    <a:pt x="18438" y="2791"/>
                    <a:pt x="18281" y="2686"/>
                  </a:cubicBezTo>
                  <a:cubicBezTo>
                    <a:pt x="18013" y="2507"/>
                    <a:pt x="17702" y="2417"/>
                    <a:pt x="17347" y="2417"/>
                  </a:cubicBezTo>
                  <a:cubicBezTo>
                    <a:pt x="17014" y="2417"/>
                    <a:pt x="16727" y="2495"/>
                    <a:pt x="16488" y="2651"/>
                  </a:cubicBezTo>
                  <a:cubicBezTo>
                    <a:pt x="16329" y="2755"/>
                    <a:pt x="16172" y="2859"/>
                    <a:pt x="16065" y="3013"/>
                  </a:cubicBezTo>
                  <a:lnTo>
                    <a:pt x="15839" y="2510"/>
                  </a:lnTo>
                  <a:lnTo>
                    <a:pt x="15057" y="2510"/>
                  </a:lnTo>
                  <a:lnTo>
                    <a:pt x="15057" y="6778"/>
                  </a:lnTo>
                  <a:lnTo>
                    <a:pt x="16230" y="6778"/>
                  </a:lnTo>
                  <a:lnTo>
                    <a:pt x="16230" y="4285"/>
                  </a:lnTo>
                  <a:cubicBezTo>
                    <a:pt x="16230" y="4118"/>
                    <a:pt x="16260" y="3975"/>
                    <a:pt x="16320" y="3855"/>
                  </a:cubicBezTo>
                  <a:cubicBezTo>
                    <a:pt x="16379" y="3735"/>
                    <a:pt x="16465" y="3641"/>
                    <a:pt x="16578" y="3573"/>
                  </a:cubicBezTo>
                  <a:cubicBezTo>
                    <a:pt x="16690" y="3506"/>
                    <a:pt x="16821" y="3472"/>
                    <a:pt x="16972" y="3472"/>
                  </a:cubicBezTo>
                  <a:cubicBezTo>
                    <a:pt x="17123" y="3472"/>
                    <a:pt x="17261" y="3506"/>
                    <a:pt x="17371" y="3573"/>
                  </a:cubicBezTo>
                  <a:cubicBezTo>
                    <a:pt x="17480" y="3641"/>
                    <a:pt x="17565" y="3735"/>
                    <a:pt x="17625" y="3855"/>
                  </a:cubicBezTo>
                  <a:cubicBezTo>
                    <a:pt x="17684" y="3975"/>
                    <a:pt x="17715" y="4118"/>
                    <a:pt x="17715" y="4285"/>
                  </a:cubicBezTo>
                  <a:lnTo>
                    <a:pt x="17715" y="6778"/>
                  </a:lnTo>
                  <a:lnTo>
                    <a:pt x="18887" y="6778"/>
                  </a:lnTo>
                  <a:lnTo>
                    <a:pt x="18887" y="4285"/>
                  </a:lnTo>
                  <a:cubicBezTo>
                    <a:pt x="18887" y="4118"/>
                    <a:pt x="18917" y="3975"/>
                    <a:pt x="18977" y="3855"/>
                  </a:cubicBezTo>
                  <a:cubicBezTo>
                    <a:pt x="19036" y="3735"/>
                    <a:pt x="19122" y="3641"/>
                    <a:pt x="19235" y="3573"/>
                  </a:cubicBezTo>
                  <a:cubicBezTo>
                    <a:pt x="19347" y="3506"/>
                    <a:pt x="19478" y="3472"/>
                    <a:pt x="19629" y="3472"/>
                  </a:cubicBezTo>
                  <a:cubicBezTo>
                    <a:pt x="19780" y="3472"/>
                    <a:pt x="19918" y="3506"/>
                    <a:pt x="20028" y="3573"/>
                  </a:cubicBezTo>
                  <a:cubicBezTo>
                    <a:pt x="20137" y="3641"/>
                    <a:pt x="20222" y="3735"/>
                    <a:pt x="20282" y="3855"/>
                  </a:cubicBezTo>
                  <a:cubicBezTo>
                    <a:pt x="20342" y="3975"/>
                    <a:pt x="20372" y="4118"/>
                    <a:pt x="20372" y="4285"/>
                  </a:cubicBezTo>
                  <a:lnTo>
                    <a:pt x="20372" y="6778"/>
                  </a:lnTo>
                  <a:lnTo>
                    <a:pt x="21544" y="6778"/>
                  </a:lnTo>
                  <a:lnTo>
                    <a:pt x="21544" y="4034"/>
                  </a:lnTo>
                  <a:cubicBezTo>
                    <a:pt x="21544" y="3711"/>
                    <a:pt x="21476" y="3429"/>
                    <a:pt x="21341" y="3186"/>
                  </a:cubicBezTo>
                  <a:cubicBezTo>
                    <a:pt x="21205" y="2944"/>
                    <a:pt x="21019" y="2755"/>
                    <a:pt x="20782" y="2620"/>
                  </a:cubicBezTo>
                  <a:lnTo>
                    <a:pt x="20782" y="2620"/>
                  </a:lnTo>
                </a:path>
              </a:pathLst>
            </a:custGeom>
            <a:solidFill>
              <a:srgbClr val="33415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61" name="Google Shape;1661;p61"/>
            <p:cNvSpPr/>
            <p:nvPr/>
          </p:nvSpPr>
          <p:spPr>
            <a:xfrm>
              <a:off x="550734" y="2660904"/>
              <a:ext cx="1482885" cy="569207"/>
            </a:xfrm>
            <a:custGeom>
              <a:rect b="b" l="l" r="r" t="t"/>
              <a:pathLst>
                <a:path extrusionOk="0" h="11900" w="31000">
                  <a:moveTo>
                    <a:pt x="25467" y="2714"/>
                  </a:moveTo>
                  <a:cubicBezTo>
                    <a:pt x="25139" y="2516"/>
                    <a:pt x="24771" y="2417"/>
                    <a:pt x="24365" y="2417"/>
                  </a:cubicBezTo>
                  <a:cubicBezTo>
                    <a:pt x="24052" y="2417"/>
                    <a:pt x="23775" y="2475"/>
                    <a:pt x="23533" y="2593"/>
                  </a:cubicBezTo>
                  <a:cubicBezTo>
                    <a:pt x="23381" y="2666"/>
                    <a:pt x="23250" y="2758"/>
                    <a:pt x="23138" y="2869"/>
                  </a:cubicBezTo>
                  <a:lnTo>
                    <a:pt x="23138" y="1000"/>
                  </a:lnTo>
                  <a:lnTo>
                    <a:pt x="21966" y="1672"/>
                  </a:lnTo>
                  <a:lnTo>
                    <a:pt x="21966" y="6778"/>
                  </a:lnTo>
                  <a:lnTo>
                    <a:pt x="22747" y="6778"/>
                  </a:lnTo>
                  <a:lnTo>
                    <a:pt x="22959" y="6249"/>
                  </a:lnTo>
                  <a:cubicBezTo>
                    <a:pt x="23109" y="6452"/>
                    <a:pt x="23305" y="6606"/>
                    <a:pt x="23548" y="6711"/>
                  </a:cubicBezTo>
                  <a:cubicBezTo>
                    <a:pt x="23796" y="6818"/>
                    <a:pt x="24065" y="6871"/>
                    <a:pt x="24357" y="6871"/>
                  </a:cubicBezTo>
                  <a:cubicBezTo>
                    <a:pt x="24774" y="6871"/>
                    <a:pt x="25146" y="6772"/>
                    <a:pt x="25475" y="6574"/>
                  </a:cubicBezTo>
                  <a:cubicBezTo>
                    <a:pt x="25803" y="6376"/>
                    <a:pt x="26062" y="6108"/>
                    <a:pt x="26252" y="5769"/>
                  </a:cubicBezTo>
                  <a:cubicBezTo>
                    <a:pt x="26442" y="5431"/>
                    <a:pt x="26538" y="5056"/>
                    <a:pt x="26538" y="4644"/>
                  </a:cubicBezTo>
                  <a:cubicBezTo>
                    <a:pt x="26538" y="4232"/>
                    <a:pt x="26441" y="3851"/>
                    <a:pt x="26248" y="3515"/>
                  </a:cubicBezTo>
                  <a:cubicBezTo>
                    <a:pt x="26056" y="3179"/>
                    <a:pt x="25795" y="2912"/>
                    <a:pt x="25467" y="2714"/>
                  </a:cubicBezTo>
                  <a:lnTo>
                    <a:pt x="25467" y="2714"/>
                  </a:lnTo>
                  <a:moveTo>
                    <a:pt x="25186" y="5254"/>
                  </a:moveTo>
                  <a:cubicBezTo>
                    <a:pt x="25092" y="5431"/>
                    <a:pt x="24962" y="5569"/>
                    <a:pt x="24795" y="5668"/>
                  </a:cubicBezTo>
                  <a:cubicBezTo>
                    <a:pt x="24628" y="5767"/>
                    <a:pt x="24435" y="5816"/>
                    <a:pt x="24216" y="5816"/>
                  </a:cubicBezTo>
                  <a:cubicBezTo>
                    <a:pt x="23998" y="5816"/>
                    <a:pt x="23822" y="5767"/>
                    <a:pt x="23658" y="5668"/>
                  </a:cubicBezTo>
                  <a:cubicBezTo>
                    <a:pt x="23494" y="5569"/>
                    <a:pt x="23366" y="5431"/>
                    <a:pt x="23275" y="5254"/>
                  </a:cubicBezTo>
                  <a:cubicBezTo>
                    <a:pt x="23184" y="5077"/>
                    <a:pt x="23138" y="4874"/>
                    <a:pt x="23138" y="4644"/>
                  </a:cubicBezTo>
                  <a:cubicBezTo>
                    <a:pt x="23138" y="4415"/>
                    <a:pt x="23184" y="4212"/>
                    <a:pt x="23275" y="4035"/>
                  </a:cubicBezTo>
                  <a:cubicBezTo>
                    <a:pt x="23366" y="3857"/>
                    <a:pt x="23494" y="3719"/>
                    <a:pt x="23658" y="3620"/>
                  </a:cubicBezTo>
                  <a:cubicBezTo>
                    <a:pt x="23822" y="3521"/>
                    <a:pt x="24008" y="3472"/>
                    <a:pt x="24216" y="3472"/>
                  </a:cubicBezTo>
                  <a:cubicBezTo>
                    <a:pt x="24435" y="3472"/>
                    <a:pt x="24628" y="3523"/>
                    <a:pt x="24795" y="3624"/>
                  </a:cubicBezTo>
                  <a:cubicBezTo>
                    <a:pt x="24962" y="3726"/>
                    <a:pt x="25092" y="3864"/>
                    <a:pt x="25186" y="4038"/>
                  </a:cubicBezTo>
                  <a:cubicBezTo>
                    <a:pt x="25279" y="4213"/>
                    <a:pt x="25326" y="4415"/>
                    <a:pt x="25326" y="4644"/>
                  </a:cubicBezTo>
                  <a:cubicBezTo>
                    <a:pt x="25326" y="4873"/>
                    <a:pt x="25279" y="5077"/>
                    <a:pt x="25186" y="5254"/>
                  </a:cubicBezTo>
                </a:path>
              </a:pathLst>
            </a:custGeom>
            <a:solidFill>
              <a:srgbClr val="33415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62" name="Google Shape;1662;p61"/>
            <p:cNvSpPr/>
            <p:nvPr/>
          </p:nvSpPr>
          <p:spPr>
            <a:xfrm>
              <a:off x="550734" y="2660904"/>
              <a:ext cx="1482885" cy="569207"/>
            </a:xfrm>
            <a:custGeom>
              <a:rect b="b" l="l" r="r" t="t"/>
              <a:pathLst>
                <a:path extrusionOk="0" h="11900" w="31000">
                  <a:moveTo>
                    <a:pt x="30859" y="3695"/>
                  </a:moveTo>
                  <a:cubicBezTo>
                    <a:pt x="30765" y="3442"/>
                    <a:pt x="30629" y="3219"/>
                    <a:pt x="30449" y="3026"/>
                  </a:cubicBezTo>
                  <a:cubicBezTo>
                    <a:pt x="30269" y="2834"/>
                    <a:pt x="30049" y="2684"/>
                    <a:pt x="29789" y="2577"/>
                  </a:cubicBezTo>
                  <a:cubicBezTo>
                    <a:pt x="29528" y="2470"/>
                    <a:pt x="29229" y="2417"/>
                    <a:pt x="28890" y="2417"/>
                  </a:cubicBezTo>
                  <a:cubicBezTo>
                    <a:pt x="28483" y="2417"/>
                    <a:pt x="28119" y="2513"/>
                    <a:pt x="27796" y="2706"/>
                  </a:cubicBezTo>
                  <a:cubicBezTo>
                    <a:pt x="27473" y="2899"/>
                    <a:pt x="27216" y="3162"/>
                    <a:pt x="27026" y="3495"/>
                  </a:cubicBezTo>
                  <a:cubicBezTo>
                    <a:pt x="26836" y="3829"/>
                    <a:pt x="26741" y="4209"/>
                    <a:pt x="26741" y="4636"/>
                  </a:cubicBezTo>
                  <a:cubicBezTo>
                    <a:pt x="26741" y="5063"/>
                    <a:pt x="26832" y="5423"/>
                    <a:pt x="27014" y="5762"/>
                  </a:cubicBezTo>
                  <a:cubicBezTo>
                    <a:pt x="27196" y="6100"/>
                    <a:pt x="27454" y="6370"/>
                    <a:pt x="27788" y="6571"/>
                  </a:cubicBezTo>
                  <a:cubicBezTo>
                    <a:pt x="28121" y="6771"/>
                    <a:pt x="28515" y="6872"/>
                    <a:pt x="28968" y="6872"/>
                  </a:cubicBezTo>
                  <a:cubicBezTo>
                    <a:pt x="29260" y="6872"/>
                    <a:pt x="29528" y="6828"/>
                    <a:pt x="29773" y="6743"/>
                  </a:cubicBezTo>
                  <a:cubicBezTo>
                    <a:pt x="30018" y="6657"/>
                    <a:pt x="30230" y="6535"/>
                    <a:pt x="30410" y="6379"/>
                  </a:cubicBezTo>
                  <a:cubicBezTo>
                    <a:pt x="30590" y="6223"/>
                    <a:pt x="30721" y="6040"/>
                    <a:pt x="30804" y="5832"/>
                  </a:cubicBezTo>
                  <a:lnTo>
                    <a:pt x="29867" y="5387"/>
                  </a:lnTo>
                  <a:cubicBezTo>
                    <a:pt x="29783" y="5533"/>
                    <a:pt x="29667" y="5647"/>
                    <a:pt x="29519" y="5731"/>
                  </a:cubicBezTo>
                  <a:cubicBezTo>
                    <a:pt x="29370" y="5814"/>
                    <a:pt x="29192" y="5856"/>
                    <a:pt x="28984" y="5856"/>
                  </a:cubicBezTo>
                  <a:cubicBezTo>
                    <a:pt x="28754" y="5856"/>
                    <a:pt x="28559" y="5805"/>
                    <a:pt x="28397" y="5703"/>
                  </a:cubicBezTo>
                  <a:cubicBezTo>
                    <a:pt x="28236" y="5602"/>
                    <a:pt x="28116" y="5460"/>
                    <a:pt x="28038" y="5277"/>
                  </a:cubicBezTo>
                  <a:cubicBezTo>
                    <a:pt x="27998" y="5183"/>
                    <a:pt x="27971" y="5081"/>
                    <a:pt x="27957" y="4972"/>
                  </a:cubicBezTo>
                  <a:lnTo>
                    <a:pt x="30945" y="4972"/>
                  </a:lnTo>
                  <a:cubicBezTo>
                    <a:pt x="30966" y="4915"/>
                    <a:pt x="30980" y="4846"/>
                    <a:pt x="30988" y="4765"/>
                  </a:cubicBezTo>
                  <a:cubicBezTo>
                    <a:pt x="30996" y="4685"/>
                    <a:pt x="31000" y="4602"/>
                    <a:pt x="31000" y="4519"/>
                  </a:cubicBezTo>
                  <a:cubicBezTo>
                    <a:pt x="31000" y="4222"/>
                    <a:pt x="30953" y="3947"/>
                    <a:pt x="30859" y="3694"/>
                  </a:cubicBezTo>
                  <a:lnTo>
                    <a:pt x="30859" y="3695"/>
                  </a:lnTo>
                  <a:moveTo>
                    <a:pt x="28366" y="3503"/>
                  </a:moveTo>
                  <a:cubicBezTo>
                    <a:pt x="28512" y="3404"/>
                    <a:pt x="28687" y="3355"/>
                    <a:pt x="28890" y="3355"/>
                  </a:cubicBezTo>
                  <a:cubicBezTo>
                    <a:pt x="29093" y="3355"/>
                    <a:pt x="29274" y="3405"/>
                    <a:pt x="29417" y="3507"/>
                  </a:cubicBezTo>
                  <a:cubicBezTo>
                    <a:pt x="29561" y="3609"/>
                    <a:pt x="29661" y="3747"/>
                    <a:pt x="29718" y="3921"/>
                  </a:cubicBezTo>
                  <a:cubicBezTo>
                    <a:pt x="29738" y="3982"/>
                    <a:pt x="29751" y="4046"/>
                    <a:pt x="29758" y="4113"/>
                  </a:cubicBezTo>
                  <a:lnTo>
                    <a:pt x="27988" y="4113"/>
                  </a:lnTo>
                  <a:cubicBezTo>
                    <a:pt x="28002" y="4052"/>
                    <a:pt x="28018" y="3995"/>
                    <a:pt x="28038" y="3941"/>
                  </a:cubicBezTo>
                  <a:cubicBezTo>
                    <a:pt x="28111" y="3748"/>
                    <a:pt x="28220" y="3602"/>
                    <a:pt x="28366" y="3503"/>
                  </a:cubicBezTo>
                  <a:lnTo>
                    <a:pt x="28366" y="3503"/>
                  </a:lnTo>
                </a:path>
              </a:pathLst>
            </a:custGeom>
            <a:solidFill>
              <a:srgbClr val="33415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63" name="Google Shape;1663;p61"/>
            <p:cNvSpPr/>
            <p:nvPr/>
          </p:nvSpPr>
          <p:spPr>
            <a:xfrm>
              <a:off x="550734" y="2660904"/>
              <a:ext cx="1482885" cy="569207"/>
            </a:xfrm>
            <a:custGeom>
              <a:rect b="b" l="l" r="r" t="t"/>
              <a:pathLst>
                <a:path extrusionOk="0" h="11900" w="31000">
                  <a:moveTo>
                    <a:pt x="9611" y="2511"/>
                  </a:moveTo>
                  <a:lnTo>
                    <a:pt x="8743" y="5215"/>
                  </a:lnTo>
                  <a:lnTo>
                    <a:pt x="7875" y="2511"/>
                  </a:lnTo>
                  <a:lnTo>
                    <a:pt x="6579" y="2511"/>
                  </a:lnTo>
                  <a:lnTo>
                    <a:pt x="8040" y="6778"/>
                  </a:lnTo>
                  <a:lnTo>
                    <a:pt x="9446" y="6778"/>
                  </a:lnTo>
                  <a:lnTo>
                    <a:pt x="10907" y="2511"/>
                  </a:lnTo>
                  <a:lnTo>
                    <a:pt x="9611" y="2511"/>
                  </a:lnTo>
                </a:path>
              </a:pathLst>
            </a:custGeom>
            <a:solidFill>
              <a:srgbClr val="33415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64" name="Google Shape;1664;p61"/>
            <p:cNvSpPr/>
            <p:nvPr/>
          </p:nvSpPr>
          <p:spPr>
            <a:xfrm>
              <a:off x="550734" y="2660904"/>
              <a:ext cx="1482885" cy="569207"/>
            </a:xfrm>
            <a:custGeom>
              <a:rect b="b" l="l" r="r" t="t"/>
              <a:pathLst>
                <a:path extrusionOk="0" h="11900" w="31000">
                  <a:moveTo>
                    <a:pt x="2800" y="2139"/>
                  </a:moveTo>
                  <a:cubicBezTo>
                    <a:pt x="1858" y="2139"/>
                    <a:pt x="0" y="3997"/>
                    <a:pt x="0" y="4939"/>
                  </a:cubicBezTo>
                  <a:cubicBezTo>
                    <a:pt x="0" y="5881"/>
                    <a:pt x="1858" y="7147"/>
                    <a:pt x="2800" y="7147"/>
                  </a:cubicBezTo>
                  <a:cubicBezTo>
                    <a:pt x="3742" y="7147"/>
                    <a:pt x="5600" y="5881"/>
                    <a:pt x="5600" y="4939"/>
                  </a:cubicBezTo>
                  <a:cubicBezTo>
                    <a:pt x="5600" y="3997"/>
                    <a:pt x="3742" y="2139"/>
                    <a:pt x="2800" y="2139"/>
                  </a:cubicBezTo>
                  <a:moveTo>
                    <a:pt x="2800" y="6285"/>
                  </a:moveTo>
                  <a:cubicBezTo>
                    <a:pt x="2329" y="6285"/>
                    <a:pt x="862" y="5410"/>
                    <a:pt x="862" y="4939"/>
                  </a:cubicBezTo>
                  <a:cubicBezTo>
                    <a:pt x="862" y="4468"/>
                    <a:pt x="2329" y="3000"/>
                    <a:pt x="2800" y="3000"/>
                  </a:cubicBezTo>
                  <a:cubicBezTo>
                    <a:pt x="3271" y="3000"/>
                    <a:pt x="4738" y="4468"/>
                    <a:pt x="4738" y="4939"/>
                  </a:cubicBezTo>
                  <a:cubicBezTo>
                    <a:pt x="4738" y="5410"/>
                    <a:pt x="3271" y="6285"/>
                    <a:pt x="2800" y="6285"/>
                  </a:cubicBezTo>
                </a:path>
              </a:pathLst>
            </a:custGeom>
            <a:solidFill>
              <a:srgbClr val="437AE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65" name="Google Shape;1665;p61"/>
            <p:cNvSpPr/>
            <p:nvPr/>
          </p:nvSpPr>
          <p:spPr>
            <a:xfrm>
              <a:off x="550734" y="2660904"/>
              <a:ext cx="1482885" cy="569207"/>
            </a:xfrm>
            <a:custGeom>
              <a:rect b="b" l="l" r="r" t="t"/>
              <a:pathLst>
                <a:path extrusionOk="0" h="11900" w="31000">
                  <a:moveTo>
                    <a:pt x="15085" y="10750"/>
                  </a:moveTo>
                  <a:lnTo>
                    <a:pt x="15740" y="8854"/>
                  </a:lnTo>
                  <a:lnTo>
                    <a:pt x="16188" y="8854"/>
                  </a:lnTo>
                  <a:lnTo>
                    <a:pt x="16842" y="10750"/>
                  </a:lnTo>
                  <a:lnTo>
                    <a:pt x="16465" y="10750"/>
                  </a:lnTo>
                  <a:lnTo>
                    <a:pt x="16330" y="10343"/>
                  </a:lnTo>
                  <a:lnTo>
                    <a:pt x="15597" y="10343"/>
                  </a:lnTo>
                  <a:lnTo>
                    <a:pt x="15460" y="10750"/>
                  </a:lnTo>
                  <a:lnTo>
                    <a:pt x="15085" y="10750"/>
                  </a:lnTo>
                  <a:lnTo>
                    <a:pt x="15085" y="10750"/>
                  </a:lnTo>
                  <a:moveTo>
                    <a:pt x="15696" y="10038"/>
                  </a:moveTo>
                  <a:lnTo>
                    <a:pt x="16231" y="10038"/>
                  </a:lnTo>
                  <a:lnTo>
                    <a:pt x="15915" y="9093"/>
                  </a:lnTo>
                  <a:lnTo>
                    <a:pt x="16012" y="9093"/>
                  </a:lnTo>
                  <a:lnTo>
                    <a:pt x="15696" y="10038"/>
                  </a:lnTo>
                  <a:lnTo>
                    <a:pt x="15696" y="10038"/>
                  </a:lnTo>
                </a:path>
              </a:pathLst>
            </a:custGeom>
            <a:solidFill>
              <a:srgbClr val="33415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66" name="Google Shape;1666;p61"/>
            <p:cNvSpPr/>
            <p:nvPr/>
          </p:nvSpPr>
          <p:spPr>
            <a:xfrm>
              <a:off x="550734" y="2660904"/>
              <a:ext cx="1482885" cy="569207"/>
            </a:xfrm>
            <a:custGeom>
              <a:rect b="b" l="l" r="r" t="t"/>
              <a:pathLst>
                <a:path extrusionOk="0" h="11900" w="31000">
                  <a:moveTo>
                    <a:pt x="17027" y="10750"/>
                  </a:moveTo>
                  <a:lnTo>
                    <a:pt x="17027" y="8854"/>
                  </a:lnTo>
                  <a:lnTo>
                    <a:pt x="17374" y="8854"/>
                  </a:lnTo>
                  <a:lnTo>
                    <a:pt x="17374" y="10750"/>
                  </a:lnTo>
                  <a:lnTo>
                    <a:pt x="17027" y="10750"/>
                  </a:lnTo>
                </a:path>
              </a:pathLst>
            </a:custGeom>
            <a:solidFill>
              <a:srgbClr val="33415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67" name="Google Shape;1667;p61"/>
            <p:cNvSpPr/>
            <p:nvPr/>
          </p:nvSpPr>
          <p:spPr>
            <a:xfrm>
              <a:off x="550734" y="2660904"/>
              <a:ext cx="1482885" cy="569207"/>
            </a:xfrm>
            <a:custGeom>
              <a:rect b="b" l="l" r="r" t="t"/>
              <a:pathLst>
                <a:path extrusionOk="0" h="11900" w="31000">
                  <a:moveTo>
                    <a:pt x="18308" y="10750"/>
                  </a:moveTo>
                  <a:lnTo>
                    <a:pt x="18308" y="9544"/>
                  </a:lnTo>
                  <a:lnTo>
                    <a:pt x="18033" y="9544"/>
                  </a:lnTo>
                  <a:lnTo>
                    <a:pt x="18033" y="9399"/>
                  </a:lnTo>
                  <a:lnTo>
                    <a:pt x="18308" y="9399"/>
                  </a:lnTo>
                  <a:lnTo>
                    <a:pt x="18308" y="9269"/>
                  </a:lnTo>
                  <a:cubicBezTo>
                    <a:pt x="18308" y="9174"/>
                    <a:pt x="18327" y="9093"/>
                    <a:pt x="18365" y="9027"/>
                  </a:cubicBezTo>
                  <a:cubicBezTo>
                    <a:pt x="18403" y="8961"/>
                    <a:pt x="18455" y="8911"/>
                    <a:pt x="18521" y="8876"/>
                  </a:cubicBezTo>
                  <a:cubicBezTo>
                    <a:pt x="18588" y="8841"/>
                    <a:pt x="18660" y="8824"/>
                    <a:pt x="18740" y="8824"/>
                  </a:cubicBezTo>
                  <a:cubicBezTo>
                    <a:pt x="18759" y="8824"/>
                    <a:pt x="18778" y="8825"/>
                    <a:pt x="18798" y="8827"/>
                  </a:cubicBezTo>
                  <a:cubicBezTo>
                    <a:pt x="18817" y="8830"/>
                    <a:pt x="18834" y="8833"/>
                    <a:pt x="18847" y="8836"/>
                  </a:cubicBezTo>
                  <a:lnTo>
                    <a:pt x="18847" y="8974"/>
                  </a:lnTo>
                  <a:cubicBezTo>
                    <a:pt x="18834" y="8970"/>
                    <a:pt x="18818" y="8968"/>
                    <a:pt x="18799" y="8967"/>
                  </a:cubicBezTo>
                  <a:cubicBezTo>
                    <a:pt x="18780" y="8967"/>
                    <a:pt x="18766" y="8966"/>
                    <a:pt x="18756" y="8966"/>
                  </a:cubicBezTo>
                  <a:cubicBezTo>
                    <a:pt x="18667" y="8966"/>
                    <a:pt x="18596" y="8991"/>
                    <a:pt x="18542" y="9041"/>
                  </a:cubicBezTo>
                  <a:cubicBezTo>
                    <a:pt x="18487" y="9091"/>
                    <a:pt x="18460" y="9167"/>
                    <a:pt x="18460" y="9269"/>
                  </a:cubicBezTo>
                  <a:lnTo>
                    <a:pt x="18460" y="9399"/>
                  </a:lnTo>
                  <a:lnTo>
                    <a:pt x="18796" y="9399"/>
                  </a:lnTo>
                  <a:lnTo>
                    <a:pt x="18796" y="9544"/>
                  </a:lnTo>
                  <a:lnTo>
                    <a:pt x="18460" y="9544"/>
                  </a:lnTo>
                  <a:lnTo>
                    <a:pt x="18460" y="10750"/>
                  </a:lnTo>
                  <a:lnTo>
                    <a:pt x="18308" y="10750"/>
                  </a:lnTo>
                </a:path>
              </a:pathLst>
            </a:custGeom>
            <a:solidFill>
              <a:srgbClr val="33415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68" name="Google Shape;1668;p61"/>
            <p:cNvSpPr/>
            <p:nvPr/>
          </p:nvSpPr>
          <p:spPr>
            <a:xfrm>
              <a:off x="550734" y="2660904"/>
              <a:ext cx="1482885" cy="569207"/>
            </a:xfrm>
            <a:custGeom>
              <a:rect b="b" l="l" r="r" t="t"/>
              <a:pathLst>
                <a:path extrusionOk="0" h="11900" w="31000">
                  <a:moveTo>
                    <a:pt x="19687" y="10781"/>
                  </a:moveTo>
                  <a:cubicBezTo>
                    <a:pt x="19558" y="10781"/>
                    <a:pt x="19442" y="10750"/>
                    <a:pt x="19339" y="10689"/>
                  </a:cubicBezTo>
                  <a:cubicBezTo>
                    <a:pt x="19235" y="10628"/>
                    <a:pt x="19153" y="10544"/>
                    <a:pt x="19093" y="10436"/>
                  </a:cubicBezTo>
                  <a:cubicBezTo>
                    <a:pt x="19033" y="10328"/>
                    <a:pt x="19002" y="10207"/>
                    <a:pt x="19002" y="10073"/>
                  </a:cubicBezTo>
                  <a:cubicBezTo>
                    <a:pt x="19002" y="9939"/>
                    <a:pt x="19033" y="9819"/>
                    <a:pt x="19093" y="9712"/>
                  </a:cubicBezTo>
                  <a:cubicBezTo>
                    <a:pt x="19153" y="9605"/>
                    <a:pt x="19235" y="9521"/>
                    <a:pt x="19337" y="9460"/>
                  </a:cubicBezTo>
                  <a:cubicBezTo>
                    <a:pt x="19440" y="9399"/>
                    <a:pt x="19556" y="9368"/>
                    <a:pt x="19687" y="9368"/>
                  </a:cubicBezTo>
                  <a:cubicBezTo>
                    <a:pt x="19818" y="9368"/>
                    <a:pt x="19932" y="9399"/>
                    <a:pt x="20036" y="9460"/>
                  </a:cubicBezTo>
                  <a:cubicBezTo>
                    <a:pt x="20140" y="9521"/>
                    <a:pt x="20221" y="9605"/>
                    <a:pt x="20280" y="9711"/>
                  </a:cubicBezTo>
                  <a:cubicBezTo>
                    <a:pt x="20340" y="9817"/>
                    <a:pt x="20370" y="9938"/>
                    <a:pt x="20370" y="10073"/>
                  </a:cubicBezTo>
                  <a:cubicBezTo>
                    <a:pt x="20370" y="10209"/>
                    <a:pt x="20339" y="10330"/>
                    <a:pt x="20278" y="10437"/>
                  </a:cubicBezTo>
                  <a:cubicBezTo>
                    <a:pt x="20217" y="10544"/>
                    <a:pt x="20135" y="10628"/>
                    <a:pt x="20032" y="10689"/>
                  </a:cubicBezTo>
                  <a:cubicBezTo>
                    <a:pt x="19930" y="10750"/>
                    <a:pt x="19815" y="10781"/>
                    <a:pt x="19687" y="10781"/>
                  </a:cubicBezTo>
                  <a:lnTo>
                    <a:pt x="19687" y="10781"/>
                  </a:lnTo>
                  <a:moveTo>
                    <a:pt x="19687" y="10631"/>
                  </a:moveTo>
                  <a:cubicBezTo>
                    <a:pt x="19784" y="10631"/>
                    <a:pt x="19872" y="10607"/>
                    <a:pt x="19951" y="10558"/>
                  </a:cubicBezTo>
                  <a:cubicBezTo>
                    <a:pt x="20030" y="10510"/>
                    <a:pt x="20092" y="10443"/>
                    <a:pt x="20138" y="10358"/>
                  </a:cubicBezTo>
                  <a:cubicBezTo>
                    <a:pt x="20184" y="10274"/>
                    <a:pt x="20207" y="10179"/>
                    <a:pt x="20207" y="10073"/>
                  </a:cubicBezTo>
                  <a:cubicBezTo>
                    <a:pt x="20207" y="9968"/>
                    <a:pt x="20184" y="9874"/>
                    <a:pt x="20138" y="9791"/>
                  </a:cubicBezTo>
                  <a:cubicBezTo>
                    <a:pt x="20092" y="9708"/>
                    <a:pt x="20030" y="9641"/>
                    <a:pt x="19952" y="9592"/>
                  </a:cubicBezTo>
                  <a:cubicBezTo>
                    <a:pt x="19874" y="9543"/>
                    <a:pt x="19786" y="9518"/>
                    <a:pt x="19687" y="9518"/>
                  </a:cubicBezTo>
                  <a:cubicBezTo>
                    <a:pt x="19589" y="9518"/>
                    <a:pt x="19500" y="9543"/>
                    <a:pt x="19421" y="9591"/>
                  </a:cubicBezTo>
                  <a:cubicBezTo>
                    <a:pt x="19342" y="9639"/>
                    <a:pt x="19280" y="9706"/>
                    <a:pt x="19234" y="9790"/>
                  </a:cubicBezTo>
                  <a:cubicBezTo>
                    <a:pt x="19188" y="9874"/>
                    <a:pt x="19166" y="9968"/>
                    <a:pt x="19166" y="10073"/>
                  </a:cubicBezTo>
                  <a:cubicBezTo>
                    <a:pt x="19166" y="10179"/>
                    <a:pt x="19189" y="10274"/>
                    <a:pt x="19236" y="10358"/>
                  </a:cubicBezTo>
                  <a:cubicBezTo>
                    <a:pt x="19282" y="10443"/>
                    <a:pt x="19344" y="10510"/>
                    <a:pt x="19423" y="10558"/>
                  </a:cubicBezTo>
                  <a:cubicBezTo>
                    <a:pt x="19501" y="10607"/>
                    <a:pt x="19589" y="10631"/>
                    <a:pt x="19687" y="10631"/>
                  </a:cubicBezTo>
                </a:path>
              </a:pathLst>
            </a:custGeom>
            <a:solidFill>
              <a:srgbClr val="33415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69" name="Google Shape;1669;p61"/>
            <p:cNvSpPr/>
            <p:nvPr/>
          </p:nvSpPr>
          <p:spPr>
            <a:xfrm>
              <a:off x="550734" y="2660904"/>
              <a:ext cx="1482885" cy="569207"/>
            </a:xfrm>
            <a:custGeom>
              <a:rect b="b" l="l" r="r" t="t"/>
              <a:pathLst>
                <a:path extrusionOk="0" h="11900" w="31000">
                  <a:moveTo>
                    <a:pt x="20710" y="10750"/>
                  </a:moveTo>
                  <a:lnTo>
                    <a:pt x="20710" y="9399"/>
                  </a:lnTo>
                  <a:lnTo>
                    <a:pt x="20863" y="9399"/>
                  </a:lnTo>
                  <a:lnTo>
                    <a:pt x="20863" y="9651"/>
                  </a:lnTo>
                  <a:lnTo>
                    <a:pt x="20835" y="9628"/>
                  </a:lnTo>
                  <a:cubicBezTo>
                    <a:pt x="20864" y="9552"/>
                    <a:pt x="20914" y="9491"/>
                    <a:pt x="20984" y="9447"/>
                  </a:cubicBezTo>
                  <a:cubicBezTo>
                    <a:pt x="21054" y="9403"/>
                    <a:pt x="21138" y="9381"/>
                    <a:pt x="21235" y="9381"/>
                  </a:cubicBezTo>
                  <a:lnTo>
                    <a:pt x="21322" y="9381"/>
                  </a:lnTo>
                  <a:lnTo>
                    <a:pt x="21322" y="9534"/>
                  </a:lnTo>
                  <a:lnTo>
                    <a:pt x="21217" y="9534"/>
                  </a:lnTo>
                  <a:cubicBezTo>
                    <a:pt x="21107" y="9534"/>
                    <a:pt x="21020" y="9569"/>
                    <a:pt x="20958" y="9640"/>
                  </a:cubicBezTo>
                  <a:cubicBezTo>
                    <a:pt x="20895" y="9710"/>
                    <a:pt x="20863" y="9805"/>
                    <a:pt x="20863" y="9923"/>
                  </a:cubicBezTo>
                  <a:lnTo>
                    <a:pt x="20863" y="10751"/>
                  </a:lnTo>
                  <a:lnTo>
                    <a:pt x="20710" y="10751"/>
                  </a:lnTo>
                  <a:lnTo>
                    <a:pt x="20710" y="10750"/>
                  </a:lnTo>
                </a:path>
              </a:pathLst>
            </a:custGeom>
            <a:solidFill>
              <a:srgbClr val="33415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70" name="Google Shape;1670;p61"/>
            <p:cNvSpPr/>
            <p:nvPr/>
          </p:nvSpPr>
          <p:spPr>
            <a:xfrm>
              <a:off x="550734" y="2660904"/>
              <a:ext cx="1482885" cy="569207"/>
            </a:xfrm>
            <a:custGeom>
              <a:rect b="b" l="l" r="r" t="t"/>
              <a:pathLst>
                <a:path extrusionOk="0" h="11900" w="31000">
                  <a:moveTo>
                    <a:pt x="22813" y="10781"/>
                  </a:moveTo>
                  <a:cubicBezTo>
                    <a:pt x="22677" y="10781"/>
                    <a:pt x="22552" y="10756"/>
                    <a:pt x="22436" y="10707"/>
                  </a:cubicBezTo>
                  <a:cubicBezTo>
                    <a:pt x="22321" y="10658"/>
                    <a:pt x="22220" y="10589"/>
                    <a:pt x="22133" y="10501"/>
                  </a:cubicBezTo>
                  <a:cubicBezTo>
                    <a:pt x="22047" y="10413"/>
                    <a:pt x="21979" y="10309"/>
                    <a:pt x="21931" y="10190"/>
                  </a:cubicBezTo>
                  <a:cubicBezTo>
                    <a:pt x="21883" y="10072"/>
                    <a:pt x="21858" y="9942"/>
                    <a:pt x="21858" y="9801"/>
                  </a:cubicBezTo>
                  <a:cubicBezTo>
                    <a:pt x="21858" y="9660"/>
                    <a:pt x="21882" y="9530"/>
                    <a:pt x="21928" y="9410"/>
                  </a:cubicBezTo>
                  <a:cubicBezTo>
                    <a:pt x="21975" y="9291"/>
                    <a:pt x="22041" y="9187"/>
                    <a:pt x="22127" y="9100"/>
                  </a:cubicBezTo>
                  <a:cubicBezTo>
                    <a:pt x="22213" y="9012"/>
                    <a:pt x="22313" y="8944"/>
                    <a:pt x="22429" y="8896"/>
                  </a:cubicBezTo>
                  <a:cubicBezTo>
                    <a:pt x="22544" y="8848"/>
                    <a:pt x="22670" y="8824"/>
                    <a:pt x="22805" y="8824"/>
                  </a:cubicBezTo>
                  <a:cubicBezTo>
                    <a:pt x="22941" y="8824"/>
                    <a:pt x="23063" y="8846"/>
                    <a:pt x="23170" y="8892"/>
                  </a:cubicBezTo>
                  <a:cubicBezTo>
                    <a:pt x="23278" y="8938"/>
                    <a:pt x="23369" y="8999"/>
                    <a:pt x="23444" y="9074"/>
                  </a:cubicBezTo>
                  <a:cubicBezTo>
                    <a:pt x="23519" y="9150"/>
                    <a:pt x="23572" y="9233"/>
                    <a:pt x="23605" y="9322"/>
                  </a:cubicBezTo>
                  <a:lnTo>
                    <a:pt x="23297" y="9470"/>
                  </a:lnTo>
                  <a:cubicBezTo>
                    <a:pt x="23261" y="9372"/>
                    <a:pt x="23201" y="9292"/>
                    <a:pt x="23116" y="9231"/>
                  </a:cubicBezTo>
                  <a:cubicBezTo>
                    <a:pt x="23031" y="9170"/>
                    <a:pt x="22927" y="9139"/>
                    <a:pt x="22805" y="9139"/>
                  </a:cubicBezTo>
                  <a:cubicBezTo>
                    <a:pt x="22683" y="9139"/>
                    <a:pt x="22582" y="9167"/>
                    <a:pt x="22491" y="9223"/>
                  </a:cubicBezTo>
                  <a:cubicBezTo>
                    <a:pt x="22400" y="9279"/>
                    <a:pt x="22330" y="9356"/>
                    <a:pt x="22280" y="9455"/>
                  </a:cubicBezTo>
                  <a:cubicBezTo>
                    <a:pt x="22230" y="9553"/>
                    <a:pt x="22205" y="9669"/>
                    <a:pt x="22205" y="9801"/>
                  </a:cubicBezTo>
                  <a:cubicBezTo>
                    <a:pt x="22205" y="9933"/>
                    <a:pt x="22230" y="10049"/>
                    <a:pt x="22282" y="10148"/>
                  </a:cubicBezTo>
                  <a:cubicBezTo>
                    <a:pt x="22334" y="10248"/>
                    <a:pt x="22406" y="10325"/>
                    <a:pt x="22497" y="10381"/>
                  </a:cubicBezTo>
                  <a:cubicBezTo>
                    <a:pt x="22589" y="10437"/>
                    <a:pt x="22694" y="10465"/>
                    <a:pt x="22813" y="10465"/>
                  </a:cubicBezTo>
                  <a:cubicBezTo>
                    <a:pt x="22910" y="10465"/>
                    <a:pt x="22999" y="10446"/>
                    <a:pt x="23080" y="10408"/>
                  </a:cubicBezTo>
                  <a:cubicBezTo>
                    <a:pt x="23162" y="10370"/>
                    <a:pt x="23227" y="10316"/>
                    <a:pt x="23276" y="10245"/>
                  </a:cubicBezTo>
                  <a:cubicBezTo>
                    <a:pt x="23326" y="10175"/>
                    <a:pt x="23350" y="10091"/>
                    <a:pt x="23350" y="9995"/>
                  </a:cubicBezTo>
                  <a:lnTo>
                    <a:pt x="23350" y="9849"/>
                  </a:lnTo>
                  <a:lnTo>
                    <a:pt x="23508" y="9987"/>
                  </a:lnTo>
                  <a:lnTo>
                    <a:pt x="22805" y="9987"/>
                  </a:lnTo>
                  <a:lnTo>
                    <a:pt x="22805" y="9694"/>
                  </a:lnTo>
                  <a:lnTo>
                    <a:pt x="23696" y="9694"/>
                  </a:lnTo>
                  <a:lnTo>
                    <a:pt x="23696" y="9885"/>
                  </a:lnTo>
                  <a:cubicBezTo>
                    <a:pt x="23696" y="10031"/>
                    <a:pt x="23672" y="10160"/>
                    <a:pt x="23622" y="10272"/>
                  </a:cubicBezTo>
                  <a:cubicBezTo>
                    <a:pt x="23573" y="10384"/>
                    <a:pt x="23507" y="10478"/>
                    <a:pt x="23423" y="10553"/>
                  </a:cubicBezTo>
                  <a:cubicBezTo>
                    <a:pt x="23339" y="10629"/>
                    <a:pt x="23244" y="10686"/>
                    <a:pt x="23139" y="10724"/>
                  </a:cubicBezTo>
                  <a:cubicBezTo>
                    <a:pt x="23034" y="10762"/>
                    <a:pt x="22925" y="10781"/>
                    <a:pt x="22813" y="10781"/>
                  </a:cubicBezTo>
                  <a:lnTo>
                    <a:pt x="22813" y="10781"/>
                  </a:lnTo>
                </a:path>
              </a:pathLst>
            </a:custGeom>
            <a:solidFill>
              <a:srgbClr val="33415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71" name="Google Shape;1671;p61"/>
            <p:cNvSpPr/>
            <p:nvPr/>
          </p:nvSpPr>
          <p:spPr>
            <a:xfrm>
              <a:off x="550734" y="2660904"/>
              <a:ext cx="1482885" cy="569207"/>
            </a:xfrm>
            <a:custGeom>
              <a:rect b="b" l="l" r="r" t="t"/>
              <a:pathLst>
                <a:path extrusionOk="0" h="11900" w="31000">
                  <a:moveTo>
                    <a:pt x="23917" y="10750"/>
                  </a:moveTo>
                  <a:lnTo>
                    <a:pt x="23917" y="9366"/>
                  </a:lnTo>
                  <a:lnTo>
                    <a:pt x="24230" y="9366"/>
                  </a:lnTo>
                  <a:lnTo>
                    <a:pt x="24230" y="9674"/>
                  </a:lnTo>
                  <a:lnTo>
                    <a:pt x="24205" y="9628"/>
                  </a:lnTo>
                  <a:cubicBezTo>
                    <a:pt x="24237" y="9525"/>
                    <a:pt x="24288" y="9452"/>
                    <a:pt x="24356" y="9412"/>
                  </a:cubicBezTo>
                  <a:cubicBezTo>
                    <a:pt x="24425" y="9371"/>
                    <a:pt x="24508" y="9351"/>
                    <a:pt x="24605" y="9351"/>
                  </a:cubicBezTo>
                  <a:lnTo>
                    <a:pt x="24686" y="9351"/>
                  </a:lnTo>
                  <a:lnTo>
                    <a:pt x="24686" y="9646"/>
                  </a:lnTo>
                  <a:lnTo>
                    <a:pt x="24566" y="9646"/>
                  </a:lnTo>
                  <a:cubicBezTo>
                    <a:pt x="24471" y="9646"/>
                    <a:pt x="24395" y="9675"/>
                    <a:pt x="24337" y="9734"/>
                  </a:cubicBezTo>
                  <a:cubicBezTo>
                    <a:pt x="24280" y="9792"/>
                    <a:pt x="24251" y="9874"/>
                    <a:pt x="24251" y="9979"/>
                  </a:cubicBezTo>
                  <a:lnTo>
                    <a:pt x="24251" y="10751"/>
                  </a:lnTo>
                  <a:lnTo>
                    <a:pt x="23917" y="10751"/>
                  </a:lnTo>
                  <a:lnTo>
                    <a:pt x="23917" y="10750"/>
                  </a:lnTo>
                </a:path>
              </a:pathLst>
            </a:custGeom>
            <a:solidFill>
              <a:srgbClr val="33415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72" name="Google Shape;1672;p61"/>
            <p:cNvSpPr/>
            <p:nvPr/>
          </p:nvSpPr>
          <p:spPr>
            <a:xfrm>
              <a:off x="550734" y="2660904"/>
              <a:ext cx="1482885" cy="569207"/>
            </a:xfrm>
            <a:custGeom>
              <a:rect b="b" l="l" r="r" t="t"/>
              <a:pathLst>
                <a:path extrusionOk="0" h="11900" w="31000">
                  <a:moveTo>
                    <a:pt x="25521" y="10781"/>
                  </a:moveTo>
                  <a:cubicBezTo>
                    <a:pt x="25385" y="10781"/>
                    <a:pt x="25262" y="10750"/>
                    <a:pt x="25151" y="10687"/>
                  </a:cubicBezTo>
                  <a:cubicBezTo>
                    <a:pt x="25040" y="10624"/>
                    <a:pt x="24951" y="10538"/>
                    <a:pt x="24886" y="10430"/>
                  </a:cubicBezTo>
                  <a:cubicBezTo>
                    <a:pt x="24821" y="10321"/>
                    <a:pt x="24788" y="10197"/>
                    <a:pt x="24788" y="10058"/>
                  </a:cubicBezTo>
                  <a:cubicBezTo>
                    <a:pt x="24788" y="9919"/>
                    <a:pt x="24821" y="9795"/>
                    <a:pt x="24886" y="9686"/>
                  </a:cubicBezTo>
                  <a:cubicBezTo>
                    <a:pt x="24951" y="9578"/>
                    <a:pt x="25039" y="9492"/>
                    <a:pt x="25149" y="9429"/>
                  </a:cubicBezTo>
                  <a:cubicBezTo>
                    <a:pt x="25260" y="9367"/>
                    <a:pt x="25384" y="9335"/>
                    <a:pt x="25521" y="9335"/>
                  </a:cubicBezTo>
                  <a:cubicBezTo>
                    <a:pt x="25658" y="9335"/>
                    <a:pt x="25780" y="9367"/>
                    <a:pt x="25890" y="9429"/>
                  </a:cubicBezTo>
                  <a:cubicBezTo>
                    <a:pt x="26000" y="9492"/>
                    <a:pt x="26088" y="9577"/>
                    <a:pt x="26154" y="9685"/>
                  </a:cubicBezTo>
                  <a:cubicBezTo>
                    <a:pt x="26219" y="9793"/>
                    <a:pt x="26252" y="9917"/>
                    <a:pt x="26252" y="10058"/>
                  </a:cubicBezTo>
                  <a:cubicBezTo>
                    <a:pt x="26252" y="10199"/>
                    <a:pt x="26218" y="10321"/>
                    <a:pt x="26152" y="10430"/>
                  </a:cubicBezTo>
                  <a:cubicBezTo>
                    <a:pt x="26086" y="10538"/>
                    <a:pt x="25998" y="10624"/>
                    <a:pt x="25888" y="10687"/>
                  </a:cubicBezTo>
                  <a:cubicBezTo>
                    <a:pt x="25777" y="10750"/>
                    <a:pt x="25655" y="10781"/>
                    <a:pt x="25521" y="10781"/>
                  </a:cubicBezTo>
                  <a:lnTo>
                    <a:pt x="25521" y="10781"/>
                  </a:lnTo>
                  <a:moveTo>
                    <a:pt x="25521" y="10476"/>
                  </a:moveTo>
                  <a:cubicBezTo>
                    <a:pt x="25596" y="10476"/>
                    <a:pt x="25661" y="10458"/>
                    <a:pt x="25718" y="10422"/>
                  </a:cubicBezTo>
                  <a:cubicBezTo>
                    <a:pt x="25775" y="10386"/>
                    <a:pt x="25820" y="10337"/>
                    <a:pt x="25853" y="10273"/>
                  </a:cubicBezTo>
                  <a:cubicBezTo>
                    <a:pt x="25886" y="10210"/>
                    <a:pt x="25903" y="10138"/>
                    <a:pt x="25903" y="10058"/>
                  </a:cubicBezTo>
                  <a:cubicBezTo>
                    <a:pt x="25903" y="9978"/>
                    <a:pt x="25886" y="9905"/>
                    <a:pt x="25853" y="9843"/>
                  </a:cubicBezTo>
                  <a:cubicBezTo>
                    <a:pt x="25820" y="9781"/>
                    <a:pt x="25775" y="9732"/>
                    <a:pt x="25718" y="9695"/>
                  </a:cubicBezTo>
                  <a:cubicBezTo>
                    <a:pt x="25661" y="9659"/>
                    <a:pt x="25596" y="9641"/>
                    <a:pt x="25521" y="9641"/>
                  </a:cubicBezTo>
                  <a:cubicBezTo>
                    <a:pt x="25446" y="9641"/>
                    <a:pt x="25378" y="9659"/>
                    <a:pt x="25320" y="9695"/>
                  </a:cubicBezTo>
                  <a:cubicBezTo>
                    <a:pt x="25262" y="9732"/>
                    <a:pt x="25217" y="9781"/>
                    <a:pt x="25184" y="9843"/>
                  </a:cubicBezTo>
                  <a:cubicBezTo>
                    <a:pt x="25150" y="9905"/>
                    <a:pt x="25134" y="9977"/>
                    <a:pt x="25134" y="10058"/>
                  </a:cubicBezTo>
                  <a:cubicBezTo>
                    <a:pt x="25134" y="10140"/>
                    <a:pt x="25150" y="10210"/>
                    <a:pt x="25184" y="10273"/>
                  </a:cubicBezTo>
                  <a:cubicBezTo>
                    <a:pt x="25217" y="10337"/>
                    <a:pt x="25262" y="10386"/>
                    <a:pt x="25320" y="10422"/>
                  </a:cubicBezTo>
                  <a:cubicBezTo>
                    <a:pt x="25377" y="10458"/>
                    <a:pt x="25445" y="10476"/>
                    <a:pt x="25521" y="10476"/>
                  </a:cubicBezTo>
                </a:path>
              </a:pathLst>
            </a:custGeom>
            <a:solidFill>
              <a:srgbClr val="33415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73" name="Google Shape;1673;p61"/>
            <p:cNvSpPr/>
            <p:nvPr/>
          </p:nvSpPr>
          <p:spPr>
            <a:xfrm>
              <a:off x="550734" y="2660904"/>
              <a:ext cx="1482885" cy="569207"/>
            </a:xfrm>
            <a:custGeom>
              <a:rect b="b" l="l" r="r" t="t"/>
              <a:pathLst>
                <a:path extrusionOk="0" h="11900" w="31000">
                  <a:moveTo>
                    <a:pt x="26801" y="10750"/>
                  </a:moveTo>
                  <a:lnTo>
                    <a:pt x="26325" y="9366"/>
                  </a:lnTo>
                  <a:lnTo>
                    <a:pt x="26676" y="9366"/>
                  </a:lnTo>
                  <a:lnTo>
                    <a:pt x="27025" y="10417"/>
                  </a:lnTo>
                  <a:lnTo>
                    <a:pt x="26903" y="10415"/>
                  </a:lnTo>
                  <a:lnTo>
                    <a:pt x="27275" y="9366"/>
                  </a:lnTo>
                  <a:lnTo>
                    <a:pt x="27570" y="9366"/>
                  </a:lnTo>
                  <a:lnTo>
                    <a:pt x="27939" y="10415"/>
                  </a:lnTo>
                  <a:lnTo>
                    <a:pt x="27817" y="10417"/>
                  </a:lnTo>
                  <a:lnTo>
                    <a:pt x="28165" y="9366"/>
                  </a:lnTo>
                  <a:lnTo>
                    <a:pt x="28517" y="9366"/>
                  </a:lnTo>
                  <a:lnTo>
                    <a:pt x="28041" y="10750"/>
                  </a:lnTo>
                  <a:lnTo>
                    <a:pt x="27743" y="10750"/>
                  </a:lnTo>
                  <a:lnTo>
                    <a:pt x="27366" y="9653"/>
                  </a:lnTo>
                  <a:lnTo>
                    <a:pt x="27478" y="9653"/>
                  </a:lnTo>
                  <a:lnTo>
                    <a:pt x="27096" y="10750"/>
                  </a:lnTo>
                  <a:lnTo>
                    <a:pt x="26801" y="10750"/>
                  </a:lnTo>
                </a:path>
              </a:pathLst>
            </a:custGeom>
            <a:solidFill>
              <a:srgbClr val="33415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74" name="Google Shape;1674;p61"/>
            <p:cNvSpPr/>
            <p:nvPr/>
          </p:nvSpPr>
          <p:spPr>
            <a:xfrm>
              <a:off x="550734" y="2660904"/>
              <a:ext cx="1482885" cy="569207"/>
            </a:xfrm>
            <a:custGeom>
              <a:rect b="b" l="l" r="r" t="t"/>
              <a:pathLst>
                <a:path extrusionOk="0" h="11900" w="31000">
                  <a:moveTo>
                    <a:pt x="29306" y="10766"/>
                  </a:moveTo>
                  <a:cubicBezTo>
                    <a:pt x="29150" y="10766"/>
                    <a:pt x="29029" y="10723"/>
                    <a:pt x="28943" y="10637"/>
                  </a:cubicBezTo>
                  <a:cubicBezTo>
                    <a:pt x="28857" y="10552"/>
                    <a:pt x="28814" y="10431"/>
                    <a:pt x="28814" y="10274"/>
                  </a:cubicBezTo>
                  <a:lnTo>
                    <a:pt x="28814" y="9664"/>
                  </a:lnTo>
                  <a:lnTo>
                    <a:pt x="28575" y="9664"/>
                  </a:lnTo>
                  <a:lnTo>
                    <a:pt x="28575" y="9366"/>
                  </a:lnTo>
                  <a:lnTo>
                    <a:pt x="28601" y="9366"/>
                  </a:lnTo>
                  <a:cubicBezTo>
                    <a:pt x="28668" y="9366"/>
                    <a:pt x="28721" y="9348"/>
                    <a:pt x="28758" y="9312"/>
                  </a:cubicBezTo>
                  <a:cubicBezTo>
                    <a:pt x="28796" y="9277"/>
                    <a:pt x="28814" y="9225"/>
                    <a:pt x="28814" y="9157"/>
                  </a:cubicBezTo>
                  <a:lnTo>
                    <a:pt x="28814" y="9050"/>
                  </a:lnTo>
                  <a:lnTo>
                    <a:pt x="29148" y="9050"/>
                  </a:lnTo>
                  <a:lnTo>
                    <a:pt x="29148" y="9366"/>
                  </a:lnTo>
                  <a:lnTo>
                    <a:pt x="29466" y="9366"/>
                  </a:lnTo>
                  <a:lnTo>
                    <a:pt x="29466" y="9664"/>
                  </a:lnTo>
                  <a:lnTo>
                    <a:pt x="29148" y="9664"/>
                  </a:lnTo>
                  <a:lnTo>
                    <a:pt x="29148" y="10257"/>
                  </a:lnTo>
                  <a:cubicBezTo>
                    <a:pt x="29148" y="10302"/>
                    <a:pt x="29156" y="10342"/>
                    <a:pt x="29172" y="10374"/>
                  </a:cubicBezTo>
                  <a:cubicBezTo>
                    <a:pt x="29188" y="10406"/>
                    <a:pt x="29214" y="10431"/>
                    <a:pt x="29248" y="10448"/>
                  </a:cubicBezTo>
                  <a:cubicBezTo>
                    <a:pt x="29283" y="10464"/>
                    <a:pt x="29328" y="10473"/>
                    <a:pt x="29382" y="10473"/>
                  </a:cubicBezTo>
                  <a:cubicBezTo>
                    <a:pt x="29394" y="10473"/>
                    <a:pt x="29408" y="10472"/>
                    <a:pt x="29424" y="10470"/>
                  </a:cubicBezTo>
                  <a:cubicBezTo>
                    <a:pt x="29440" y="10469"/>
                    <a:pt x="29456" y="10467"/>
                    <a:pt x="29471" y="10465"/>
                  </a:cubicBezTo>
                  <a:lnTo>
                    <a:pt x="29471" y="10750"/>
                  </a:lnTo>
                  <a:cubicBezTo>
                    <a:pt x="29447" y="10754"/>
                    <a:pt x="29420" y="10757"/>
                    <a:pt x="29390" y="10761"/>
                  </a:cubicBezTo>
                  <a:cubicBezTo>
                    <a:pt x="29359" y="10764"/>
                    <a:pt x="29331" y="10766"/>
                    <a:pt x="29306" y="10766"/>
                  </a:cubicBezTo>
                </a:path>
              </a:pathLst>
            </a:custGeom>
            <a:solidFill>
              <a:srgbClr val="33415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75" name="Google Shape;1675;p61"/>
            <p:cNvSpPr/>
            <p:nvPr/>
          </p:nvSpPr>
          <p:spPr>
            <a:xfrm>
              <a:off x="550734" y="2660904"/>
              <a:ext cx="1482885" cy="569207"/>
            </a:xfrm>
            <a:custGeom>
              <a:rect b="b" l="l" r="r" t="t"/>
              <a:pathLst>
                <a:path extrusionOk="0" h="11900" w="31000">
                  <a:moveTo>
                    <a:pt x="29700" y="10750"/>
                  </a:moveTo>
                  <a:lnTo>
                    <a:pt x="29700" y="8824"/>
                  </a:lnTo>
                  <a:lnTo>
                    <a:pt x="30034" y="8824"/>
                  </a:lnTo>
                  <a:lnTo>
                    <a:pt x="30034" y="9638"/>
                  </a:lnTo>
                  <a:lnTo>
                    <a:pt x="29988" y="9590"/>
                  </a:lnTo>
                  <a:cubicBezTo>
                    <a:pt x="30020" y="9507"/>
                    <a:pt x="30073" y="9443"/>
                    <a:pt x="30147" y="9400"/>
                  </a:cubicBezTo>
                  <a:cubicBezTo>
                    <a:pt x="30221" y="9357"/>
                    <a:pt x="30307" y="9335"/>
                    <a:pt x="30405" y="9335"/>
                  </a:cubicBezTo>
                  <a:cubicBezTo>
                    <a:pt x="30504" y="9335"/>
                    <a:pt x="30598" y="9357"/>
                    <a:pt x="30676" y="9401"/>
                  </a:cubicBezTo>
                  <a:cubicBezTo>
                    <a:pt x="30755" y="9445"/>
                    <a:pt x="30817" y="9507"/>
                    <a:pt x="30861" y="9586"/>
                  </a:cubicBezTo>
                  <a:cubicBezTo>
                    <a:pt x="30905" y="9665"/>
                    <a:pt x="30927" y="9756"/>
                    <a:pt x="30927" y="9860"/>
                  </a:cubicBezTo>
                  <a:lnTo>
                    <a:pt x="30927" y="10750"/>
                  </a:lnTo>
                  <a:lnTo>
                    <a:pt x="30594" y="10750"/>
                  </a:lnTo>
                  <a:lnTo>
                    <a:pt x="30594" y="9938"/>
                  </a:lnTo>
                  <a:cubicBezTo>
                    <a:pt x="30594" y="9877"/>
                    <a:pt x="30582" y="9825"/>
                    <a:pt x="30558" y="9781"/>
                  </a:cubicBezTo>
                  <a:cubicBezTo>
                    <a:pt x="30535" y="9737"/>
                    <a:pt x="30502" y="9702"/>
                    <a:pt x="30460" y="9678"/>
                  </a:cubicBezTo>
                  <a:cubicBezTo>
                    <a:pt x="30419" y="9653"/>
                    <a:pt x="30370" y="9641"/>
                    <a:pt x="30314" y="9641"/>
                  </a:cubicBezTo>
                  <a:cubicBezTo>
                    <a:pt x="30258" y="9641"/>
                    <a:pt x="30211" y="9653"/>
                    <a:pt x="30169" y="9678"/>
                  </a:cubicBezTo>
                  <a:cubicBezTo>
                    <a:pt x="30126" y="9702"/>
                    <a:pt x="30093" y="9737"/>
                    <a:pt x="30070" y="9781"/>
                  </a:cubicBezTo>
                  <a:cubicBezTo>
                    <a:pt x="30046" y="9825"/>
                    <a:pt x="30034" y="9877"/>
                    <a:pt x="30034" y="9938"/>
                  </a:cubicBezTo>
                  <a:lnTo>
                    <a:pt x="30034" y="10750"/>
                  </a:lnTo>
                  <a:lnTo>
                    <a:pt x="29700" y="10750"/>
                  </a:lnTo>
                  <a:lnTo>
                    <a:pt x="29700" y="10750"/>
                  </a:lnTo>
                </a:path>
              </a:pathLst>
            </a:custGeom>
            <a:solidFill>
              <a:srgbClr val="33415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grpSp>
        <p:nvGrpSpPr>
          <p:cNvPr id="1676" name="Google Shape;1676;p61"/>
          <p:cNvGrpSpPr/>
          <p:nvPr/>
        </p:nvGrpSpPr>
        <p:grpSpPr>
          <a:xfrm>
            <a:off x="1118206" y="1878342"/>
            <a:ext cx="1482885" cy="569207"/>
            <a:chOff x="2737293" y="2660904"/>
            <a:chExt cx="1482885" cy="569207"/>
          </a:xfrm>
        </p:grpSpPr>
        <p:sp>
          <p:nvSpPr>
            <p:cNvPr id="1677" name="Google Shape;1677;p61"/>
            <p:cNvSpPr/>
            <p:nvPr/>
          </p:nvSpPr>
          <p:spPr>
            <a:xfrm>
              <a:off x="2737293" y="2660904"/>
              <a:ext cx="1482885" cy="569207"/>
            </a:xfrm>
            <a:custGeom>
              <a:rect b="b" l="l" r="r" t="t"/>
              <a:pathLst>
                <a:path extrusionOk="0" h="11900" w="31000">
                  <a:moveTo>
                    <a:pt x="11118" y="3527"/>
                  </a:moveTo>
                  <a:lnTo>
                    <a:pt x="13380" y="3527"/>
                  </a:lnTo>
                  <a:lnTo>
                    <a:pt x="13380" y="4078"/>
                  </a:lnTo>
                  <a:lnTo>
                    <a:pt x="12200" y="4269"/>
                  </a:lnTo>
                  <a:cubicBezTo>
                    <a:pt x="11861" y="4321"/>
                    <a:pt x="11579" y="4410"/>
                    <a:pt x="11352" y="4535"/>
                  </a:cubicBezTo>
                  <a:cubicBezTo>
                    <a:pt x="11125" y="4660"/>
                    <a:pt x="10957" y="4815"/>
                    <a:pt x="10848" y="5000"/>
                  </a:cubicBezTo>
                  <a:cubicBezTo>
                    <a:pt x="10738" y="5185"/>
                    <a:pt x="10684" y="5397"/>
                    <a:pt x="10684" y="5637"/>
                  </a:cubicBezTo>
                  <a:cubicBezTo>
                    <a:pt x="10684" y="5892"/>
                    <a:pt x="10744" y="6112"/>
                    <a:pt x="10864" y="6297"/>
                  </a:cubicBezTo>
                  <a:cubicBezTo>
                    <a:pt x="10983" y="6482"/>
                    <a:pt x="11155" y="6624"/>
                    <a:pt x="11379" y="6723"/>
                  </a:cubicBezTo>
                  <a:cubicBezTo>
                    <a:pt x="11603" y="6822"/>
                    <a:pt x="11869" y="6871"/>
                    <a:pt x="12176" y="6871"/>
                  </a:cubicBezTo>
                  <a:cubicBezTo>
                    <a:pt x="12406" y="6871"/>
                    <a:pt x="12614" y="6841"/>
                    <a:pt x="12802" y="6782"/>
                  </a:cubicBezTo>
                  <a:cubicBezTo>
                    <a:pt x="12989" y="6722"/>
                    <a:pt x="13158" y="6631"/>
                    <a:pt x="13310" y="6508"/>
                  </a:cubicBezTo>
                  <a:cubicBezTo>
                    <a:pt x="13392" y="6442"/>
                    <a:pt x="13470" y="6365"/>
                    <a:pt x="13544" y="6279"/>
                  </a:cubicBezTo>
                  <a:lnTo>
                    <a:pt x="13771" y="6778"/>
                  </a:lnTo>
                  <a:lnTo>
                    <a:pt x="14552" y="6778"/>
                  </a:lnTo>
                  <a:lnTo>
                    <a:pt x="14552" y="2511"/>
                  </a:lnTo>
                  <a:lnTo>
                    <a:pt x="11465" y="2511"/>
                  </a:lnTo>
                  <a:lnTo>
                    <a:pt x="11118" y="3527"/>
                  </a:lnTo>
                  <a:lnTo>
                    <a:pt x="11118" y="3527"/>
                  </a:lnTo>
                  <a:moveTo>
                    <a:pt x="13259" y="5547"/>
                  </a:moveTo>
                  <a:cubicBezTo>
                    <a:pt x="13178" y="5690"/>
                    <a:pt x="13065" y="5803"/>
                    <a:pt x="12919" y="5887"/>
                  </a:cubicBezTo>
                  <a:cubicBezTo>
                    <a:pt x="12773" y="5970"/>
                    <a:pt x="12604" y="6012"/>
                    <a:pt x="12411" y="6012"/>
                  </a:cubicBezTo>
                  <a:cubicBezTo>
                    <a:pt x="12265" y="6012"/>
                    <a:pt x="12143" y="5975"/>
                    <a:pt x="12044" y="5902"/>
                  </a:cubicBezTo>
                  <a:cubicBezTo>
                    <a:pt x="11945" y="5830"/>
                    <a:pt x="11895" y="5728"/>
                    <a:pt x="11895" y="5598"/>
                  </a:cubicBezTo>
                  <a:cubicBezTo>
                    <a:pt x="11895" y="5457"/>
                    <a:pt x="11939" y="5349"/>
                    <a:pt x="12028" y="5273"/>
                  </a:cubicBezTo>
                  <a:cubicBezTo>
                    <a:pt x="12116" y="5198"/>
                    <a:pt x="12244" y="5144"/>
                    <a:pt x="12411" y="5113"/>
                  </a:cubicBezTo>
                  <a:lnTo>
                    <a:pt x="13380" y="4972"/>
                  </a:lnTo>
                  <a:lnTo>
                    <a:pt x="13380" y="5074"/>
                  </a:lnTo>
                  <a:cubicBezTo>
                    <a:pt x="13380" y="5246"/>
                    <a:pt x="13340" y="5404"/>
                    <a:pt x="13259" y="5547"/>
                  </a:cubicBezTo>
                  <a:lnTo>
                    <a:pt x="13259" y="5547"/>
                  </a:lnTo>
                </a:path>
              </a:pathLst>
            </a:custGeom>
            <a:solidFill>
              <a:srgbClr val="33415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78" name="Google Shape;1678;p61"/>
            <p:cNvSpPr/>
            <p:nvPr/>
          </p:nvSpPr>
          <p:spPr>
            <a:xfrm>
              <a:off x="2737293" y="2660904"/>
              <a:ext cx="1482885" cy="569207"/>
            </a:xfrm>
            <a:custGeom>
              <a:rect b="b" l="l" r="r" t="t"/>
              <a:pathLst>
                <a:path extrusionOk="0" h="11900" w="31000">
                  <a:moveTo>
                    <a:pt x="20782" y="2620"/>
                  </a:moveTo>
                  <a:cubicBezTo>
                    <a:pt x="20545" y="2485"/>
                    <a:pt x="20273" y="2417"/>
                    <a:pt x="19966" y="2417"/>
                  </a:cubicBezTo>
                  <a:cubicBezTo>
                    <a:pt x="19616" y="2417"/>
                    <a:pt x="19312" y="2500"/>
                    <a:pt x="19051" y="2667"/>
                  </a:cubicBezTo>
                  <a:cubicBezTo>
                    <a:pt x="18895" y="2767"/>
                    <a:pt x="18761" y="2900"/>
                    <a:pt x="18648" y="3065"/>
                  </a:cubicBezTo>
                  <a:cubicBezTo>
                    <a:pt x="18560" y="2918"/>
                    <a:pt x="18438" y="2791"/>
                    <a:pt x="18281" y="2686"/>
                  </a:cubicBezTo>
                  <a:cubicBezTo>
                    <a:pt x="18013" y="2507"/>
                    <a:pt x="17702" y="2417"/>
                    <a:pt x="17347" y="2417"/>
                  </a:cubicBezTo>
                  <a:cubicBezTo>
                    <a:pt x="17014" y="2417"/>
                    <a:pt x="16727" y="2495"/>
                    <a:pt x="16488" y="2651"/>
                  </a:cubicBezTo>
                  <a:cubicBezTo>
                    <a:pt x="16329" y="2755"/>
                    <a:pt x="16172" y="2859"/>
                    <a:pt x="16065" y="3013"/>
                  </a:cubicBezTo>
                  <a:lnTo>
                    <a:pt x="15839" y="2510"/>
                  </a:lnTo>
                  <a:lnTo>
                    <a:pt x="15057" y="2510"/>
                  </a:lnTo>
                  <a:lnTo>
                    <a:pt x="15057" y="6778"/>
                  </a:lnTo>
                  <a:lnTo>
                    <a:pt x="16230" y="6778"/>
                  </a:lnTo>
                  <a:lnTo>
                    <a:pt x="16230" y="4285"/>
                  </a:lnTo>
                  <a:cubicBezTo>
                    <a:pt x="16230" y="4118"/>
                    <a:pt x="16260" y="3975"/>
                    <a:pt x="16320" y="3855"/>
                  </a:cubicBezTo>
                  <a:cubicBezTo>
                    <a:pt x="16379" y="3735"/>
                    <a:pt x="16465" y="3641"/>
                    <a:pt x="16578" y="3573"/>
                  </a:cubicBezTo>
                  <a:cubicBezTo>
                    <a:pt x="16690" y="3506"/>
                    <a:pt x="16821" y="3472"/>
                    <a:pt x="16972" y="3472"/>
                  </a:cubicBezTo>
                  <a:cubicBezTo>
                    <a:pt x="17123" y="3472"/>
                    <a:pt x="17261" y="3506"/>
                    <a:pt x="17371" y="3573"/>
                  </a:cubicBezTo>
                  <a:cubicBezTo>
                    <a:pt x="17480" y="3641"/>
                    <a:pt x="17565" y="3735"/>
                    <a:pt x="17625" y="3855"/>
                  </a:cubicBezTo>
                  <a:cubicBezTo>
                    <a:pt x="17684" y="3975"/>
                    <a:pt x="17715" y="4118"/>
                    <a:pt x="17715" y="4285"/>
                  </a:cubicBezTo>
                  <a:lnTo>
                    <a:pt x="17715" y="6778"/>
                  </a:lnTo>
                  <a:lnTo>
                    <a:pt x="18887" y="6778"/>
                  </a:lnTo>
                  <a:lnTo>
                    <a:pt x="18887" y="4285"/>
                  </a:lnTo>
                  <a:cubicBezTo>
                    <a:pt x="18887" y="4118"/>
                    <a:pt x="18917" y="3975"/>
                    <a:pt x="18977" y="3855"/>
                  </a:cubicBezTo>
                  <a:cubicBezTo>
                    <a:pt x="19036" y="3735"/>
                    <a:pt x="19122" y="3641"/>
                    <a:pt x="19235" y="3573"/>
                  </a:cubicBezTo>
                  <a:cubicBezTo>
                    <a:pt x="19347" y="3506"/>
                    <a:pt x="19478" y="3472"/>
                    <a:pt x="19629" y="3472"/>
                  </a:cubicBezTo>
                  <a:cubicBezTo>
                    <a:pt x="19780" y="3472"/>
                    <a:pt x="19918" y="3506"/>
                    <a:pt x="20028" y="3573"/>
                  </a:cubicBezTo>
                  <a:cubicBezTo>
                    <a:pt x="20137" y="3641"/>
                    <a:pt x="20222" y="3735"/>
                    <a:pt x="20282" y="3855"/>
                  </a:cubicBezTo>
                  <a:cubicBezTo>
                    <a:pt x="20342" y="3975"/>
                    <a:pt x="20372" y="4118"/>
                    <a:pt x="20372" y="4285"/>
                  </a:cubicBezTo>
                  <a:lnTo>
                    <a:pt x="20372" y="6778"/>
                  </a:lnTo>
                  <a:lnTo>
                    <a:pt x="21544" y="6778"/>
                  </a:lnTo>
                  <a:lnTo>
                    <a:pt x="21544" y="4034"/>
                  </a:lnTo>
                  <a:cubicBezTo>
                    <a:pt x="21544" y="3711"/>
                    <a:pt x="21476" y="3429"/>
                    <a:pt x="21341" y="3186"/>
                  </a:cubicBezTo>
                  <a:cubicBezTo>
                    <a:pt x="21205" y="2944"/>
                    <a:pt x="21019" y="2755"/>
                    <a:pt x="20782" y="2620"/>
                  </a:cubicBezTo>
                  <a:lnTo>
                    <a:pt x="20782" y="2620"/>
                  </a:lnTo>
                </a:path>
              </a:pathLst>
            </a:custGeom>
            <a:solidFill>
              <a:srgbClr val="33415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79" name="Google Shape;1679;p61"/>
            <p:cNvSpPr/>
            <p:nvPr/>
          </p:nvSpPr>
          <p:spPr>
            <a:xfrm>
              <a:off x="2737293" y="2660904"/>
              <a:ext cx="1482885" cy="569207"/>
            </a:xfrm>
            <a:custGeom>
              <a:rect b="b" l="l" r="r" t="t"/>
              <a:pathLst>
                <a:path extrusionOk="0" h="11900" w="31000">
                  <a:moveTo>
                    <a:pt x="25467" y="2714"/>
                  </a:moveTo>
                  <a:cubicBezTo>
                    <a:pt x="25139" y="2516"/>
                    <a:pt x="24771" y="2417"/>
                    <a:pt x="24365" y="2417"/>
                  </a:cubicBezTo>
                  <a:cubicBezTo>
                    <a:pt x="24052" y="2417"/>
                    <a:pt x="23775" y="2475"/>
                    <a:pt x="23533" y="2593"/>
                  </a:cubicBezTo>
                  <a:cubicBezTo>
                    <a:pt x="23381" y="2666"/>
                    <a:pt x="23250" y="2758"/>
                    <a:pt x="23138" y="2869"/>
                  </a:cubicBezTo>
                  <a:lnTo>
                    <a:pt x="23138" y="1000"/>
                  </a:lnTo>
                  <a:lnTo>
                    <a:pt x="21966" y="1672"/>
                  </a:lnTo>
                  <a:lnTo>
                    <a:pt x="21966" y="6778"/>
                  </a:lnTo>
                  <a:lnTo>
                    <a:pt x="22747" y="6778"/>
                  </a:lnTo>
                  <a:lnTo>
                    <a:pt x="22959" y="6249"/>
                  </a:lnTo>
                  <a:cubicBezTo>
                    <a:pt x="23109" y="6452"/>
                    <a:pt x="23305" y="6606"/>
                    <a:pt x="23548" y="6711"/>
                  </a:cubicBezTo>
                  <a:cubicBezTo>
                    <a:pt x="23796" y="6818"/>
                    <a:pt x="24065" y="6871"/>
                    <a:pt x="24357" y="6871"/>
                  </a:cubicBezTo>
                  <a:cubicBezTo>
                    <a:pt x="24774" y="6871"/>
                    <a:pt x="25146" y="6772"/>
                    <a:pt x="25475" y="6574"/>
                  </a:cubicBezTo>
                  <a:cubicBezTo>
                    <a:pt x="25803" y="6376"/>
                    <a:pt x="26062" y="6108"/>
                    <a:pt x="26252" y="5769"/>
                  </a:cubicBezTo>
                  <a:cubicBezTo>
                    <a:pt x="26442" y="5431"/>
                    <a:pt x="26538" y="5056"/>
                    <a:pt x="26538" y="4644"/>
                  </a:cubicBezTo>
                  <a:cubicBezTo>
                    <a:pt x="26538" y="4232"/>
                    <a:pt x="26441" y="3851"/>
                    <a:pt x="26248" y="3515"/>
                  </a:cubicBezTo>
                  <a:cubicBezTo>
                    <a:pt x="26056" y="3179"/>
                    <a:pt x="25795" y="2912"/>
                    <a:pt x="25467" y="2714"/>
                  </a:cubicBezTo>
                  <a:lnTo>
                    <a:pt x="25467" y="2714"/>
                  </a:lnTo>
                  <a:moveTo>
                    <a:pt x="25186" y="5254"/>
                  </a:moveTo>
                  <a:cubicBezTo>
                    <a:pt x="25092" y="5431"/>
                    <a:pt x="24962" y="5569"/>
                    <a:pt x="24795" y="5668"/>
                  </a:cubicBezTo>
                  <a:cubicBezTo>
                    <a:pt x="24628" y="5767"/>
                    <a:pt x="24435" y="5816"/>
                    <a:pt x="24216" y="5816"/>
                  </a:cubicBezTo>
                  <a:cubicBezTo>
                    <a:pt x="23998" y="5816"/>
                    <a:pt x="23822" y="5767"/>
                    <a:pt x="23658" y="5668"/>
                  </a:cubicBezTo>
                  <a:cubicBezTo>
                    <a:pt x="23494" y="5569"/>
                    <a:pt x="23366" y="5431"/>
                    <a:pt x="23275" y="5254"/>
                  </a:cubicBezTo>
                  <a:cubicBezTo>
                    <a:pt x="23184" y="5077"/>
                    <a:pt x="23138" y="4874"/>
                    <a:pt x="23138" y="4644"/>
                  </a:cubicBezTo>
                  <a:cubicBezTo>
                    <a:pt x="23138" y="4415"/>
                    <a:pt x="23184" y="4212"/>
                    <a:pt x="23275" y="4035"/>
                  </a:cubicBezTo>
                  <a:cubicBezTo>
                    <a:pt x="23366" y="3857"/>
                    <a:pt x="23494" y="3719"/>
                    <a:pt x="23658" y="3620"/>
                  </a:cubicBezTo>
                  <a:cubicBezTo>
                    <a:pt x="23822" y="3521"/>
                    <a:pt x="24008" y="3472"/>
                    <a:pt x="24216" y="3472"/>
                  </a:cubicBezTo>
                  <a:cubicBezTo>
                    <a:pt x="24435" y="3472"/>
                    <a:pt x="24628" y="3523"/>
                    <a:pt x="24795" y="3624"/>
                  </a:cubicBezTo>
                  <a:cubicBezTo>
                    <a:pt x="24962" y="3726"/>
                    <a:pt x="25092" y="3864"/>
                    <a:pt x="25186" y="4038"/>
                  </a:cubicBezTo>
                  <a:cubicBezTo>
                    <a:pt x="25279" y="4213"/>
                    <a:pt x="25326" y="4415"/>
                    <a:pt x="25326" y="4644"/>
                  </a:cubicBezTo>
                  <a:cubicBezTo>
                    <a:pt x="25326" y="4873"/>
                    <a:pt x="25279" y="5077"/>
                    <a:pt x="25186" y="5254"/>
                  </a:cubicBezTo>
                </a:path>
              </a:pathLst>
            </a:custGeom>
            <a:solidFill>
              <a:srgbClr val="33415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80" name="Google Shape;1680;p61"/>
            <p:cNvSpPr/>
            <p:nvPr/>
          </p:nvSpPr>
          <p:spPr>
            <a:xfrm>
              <a:off x="2737293" y="2660904"/>
              <a:ext cx="1482885" cy="569207"/>
            </a:xfrm>
            <a:custGeom>
              <a:rect b="b" l="l" r="r" t="t"/>
              <a:pathLst>
                <a:path extrusionOk="0" h="11900" w="31000">
                  <a:moveTo>
                    <a:pt x="30859" y="3695"/>
                  </a:moveTo>
                  <a:cubicBezTo>
                    <a:pt x="30765" y="3442"/>
                    <a:pt x="30629" y="3219"/>
                    <a:pt x="30449" y="3026"/>
                  </a:cubicBezTo>
                  <a:cubicBezTo>
                    <a:pt x="30269" y="2834"/>
                    <a:pt x="30049" y="2684"/>
                    <a:pt x="29789" y="2577"/>
                  </a:cubicBezTo>
                  <a:cubicBezTo>
                    <a:pt x="29528" y="2470"/>
                    <a:pt x="29229" y="2417"/>
                    <a:pt x="28890" y="2417"/>
                  </a:cubicBezTo>
                  <a:cubicBezTo>
                    <a:pt x="28483" y="2417"/>
                    <a:pt x="28119" y="2513"/>
                    <a:pt x="27796" y="2706"/>
                  </a:cubicBezTo>
                  <a:cubicBezTo>
                    <a:pt x="27473" y="2899"/>
                    <a:pt x="27216" y="3162"/>
                    <a:pt x="27026" y="3495"/>
                  </a:cubicBezTo>
                  <a:cubicBezTo>
                    <a:pt x="26836" y="3829"/>
                    <a:pt x="26741" y="4209"/>
                    <a:pt x="26741" y="4636"/>
                  </a:cubicBezTo>
                  <a:cubicBezTo>
                    <a:pt x="26741" y="5063"/>
                    <a:pt x="26832" y="5423"/>
                    <a:pt x="27014" y="5762"/>
                  </a:cubicBezTo>
                  <a:cubicBezTo>
                    <a:pt x="27196" y="6100"/>
                    <a:pt x="27454" y="6370"/>
                    <a:pt x="27788" y="6571"/>
                  </a:cubicBezTo>
                  <a:cubicBezTo>
                    <a:pt x="28121" y="6771"/>
                    <a:pt x="28515" y="6872"/>
                    <a:pt x="28968" y="6872"/>
                  </a:cubicBezTo>
                  <a:cubicBezTo>
                    <a:pt x="29260" y="6872"/>
                    <a:pt x="29528" y="6828"/>
                    <a:pt x="29773" y="6743"/>
                  </a:cubicBezTo>
                  <a:cubicBezTo>
                    <a:pt x="30018" y="6657"/>
                    <a:pt x="30230" y="6535"/>
                    <a:pt x="30410" y="6379"/>
                  </a:cubicBezTo>
                  <a:cubicBezTo>
                    <a:pt x="30590" y="6223"/>
                    <a:pt x="30721" y="6040"/>
                    <a:pt x="30804" y="5832"/>
                  </a:cubicBezTo>
                  <a:lnTo>
                    <a:pt x="29867" y="5387"/>
                  </a:lnTo>
                  <a:cubicBezTo>
                    <a:pt x="29783" y="5533"/>
                    <a:pt x="29667" y="5647"/>
                    <a:pt x="29519" y="5731"/>
                  </a:cubicBezTo>
                  <a:cubicBezTo>
                    <a:pt x="29370" y="5814"/>
                    <a:pt x="29192" y="5856"/>
                    <a:pt x="28984" y="5856"/>
                  </a:cubicBezTo>
                  <a:cubicBezTo>
                    <a:pt x="28754" y="5856"/>
                    <a:pt x="28559" y="5805"/>
                    <a:pt x="28397" y="5703"/>
                  </a:cubicBezTo>
                  <a:cubicBezTo>
                    <a:pt x="28236" y="5602"/>
                    <a:pt x="28116" y="5460"/>
                    <a:pt x="28038" y="5277"/>
                  </a:cubicBezTo>
                  <a:cubicBezTo>
                    <a:pt x="27998" y="5183"/>
                    <a:pt x="27971" y="5081"/>
                    <a:pt x="27957" y="4972"/>
                  </a:cubicBezTo>
                  <a:lnTo>
                    <a:pt x="30945" y="4972"/>
                  </a:lnTo>
                  <a:cubicBezTo>
                    <a:pt x="30966" y="4915"/>
                    <a:pt x="30980" y="4846"/>
                    <a:pt x="30988" y="4765"/>
                  </a:cubicBezTo>
                  <a:cubicBezTo>
                    <a:pt x="30996" y="4685"/>
                    <a:pt x="31000" y="4602"/>
                    <a:pt x="31000" y="4519"/>
                  </a:cubicBezTo>
                  <a:cubicBezTo>
                    <a:pt x="31000" y="4222"/>
                    <a:pt x="30953" y="3947"/>
                    <a:pt x="30859" y="3694"/>
                  </a:cubicBezTo>
                  <a:lnTo>
                    <a:pt x="30859" y="3695"/>
                  </a:lnTo>
                  <a:moveTo>
                    <a:pt x="28366" y="3503"/>
                  </a:moveTo>
                  <a:cubicBezTo>
                    <a:pt x="28512" y="3404"/>
                    <a:pt x="28687" y="3355"/>
                    <a:pt x="28890" y="3355"/>
                  </a:cubicBezTo>
                  <a:cubicBezTo>
                    <a:pt x="29093" y="3355"/>
                    <a:pt x="29274" y="3405"/>
                    <a:pt x="29417" y="3507"/>
                  </a:cubicBezTo>
                  <a:cubicBezTo>
                    <a:pt x="29561" y="3609"/>
                    <a:pt x="29661" y="3747"/>
                    <a:pt x="29718" y="3921"/>
                  </a:cubicBezTo>
                  <a:cubicBezTo>
                    <a:pt x="29738" y="3982"/>
                    <a:pt x="29751" y="4046"/>
                    <a:pt x="29758" y="4113"/>
                  </a:cubicBezTo>
                  <a:lnTo>
                    <a:pt x="27988" y="4113"/>
                  </a:lnTo>
                  <a:cubicBezTo>
                    <a:pt x="28002" y="4052"/>
                    <a:pt x="28018" y="3995"/>
                    <a:pt x="28038" y="3941"/>
                  </a:cubicBezTo>
                  <a:cubicBezTo>
                    <a:pt x="28111" y="3748"/>
                    <a:pt x="28220" y="3602"/>
                    <a:pt x="28366" y="3503"/>
                  </a:cubicBezTo>
                  <a:lnTo>
                    <a:pt x="28366" y="3503"/>
                  </a:lnTo>
                </a:path>
              </a:pathLst>
            </a:custGeom>
            <a:solidFill>
              <a:srgbClr val="33415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81" name="Google Shape;1681;p61"/>
            <p:cNvSpPr/>
            <p:nvPr/>
          </p:nvSpPr>
          <p:spPr>
            <a:xfrm>
              <a:off x="2737293" y="2660904"/>
              <a:ext cx="1482885" cy="569207"/>
            </a:xfrm>
            <a:custGeom>
              <a:rect b="b" l="l" r="r" t="t"/>
              <a:pathLst>
                <a:path extrusionOk="0" h="11900" w="31000">
                  <a:moveTo>
                    <a:pt x="9611" y="2511"/>
                  </a:moveTo>
                  <a:lnTo>
                    <a:pt x="8743" y="5215"/>
                  </a:lnTo>
                  <a:lnTo>
                    <a:pt x="7875" y="2511"/>
                  </a:lnTo>
                  <a:lnTo>
                    <a:pt x="6579" y="2511"/>
                  </a:lnTo>
                  <a:lnTo>
                    <a:pt x="8040" y="6778"/>
                  </a:lnTo>
                  <a:lnTo>
                    <a:pt x="9446" y="6778"/>
                  </a:lnTo>
                  <a:lnTo>
                    <a:pt x="10907" y="2511"/>
                  </a:lnTo>
                  <a:lnTo>
                    <a:pt x="9611" y="2511"/>
                  </a:lnTo>
                </a:path>
              </a:pathLst>
            </a:custGeom>
            <a:solidFill>
              <a:srgbClr val="33415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82" name="Google Shape;1682;p61"/>
            <p:cNvSpPr/>
            <p:nvPr/>
          </p:nvSpPr>
          <p:spPr>
            <a:xfrm>
              <a:off x="2737293" y="2660904"/>
              <a:ext cx="1482885" cy="569207"/>
            </a:xfrm>
            <a:custGeom>
              <a:rect b="b" l="l" r="r" t="t"/>
              <a:pathLst>
                <a:path extrusionOk="0" h="11900" w="31000">
                  <a:moveTo>
                    <a:pt x="2800" y="2139"/>
                  </a:moveTo>
                  <a:cubicBezTo>
                    <a:pt x="1858" y="2139"/>
                    <a:pt x="0" y="3997"/>
                    <a:pt x="0" y="4939"/>
                  </a:cubicBezTo>
                  <a:cubicBezTo>
                    <a:pt x="0" y="5881"/>
                    <a:pt x="1858" y="7147"/>
                    <a:pt x="2800" y="7147"/>
                  </a:cubicBezTo>
                  <a:cubicBezTo>
                    <a:pt x="3742" y="7147"/>
                    <a:pt x="5600" y="5881"/>
                    <a:pt x="5600" y="4939"/>
                  </a:cubicBezTo>
                  <a:cubicBezTo>
                    <a:pt x="5600" y="3997"/>
                    <a:pt x="3742" y="2139"/>
                    <a:pt x="2800" y="2139"/>
                  </a:cubicBezTo>
                  <a:moveTo>
                    <a:pt x="2800" y="6285"/>
                  </a:moveTo>
                  <a:cubicBezTo>
                    <a:pt x="2329" y="6285"/>
                    <a:pt x="862" y="5410"/>
                    <a:pt x="862" y="4939"/>
                  </a:cubicBezTo>
                  <a:cubicBezTo>
                    <a:pt x="862" y="4468"/>
                    <a:pt x="2329" y="3000"/>
                    <a:pt x="2800" y="3000"/>
                  </a:cubicBezTo>
                  <a:cubicBezTo>
                    <a:pt x="3271" y="3000"/>
                    <a:pt x="4738" y="4468"/>
                    <a:pt x="4738" y="4939"/>
                  </a:cubicBezTo>
                  <a:cubicBezTo>
                    <a:pt x="4738" y="5410"/>
                    <a:pt x="3271" y="6285"/>
                    <a:pt x="2800" y="6285"/>
                  </a:cubicBezTo>
                </a:path>
              </a:pathLst>
            </a:custGeom>
            <a:solidFill>
              <a:srgbClr val="33415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83" name="Google Shape;1683;p61"/>
            <p:cNvSpPr/>
            <p:nvPr/>
          </p:nvSpPr>
          <p:spPr>
            <a:xfrm>
              <a:off x="2737293" y="2660904"/>
              <a:ext cx="1482885" cy="569207"/>
            </a:xfrm>
            <a:custGeom>
              <a:rect b="b" l="l" r="r" t="t"/>
              <a:pathLst>
                <a:path extrusionOk="0" h="11900" w="31000">
                  <a:moveTo>
                    <a:pt x="15085" y="10750"/>
                  </a:moveTo>
                  <a:lnTo>
                    <a:pt x="15740" y="8854"/>
                  </a:lnTo>
                  <a:lnTo>
                    <a:pt x="16188" y="8854"/>
                  </a:lnTo>
                  <a:lnTo>
                    <a:pt x="16842" y="10750"/>
                  </a:lnTo>
                  <a:lnTo>
                    <a:pt x="16465" y="10750"/>
                  </a:lnTo>
                  <a:lnTo>
                    <a:pt x="16330" y="10343"/>
                  </a:lnTo>
                  <a:lnTo>
                    <a:pt x="15597" y="10343"/>
                  </a:lnTo>
                  <a:lnTo>
                    <a:pt x="15460" y="10750"/>
                  </a:lnTo>
                  <a:lnTo>
                    <a:pt x="15085" y="10750"/>
                  </a:lnTo>
                  <a:lnTo>
                    <a:pt x="15085" y="10750"/>
                  </a:lnTo>
                  <a:moveTo>
                    <a:pt x="15696" y="10038"/>
                  </a:moveTo>
                  <a:lnTo>
                    <a:pt x="16231" y="10038"/>
                  </a:lnTo>
                  <a:lnTo>
                    <a:pt x="15915" y="9093"/>
                  </a:lnTo>
                  <a:lnTo>
                    <a:pt x="16012" y="9093"/>
                  </a:lnTo>
                  <a:lnTo>
                    <a:pt x="15696" y="10038"/>
                  </a:lnTo>
                  <a:lnTo>
                    <a:pt x="15696" y="10038"/>
                  </a:lnTo>
                </a:path>
              </a:pathLst>
            </a:custGeom>
            <a:solidFill>
              <a:srgbClr val="33415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84" name="Google Shape;1684;p61"/>
            <p:cNvSpPr/>
            <p:nvPr/>
          </p:nvSpPr>
          <p:spPr>
            <a:xfrm>
              <a:off x="2737293" y="2660904"/>
              <a:ext cx="1482885" cy="569207"/>
            </a:xfrm>
            <a:custGeom>
              <a:rect b="b" l="l" r="r" t="t"/>
              <a:pathLst>
                <a:path extrusionOk="0" h="11900" w="31000">
                  <a:moveTo>
                    <a:pt x="17027" y="10750"/>
                  </a:moveTo>
                  <a:lnTo>
                    <a:pt x="17027" y="8854"/>
                  </a:lnTo>
                  <a:lnTo>
                    <a:pt x="17374" y="8854"/>
                  </a:lnTo>
                  <a:lnTo>
                    <a:pt x="17374" y="10750"/>
                  </a:lnTo>
                  <a:lnTo>
                    <a:pt x="17027" y="10750"/>
                  </a:lnTo>
                </a:path>
              </a:pathLst>
            </a:custGeom>
            <a:solidFill>
              <a:srgbClr val="33415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85" name="Google Shape;1685;p61"/>
            <p:cNvSpPr/>
            <p:nvPr/>
          </p:nvSpPr>
          <p:spPr>
            <a:xfrm>
              <a:off x="2737293" y="2660904"/>
              <a:ext cx="1482885" cy="569207"/>
            </a:xfrm>
            <a:custGeom>
              <a:rect b="b" l="l" r="r" t="t"/>
              <a:pathLst>
                <a:path extrusionOk="0" h="11900" w="31000">
                  <a:moveTo>
                    <a:pt x="18308" y="10750"/>
                  </a:moveTo>
                  <a:lnTo>
                    <a:pt x="18308" y="9544"/>
                  </a:lnTo>
                  <a:lnTo>
                    <a:pt x="18033" y="9544"/>
                  </a:lnTo>
                  <a:lnTo>
                    <a:pt x="18033" y="9399"/>
                  </a:lnTo>
                  <a:lnTo>
                    <a:pt x="18308" y="9399"/>
                  </a:lnTo>
                  <a:lnTo>
                    <a:pt x="18308" y="9269"/>
                  </a:lnTo>
                  <a:cubicBezTo>
                    <a:pt x="18308" y="9174"/>
                    <a:pt x="18327" y="9093"/>
                    <a:pt x="18365" y="9027"/>
                  </a:cubicBezTo>
                  <a:cubicBezTo>
                    <a:pt x="18403" y="8961"/>
                    <a:pt x="18455" y="8911"/>
                    <a:pt x="18521" y="8876"/>
                  </a:cubicBezTo>
                  <a:cubicBezTo>
                    <a:pt x="18588" y="8841"/>
                    <a:pt x="18660" y="8824"/>
                    <a:pt x="18740" y="8824"/>
                  </a:cubicBezTo>
                  <a:cubicBezTo>
                    <a:pt x="18759" y="8824"/>
                    <a:pt x="18778" y="8825"/>
                    <a:pt x="18798" y="8827"/>
                  </a:cubicBezTo>
                  <a:cubicBezTo>
                    <a:pt x="18817" y="8830"/>
                    <a:pt x="18834" y="8833"/>
                    <a:pt x="18847" y="8836"/>
                  </a:cubicBezTo>
                  <a:lnTo>
                    <a:pt x="18847" y="8974"/>
                  </a:lnTo>
                  <a:cubicBezTo>
                    <a:pt x="18834" y="8970"/>
                    <a:pt x="18818" y="8968"/>
                    <a:pt x="18799" y="8967"/>
                  </a:cubicBezTo>
                  <a:cubicBezTo>
                    <a:pt x="18780" y="8967"/>
                    <a:pt x="18766" y="8966"/>
                    <a:pt x="18756" y="8966"/>
                  </a:cubicBezTo>
                  <a:cubicBezTo>
                    <a:pt x="18667" y="8966"/>
                    <a:pt x="18596" y="8991"/>
                    <a:pt x="18542" y="9041"/>
                  </a:cubicBezTo>
                  <a:cubicBezTo>
                    <a:pt x="18487" y="9091"/>
                    <a:pt x="18460" y="9167"/>
                    <a:pt x="18460" y="9269"/>
                  </a:cubicBezTo>
                  <a:lnTo>
                    <a:pt x="18460" y="9399"/>
                  </a:lnTo>
                  <a:lnTo>
                    <a:pt x="18796" y="9399"/>
                  </a:lnTo>
                  <a:lnTo>
                    <a:pt x="18796" y="9544"/>
                  </a:lnTo>
                  <a:lnTo>
                    <a:pt x="18460" y="9544"/>
                  </a:lnTo>
                  <a:lnTo>
                    <a:pt x="18460" y="10750"/>
                  </a:lnTo>
                  <a:lnTo>
                    <a:pt x="18308" y="10750"/>
                  </a:lnTo>
                </a:path>
              </a:pathLst>
            </a:custGeom>
            <a:solidFill>
              <a:srgbClr val="33415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86" name="Google Shape;1686;p61"/>
            <p:cNvSpPr/>
            <p:nvPr/>
          </p:nvSpPr>
          <p:spPr>
            <a:xfrm>
              <a:off x="2737293" y="2660904"/>
              <a:ext cx="1482885" cy="569207"/>
            </a:xfrm>
            <a:custGeom>
              <a:rect b="b" l="l" r="r" t="t"/>
              <a:pathLst>
                <a:path extrusionOk="0" h="11900" w="31000">
                  <a:moveTo>
                    <a:pt x="19687" y="10781"/>
                  </a:moveTo>
                  <a:cubicBezTo>
                    <a:pt x="19558" y="10781"/>
                    <a:pt x="19442" y="10750"/>
                    <a:pt x="19339" y="10689"/>
                  </a:cubicBezTo>
                  <a:cubicBezTo>
                    <a:pt x="19235" y="10628"/>
                    <a:pt x="19153" y="10544"/>
                    <a:pt x="19093" y="10436"/>
                  </a:cubicBezTo>
                  <a:cubicBezTo>
                    <a:pt x="19033" y="10328"/>
                    <a:pt x="19002" y="10207"/>
                    <a:pt x="19002" y="10073"/>
                  </a:cubicBezTo>
                  <a:cubicBezTo>
                    <a:pt x="19002" y="9939"/>
                    <a:pt x="19033" y="9819"/>
                    <a:pt x="19093" y="9712"/>
                  </a:cubicBezTo>
                  <a:cubicBezTo>
                    <a:pt x="19153" y="9605"/>
                    <a:pt x="19235" y="9521"/>
                    <a:pt x="19337" y="9460"/>
                  </a:cubicBezTo>
                  <a:cubicBezTo>
                    <a:pt x="19440" y="9399"/>
                    <a:pt x="19556" y="9368"/>
                    <a:pt x="19687" y="9368"/>
                  </a:cubicBezTo>
                  <a:cubicBezTo>
                    <a:pt x="19818" y="9368"/>
                    <a:pt x="19932" y="9399"/>
                    <a:pt x="20036" y="9460"/>
                  </a:cubicBezTo>
                  <a:cubicBezTo>
                    <a:pt x="20140" y="9521"/>
                    <a:pt x="20221" y="9605"/>
                    <a:pt x="20280" y="9711"/>
                  </a:cubicBezTo>
                  <a:cubicBezTo>
                    <a:pt x="20340" y="9817"/>
                    <a:pt x="20370" y="9938"/>
                    <a:pt x="20370" y="10073"/>
                  </a:cubicBezTo>
                  <a:cubicBezTo>
                    <a:pt x="20370" y="10209"/>
                    <a:pt x="20339" y="10330"/>
                    <a:pt x="20278" y="10437"/>
                  </a:cubicBezTo>
                  <a:cubicBezTo>
                    <a:pt x="20217" y="10544"/>
                    <a:pt x="20135" y="10628"/>
                    <a:pt x="20032" y="10689"/>
                  </a:cubicBezTo>
                  <a:cubicBezTo>
                    <a:pt x="19930" y="10750"/>
                    <a:pt x="19815" y="10781"/>
                    <a:pt x="19687" y="10781"/>
                  </a:cubicBezTo>
                  <a:lnTo>
                    <a:pt x="19687" y="10781"/>
                  </a:lnTo>
                  <a:moveTo>
                    <a:pt x="19687" y="10631"/>
                  </a:moveTo>
                  <a:cubicBezTo>
                    <a:pt x="19784" y="10631"/>
                    <a:pt x="19872" y="10607"/>
                    <a:pt x="19951" y="10558"/>
                  </a:cubicBezTo>
                  <a:cubicBezTo>
                    <a:pt x="20030" y="10510"/>
                    <a:pt x="20092" y="10443"/>
                    <a:pt x="20138" y="10358"/>
                  </a:cubicBezTo>
                  <a:cubicBezTo>
                    <a:pt x="20184" y="10274"/>
                    <a:pt x="20207" y="10179"/>
                    <a:pt x="20207" y="10073"/>
                  </a:cubicBezTo>
                  <a:cubicBezTo>
                    <a:pt x="20207" y="9968"/>
                    <a:pt x="20184" y="9874"/>
                    <a:pt x="20138" y="9791"/>
                  </a:cubicBezTo>
                  <a:cubicBezTo>
                    <a:pt x="20092" y="9708"/>
                    <a:pt x="20030" y="9641"/>
                    <a:pt x="19952" y="9592"/>
                  </a:cubicBezTo>
                  <a:cubicBezTo>
                    <a:pt x="19874" y="9543"/>
                    <a:pt x="19786" y="9518"/>
                    <a:pt x="19687" y="9518"/>
                  </a:cubicBezTo>
                  <a:cubicBezTo>
                    <a:pt x="19589" y="9518"/>
                    <a:pt x="19500" y="9543"/>
                    <a:pt x="19421" y="9591"/>
                  </a:cubicBezTo>
                  <a:cubicBezTo>
                    <a:pt x="19342" y="9639"/>
                    <a:pt x="19280" y="9706"/>
                    <a:pt x="19234" y="9790"/>
                  </a:cubicBezTo>
                  <a:cubicBezTo>
                    <a:pt x="19188" y="9874"/>
                    <a:pt x="19166" y="9968"/>
                    <a:pt x="19166" y="10073"/>
                  </a:cubicBezTo>
                  <a:cubicBezTo>
                    <a:pt x="19166" y="10179"/>
                    <a:pt x="19189" y="10274"/>
                    <a:pt x="19236" y="10358"/>
                  </a:cubicBezTo>
                  <a:cubicBezTo>
                    <a:pt x="19282" y="10443"/>
                    <a:pt x="19344" y="10510"/>
                    <a:pt x="19423" y="10558"/>
                  </a:cubicBezTo>
                  <a:cubicBezTo>
                    <a:pt x="19501" y="10607"/>
                    <a:pt x="19589" y="10631"/>
                    <a:pt x="19687" y="10631"/>
                  </a:cubicBezTo>
                </a:path>
              </a:pathLst>
            </a:custGeom>
            <a:solidFill>
              <a:srgbClr val="33415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87" name="Google Shape;1687;p61"/>
            <p:cNvSpPr/>
            <p:nvPr/>
          </p:nvSpPr>
          <p:spPr>
            <a:xfrm>
              <a:off x="2737293" y="2660904"/>
              <a:ext cx="1482885" cy="569207"/>
            </a:xfrm>
            <a:custGeom>
              <a:rect b="b" l="l" r="r" t="t"/>
              <a:pathLst>
                <a:path extrusionOk="0" h="11900" w="31000">
                  <a:moveTo>
                    <a:pt x="20710" y="10750"/>
                  </a:moveTo>
                  <a:lnTo>
                    <a:pt x="20710" y="9399"/>
                  </a:lnTo>
                  <a:lnTo>
                    <a:pt x="20863" y="9399"/>
                  </a:lnTo>
                  <a:lnTo>
                    <a:pt x="20863" y="9651"/>
                  </a:lnTo>
                  <a:lnTo>
                    <a:pt x="20835" y="9628"/>
                  </a:lnTo>
                  <a:cubicBezTo>
                    <a:pt x="20864" y="9552"/>
                    <a:pt x="20914" y="9491"/>
                    <a:pt x="20984" y="9447"/>
                  </a:cubicBezTo>
                  <a:cubicBezTo>
                    <a:pt x="21054" y="9403"/>
                    <a:pt x="21138" y="9381"/>
                    <a:pt x="21235" y="9381"/>
                  </a:cubicBezTo>
                  <a:lnTo>
                    <a:pt x="21322" y="9381"/>
                  </a:lnTo>
                  <a:lnTo>
                    <a:pt x="21322" y="9534"/>
                  </a:lnTo>
                  <a:lnTo>
                    <a:pt x="21217" y="9534"/>
                  </a:lnTo>
                  <a:cubicBezTo>
                    <a:pt x="21107" y="9534"/>
                    <a:pt x="21020" y="9569"/>
                    <a:pt x="20958" y="9640"/>
                  </a:cubicBezTo>
                  <a:cubicBezTo>
                    <a:pt x="20895" y="9710"/>
                    <a:pt x="20863" y="9805"/>
                    <a:pt x="20863" y="9923"/>
                  </a:cubicBezTo>
                  <a:lnTo>
                    <a:pt x="20863" y="10751"/>
                  </a:lnTo>
                  <a:lnTo>
                    <a:pt x="20710" y="10751"/>
                  </a:lnTo>
                  <a:lnTo>
                    <a:pt x="20710" y="10750"/>
                  </a:lnTo>
                </a:path>
              </a:pathLst>
            </a:custGeom>
            <a:solidFill>
              <a:srgbClr val="33415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88" name="Google Shape;1688;p61"/>
            <p:cNvSpPr/>
            <p:nvPr/>
          </p:nvSpPr>
          <p:spPr>
            <a:xfrm>
              <a:off x="2737293" y="2660904"/>
              <a:ext cx="1482885" cy="569207"/>
            </a:xfrm>
            <a:custGeom>
              <a:rect b="b" l="l" r="r" t="t"/>
              <a:pathLst>
                <a:path extrusionOk="0" h="11900" w="31000">
                  <a:moveTo>
                    <a:pt x="22813" y="10781"/>
                  </a:moveTo>
                  <a:cubicBezTo>
                    <a:pt x="22677" y="10781"/>
                    <a:pt x="22552" y="10756"/>
                    <a:pt x="22436" y="10707"/>
                  </a:cubicBezTo>
                  <a:cubicBezTo>
                    <a:pt x="22321" y="10658"/>
                    <a:pt x="22220" y="10589"/>
                    <a:pt x="22133" y="10501"/>
                  </a:cubicBezTo>
                  <a:cubicBezTo>
                    <a:pt x="22047" y="10413"/>
                    <a:pt x="21979" y="10309"/>
                    <a:pt x="21931" y="10190"/>
                  </a:cubicBezTo>
                  <a:cubicBezTo>
                    <a:pt x="21883" y="10072"/>
                    <a:pt x="21858" y="9942"/>
                    <a:pt x="21858" y="9801"/>
                  </a:cubicBezTo>
                  <a:cubicBezTo>
                    <a:pt x="21858" y="9660"/>
                    <a:pt x="21882" y="9530"/>
                    <a:pt x="21928" y="9410"/>
                  </a:cubicBezTo>
                  <a:cubicBezTo>
                    <a:pt x="21975" y="9291"/>
                    <a:pt x="22041" y="9187"/>
                    <a:pt x="22127" y="9100"/>
                  </a:cubicBezTo>
                  <a:cubicBezTo>
                    <a:pt x="22213" y="9012"/>
                    <a:pt x="22313" y="8944"/>
                    <a:pt x="22429" y="8896"/>
                  </a:cubicBezTo>
                  <a:cubicBezTo>
                    <a:pt x="22544" y="8848"/>
                    <a:pt x="22670" y="8824"/>
                    <a:pt x="22805" y="8824"/>
                  </a:cubicBezTo>
                  <a:cubicBezTo>
                    <a:pt x="22941" y="8824"/>
                    <a:pt x="23063" y="8846"/>
                    <a:pt x="23170" y="8892"/>
                  </a:cubicBezTo>
                  <a:cubicBezTo>
                    <a:pt x="23278" y="8938"/>
                    <a:pt x="23369" y="8999"/>
                    <a:pt x="23444" y="9074"/>
                  </a:cubicBezTo>
                  <a:cubicBezTo>
                    <a:pt x="23519" y="9150"/>
                    <a:pt x="23572" y="9233"/>
                    <a:pt x="23605" y="9322"/>
                  </a:cubicBezTo>
                  <a:lnTo>
                    <a:pt x="23297" y="9470"/>
                  </a:lnTo>
                  <a:cubicBezTo>
                    <a:pt x="23261" y="9372"/>
                    <a:pt x="23201" y="9292"/>
                    <a:pt x="23116" y="9231"/>
                  </a:cubicBezTo>
                  <a:cubicBezTo>
                    <a:pt x="23031" y="9170"/>
                    <a:pt x="22927" y="9139"/>
                    <a:pt x="22805" y="9139"/>
                  </a:cubicBezTo>
                  <a:cubicBezTo>
                    <a:pt x="22683" y="9139"/>
                    <a:pt x="22582" y="9167"/>
                    <a:pt x="22491" y="9223"/>
                  </a:cubicBezTo>
                  <a:cubicBezTo>
                    <a:pt x="22400" y="9279"/>
                    <a:pt x="22330" y="9356"/>
                    <a:pt x="22280" y="9455"/>
                  </a:cubicBezTo>
                  <a:cubicBezTo>
                    <a:pt x="22230" y="9553"/>
                    <a:pt x="22205" y="9669"/>
                    <a:pt x="22205" y="9801"/>
                  </a:cubicBezTo>
                  <a:cubicBezTo>
                    <a:pt x="22205" y="9933"/>
                    <a:pt x="22230" y="10049"/>
                    <a:pt x="22282" y="10148"/>
                  </a:cubicBezTo>
                  <a:cubicBezTo>
                    <a:pt x="22334" y="10248"/>
                    <a:pt x="22406" y="10325"/>
                    <a:pt x="22497" y="10381"/>
                  </a:cubicBezTo>
                  <a:cubicBezTo>
                    <a:pt x="22589" y="10437"/>
                    <a:pt x="22694" y="10465"/>
                    <a:pt x="22813" y="10465"/>
                  </a:cubicBezTo>
                  <a:cubicBezTo>
                    <a:pt x="22910" y="10465"/>
                    <a:pt x="22999" y="10446"/>
                    <a:pt x="23080" y="10408"/>
                  </a:cubicBezTo>
                  <a:cubicBezTo>
                    <a:pt x="23162" y="10370"/>
                    <a:pt x="23227" y="10316"/>
                    <a:pt x="23276" y="10245"/>
                  </a:cubicBezTo>
                  <a:cubicBezTo>
                    <a:pt x="23326" y="10175"/>
                    <a:pt x="23350" y="10091"/>
                    <a:pt x="23350" y="9995"/>
                  </a:cubicBezTo>
                  <a:lnTo>
                    <a:pt x="23350" y="9849"/>
                  </a:lnTo>
                  <a:lnTo>
                    <a:pt x="23508" y="9987"/>
                  </a:lnTo>
                  <a:lnTo>
                    <a:pt x="22805" y="9987"/>
                  </a:lnTo>
                  <a:lnTo>
                    <a:pt x="22805" y="9694"/>
                  </a:lnTo>
                  <a:lnTo>
                    <a:pt x="23696" y="9694"/>
                  </a:lnTo>
                  <a:lnTo>
                    <a:pt x="23696" y="9885"/>
                  </a:lnTo>
                  <a:cubicBezTo>
                    <a:pt x="23696" y="10031"/>
                    <a:pt x="23672" y="10160"/>
                    <a:pt x="23622" y="10272"/>
                  </a:cubicBezTo>
                  <a:cubicBezTo>
                    <a:pt x="23573" y="10384"/>
                    <a:pt x="23507" y="10478"/>
                    <a:pt x="23423" y="10553"/>
                  </a:cubicBezTo>
                  <a:cubicBezTo>
                    <a:pt x="23339" y="10629"/>
                    <a:pt x="23244" y="10686"/>
                    <a:pt x="23139" y="10724"/>
                  </a:cubicBezTo>
                  <a:cubicBezTo>
                    <a:pt x="23034" y="10762"/>
                    <a:pt x="22925" y="10781"/>
                    <a:pt x="22813" y="10781"/>
                  </a:cubicBezTo>
                  <a:lnTo>
                    <a:pt x="22813" y="10781"/>
                  </a:lnTo>
                </a:path>
              </a:pathLst>
            </a:custGeom>
            <a:solidFill>
              <a:srgbClr val="33415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89" name="Google Shape;1689;p61"/>
            <p:cNvSpPr/>
            <p:nvPr/>
          </p:nvSpPr>
          <p:spPr>
            <a:xfrm>
              <a:off x="2737293" y="2660904"/>
              <a:ext cx="1482885" cy="569207"/>
            </a:xfrm>
            <a:custGeom>
              <a:rect b="b" l="l" r="r" t="t"/>
              <a:pathLst>
                <a:path extrusionOk="0" h="11900" w="31000">
                  <a:moveTo>
                    <a:pt x="23917" y="10750"/>
                  </a:moveTo>
                  <a:lnTo>
                    <a:pt x="23917" y="9366"/>
                  </a:lnTo>
                  <a:lnTo>
                    <a:pt x="24230" y="9366"/>
                  </a:lnTo>
                  <a:lnTo>
                    <a:pt x="24230" y="9674"/>
                  </a:lnTo>
                  <a:lnTo>
                    <a:pt x="24205" y="9628"/>
                  </a:lnTo>
                  <a:cubicBezTo>
                    <a:pt x="24237" y="9525"/>
                    <a:pt x="24288" y="9452"/>
                    <a:pt x="24356" y="9412"/>
                  </a:cubicBezTo>
                  <a:cubicBezTo>
                    <a:pt x="24425" y="9371"/>
                    <a:pt x="24508" y="9351"/>
                    <a:pt x="24605" y="9351"/>
                  </a:cubicBezTo>
                  <a:lnTo>
                    <a:pt x="24686" y="9351"/>
                  </a:lnTo>
                  <a:lnTo>
                    <a:pt x="24686" y="9646"/>
                  </a:lnTo>
                  <a:lnTo>
                    <a:pt x="24566" y="9646"/>
                  </a:lnTo>
                  <a:cubicBezTo>
                    <a:pt x="24471" y="9646"/>
                    <a:pt x="24395" y="9675"/>
                    <a:pt x="24337" y="9734"/>
                  </a:cubicBezTo>
                  <a:cubicBezTo>
                    <a:pt x="24280" y="9792"/>
                    <a:pt x="24251" y="9874"/>
                    <a:pt x="24251" y="9979"/>
                  </a:cubicBezTo>
                  <a:lnTo>
                    <a:pt x="24251" y="10751"/>
                  </a:lnTo>
                  <a:lnTo>
                    <a:pt x="23917" y="10751"/>
                  </a:lnTo>
                  <a:lnTo>
                    <a:pt x="23917" y="10750"/>
                  </a:lnTo>
                </a:path>
              </a:pathLst>
            </a:custGeom>
            <a:solidFill>
              <a:srgbClr val="33415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90" name="Google Shape;1690;p61"/>
            <p:cNvSpPr/>
            <p:nvPr/>
          </p:nvSpPr>
          <p:spPr>
            <a:xfrm>
              <a:off x="2737293" y="2660904"/>
              <a:ext cx="1482885" cy="569207"/>
            </a:xfrm>
            <a:custGeom>
              <a:rect b="b" l="l" r="r" t="t"/>
              <a:pathLst>
                <a:path extrusionOk="0" h="11900" w="31000">
                  <a:moveTo>
                    <a:pt x="25521" y="10781"/>
                  </a:moveTo>
                  <a:cubicBezTo>
                    <a:pt x="25385" y="10781"/>
                    <a:pt x="25262" y="10750"/>
                    <a:pt x="25151" y="10687"/>
                  </a:cubicBezTo>
                  <a:cubicBezTo>
                    <a:pt x="25040" y="10624"/>
                    <a:pt x="24951" y="10538"/>
                    <a:pt x="24886" y="10430"/>
                  </a:cubicBezTo>
                  <a:cubicBezTo>
                    <a:pt x="24821" y="10321"/>
                    <a:pt x="24788" y="10197"/>
                    <a:pt x="24788" y="10058"/>
                  </a:cubicBezTo>
                  <a:cubicBezTo>
                    <a:pt x="24788" y="9919"/>
                    <a:pt x="24821" y="9795"/>
                    <a:pt x="24886" y="9686"/>
                  </a:cubicBezTo>
                  <a:cubicBezTo>
                    <a:pt x="24951" y="9578"/>
                    <a:pt x="25039" y="9492"/>
                    <a:pt x="25149" y="9429"/>
                  </a:cubicBezTo>
                  <a:cubicBezTo>
                    <a:pt x="25260" y="9367"/>
                    <a:pt x="25384" y="9335"/>
                    <a:pt x="25521" y="9335"/>
                  </a:cubicBezTo>
                  <a:cubicBezTo>
                    <a:pt x="25658" y="9335"/>
                    <a:pt x="25780" y="9367"/>
                    <a:pt x="25890" y="9429"/>
                  </a:cubicBezTo>
                  <a:cubicBezTo>
                    <a:pt x="26000" y="9492"/>
                    <a:pt x="26088" y="9577"/>
                    <a:pt x="26154" y="9685"/>
                  </a:cubicBezTo>
                  <a:cubicBezTo>
                    <a:pt x="26219" y="9793"/>
                    <a:pt x="26252" y="9917"/>
                    <a:pt x="26252" y="10058"/>
                  </a:cubicBezTo>
                  <a:cubicBezTo>
                    <a:pt x="26252" y="10199"/>
                    <a:pt x="26218" y="10321"/>
                    <a:pt x="26152" y="10430"/>
                  </a:cubicBezTo>
                  <a:cubicBezTo>
                    <a:pt x="26086" y="10538"/>
                    <a:pt x="25998" y="10624"/>
                    <a:pt x="25888" y="10687"/>
                  </a:cubicBezTo>
                  <a:cubicBezTo>
                    <a:pt x="25777" y="10750"/>
                    <a:pt x="25655" y="10781"/>
                    <a:pt x="25521" y="10781"/>
                  </a:cubicBezTo>
                  <a:lnTo>
                    <a:pt x="25521" y="10781"/>
                  </a:lnTo>
                  <a:moveTo>
                    <a:pt x="25521" y="10476"/>
                  </a:moveTo>
                  <a:cubicBezTo>
                    <a:pt x="25596" y="10476"/>
                    <a:pt x="25661" y="10458"/>
                    <a:pt x="25718" y="10422"/>
                  </a:cubicBezTo>
                  <a:cubicBezTo>
                    <a:pt x="25775" y="10386"/>
                    <a:pt x="25820" y="10337"/>
                    <a:pt x="25853" y="10273"/>
                  </a:cubicBezTo>
                  <a:cubicBezTo>
                    <a:pt x="25886" y="10210"/>
                    <a:pt x="25903" y="10138"/>
                    <a:pt x="25903" y="10058"/>
                  </a:cubicBezTo>
                  <a:cubicBezTo>
                    <a:pt x="25903" y="9978"/>
                    <a:pt x="25886" y="9905"/>
                    <a:pt x="25853" y="9843"/>
                  </a:cubicBezTo>
                  <a:cubicBezTo>
                    <a:pt x="25820" y="9781"/>
                    <a:pt x="25775" y="9732"/>
                    <a:pt x="25718" y="9695"/>
                  </a:cubicBezTo>
                  <a:cubicBezTo>
                    <a:pt x="25661" y="9659"/>
                    <a:pt x="25596" y="9641"/>
                    <a:pt x="25521" y="9641"/>
                  </a:cubicBezTo>
                  <a:cubicBezTo>
                    <a:pt x="25446" y="9641"/>
                    <a:pt x="25378" y="9659"/>
                    <a:pt x="25320" y="9695"/>
                  </a:cubicBezTo>
                  <a:cubicBezTo>
                    <a:pt x="25262" y="9732"/>
                    <a:pt x="25217" y="9781"/>
                    <a:pt x="25184" y="9843"/>
                  </a:cubicBezTo>
                  <a:cubicBezTo>
                    <a:pt x="25150" y="9905"/>
                    <a:pt x="25134" y="9977"/>
                    <a:pt x="25134" y="10058"/>
                  </a:cubicBezTo>
                  <a:cubicBezTo>
                    <a:pt x="25134" y="10140"/>
                    <a:pt x="25150" y="10210"/>
                    <a:pt x="25184" y="10273"/>
                  </a:cubicBezTo>
                  <a:cubicBezTo>
                    <a:pt x="25217" y="10337"/>
                    <a:pt x="25262" y="10386"/>
                    <a:pt x="25320" y="10422"/>
                  </a:cubicBezTo>
                  <a:cubicBezTo>
                    <a:pt x="25377" y="10458"/>
                    <a:pt x="25445" y="10476"/>
                    <a:pt x="25521" y="10476"/>
                  </a:cubicBezTo>
                </a:path>
              </a:pathLst>
            </a:custGeom>
            <a:solidFill>
              <a:srgbClr val="33415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91" name="Google Shape;1691;p61"/>
            <p:cNvSpPr/>
            <p:nvPr/>
          </p:nvSpPr>
          <p:spPr>
            <a:xfrm>
              <a:off x="2737293" y="2660904"/>
              <a:ext cx="1482885" cy="569207"/>
            </a:xfrm>
            <a:custGeom>
              <a:rect b="b" l="l" r="r" t="t"/>
              <a:pathLst>
                <a:path extrusionOk="0" h="11900" w="31000">
                  <a:moveTo>
                    <a:pt x="26801" y="10750"/>
                  </a:moveTo>
                  <a:lnTo>
                    <a:pt x="26325" y="9366"/>
                  </a:lnTo>
                  <a:lnTo>
                    <a:pt x="26676" y="9366"/>
                  </a:lnTo>
                  <a:lnTo>
                    <a:pt x="27025" y="10417"/>
                  </a:lnTo>
                  <a:lnTo>
                    <a:pt x="26903" y="10415"/>
                  </a:lnTo>
                  <a:lnTo>
                    <a:pt x="27275" y="9366"/>
                  </a:lnTo>
                  <a:lnTo>
                    <a:pt x="27570" y="9366"/>
                  </a:lnTo>
                  <a:lnTo>
                    <a:pt x="27939" y="10415"/>
                  </a:lnTo>
                  <a:lnTo>
                    <a:pt x="27817" y="10417"/>
                  </a:lnTo>
                  <a:lnTo>
                    <a:pt x="28165" y="9366"/>
                  </a:lnTo>
                  <a:lnTo>
                    <a:pt x="28517" y="9366"/>
                  </a:lnTo>
                  <a:lnTo>
                    <a:pt x="28041" y="10750"/>
                  </a:lnTo>
                  <a:lnTo>
                    <a:pt x="27743" y="10750"/>
                  </a:lnTo>
                  <a:lnTo>
                    <a:pt x="27366" y="9653"/>
                  </a:lnTo>
                  <a:lnTo>
                    <a:pt x="27478" y="9653"/>
                  </a:lnTo>
                  <a:lnTo>
                    <a:pt x="27096" y="10750"/>
                  </a:lnTo>
                  <a:lnTo>
                    <a:pt x="26801" y="10750"/>
                  </a:lnTo>
                </a:path>
              </a:pathLst>
            </a:custGeom>
            <a:solidFill>
              <a:srgbClr val="33415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92" name="Google Shape;1692;p61"/>
            <p:cNvSpPr/>
            <p:nvPr/>
          </p:nvSpPr>
          <p:spPr>
            <a:xfrm>
              <a:off x="2737293" y="2660904"/>
              <a:ext cx="1482885" cy="569207"/>
            </a:xfrm>
            <a:custGeom>
              <a:rect b="b" l="l" r="r" t="t"/>
              <a:pathLst>
                <a:path extrusionOk="0" h="11900" w="31000">
                  <a:moveTo>
                    <a:pt x="29306" y="10766"/>
                  </a:moveTo>
                  <a:cubicBezTo>
                    <a:pt x="29150" y="10766"/>
                    <a:pt x="29029" y="10723"/>
                    <a:pt x="28943" y="10637"/>
                  </a:cubicBezTo>
                  <a:cubicBezTo>
                    <a:pt x="28857" y="10552"/>
                    <a:pt x="28814" y="10431"/>
                    <a:pt x="28814" y="10274"/>
                  </a:cubicBezTo>
                  <a:lnTo>
                    <a:pt x="28814" y="9664"/>
                  </a:lnTo>
                  <a:lnTo>
                    <a:pt x="28575" y="9664"/>
                  </a:lnTo>
                  <a:lnTo>
                    <a:pt x="28575" y="9366"/>
                  </a:lnTo>
                  <a:lnTo>
                    <a:pt x="28601" y="9366"/>
                  </a:lnTo>
                  <a:cubicBezTo>
                    <a:pt x="28668" y="9366"/>
                    <a:pt x="28721" y="9348"/>
                    <a:pt x="28758" y="9312"/>
                  </a:cubicBezTo>
                  <a:cubicBezTo>
                    <a:pt x="28796" y="9277"/>
                    <a:pt x="28814" y="9225"/>
                    <a:pt x="28814" y="9157"/>
                  </a:cubicBezTo>
                  <a:lnTo>
                    <a:pt x="28814" y="9050"/>
                  </a:lnTo>
                  <a:lnTo>
                    <a:pt x="29148" y="9050"/>
                  </a:lnTo>
                  <a:lnTo>
                    <a:pt x="29148" y="9366"/>
                  </a:lnTo>
                  <a:lnTo>
                    <a:pt x="29466" y="9366"/>
                  </a:lnTo>
                  <a:lnTo>
                    <a:pt x="29466" y="9664"/>
                  </a:lnTo>
                  <a:lnTo>
                    <a:pt x="29148" y="9664"/>
                  </a:lnTo>
                  <a:lnTo>
                    <a:pt x="29148" y="10257"/>
                  </a:lnTo>
                  <a:cubicBezTo>
                    <a:pt x="29148" y="10302"/>
                    <a:pt x="29156" y="10342"/>
                    <a:pt x="29172" y="10374"/>
                  </a:cubicBezTo>
                  <a:cubicBezTo>
                    <a:pt x="29188" y="10406"/>
                    <a:pt x="29214" y="10431"/>
                    <a:pt x="29248" y="10448"/>
                  </a:cubicBezTo>
                  <a:cubicBezTo>
                    <a:pt x="29283" y="10464"/>
                    <a:pt x="29328" y="10473"/>
                    <a:pt x="29382" y="10473"/>
                  </a:cubicBezTo>
                  <a:cubicBezTo>
                    <a:pt x="29394" y="10473"/>
                    <a:pt x="29408" y="10472"/>
                    <a:pt x="29424" y="10470"/>
                  </a:cubicBezTo>
                  <a:cubicBezTo>
                    <a:pt x="29440" y="10469"/>
                    <a:pt x="29456" y="10467"/>
                    <a:pt x="29471" y="10465"/>
                  </a:cubicBezTo>
                  <a:lnTo>
                    <a:pt x="29471" y="10750"/>
                  </a:lnTo>
                  <a:cubicBezTo>
                    <a:pt x="29447" y="10754"/>
                    <a:pt x="29420" y="10757"/>
                    <a:pt x="29390" y="10761"/>
                  </a:cubicBezTo>
                  <a:cubicBezTo>
                    <a:pt x="29359" y="10764"/>
                    <a:pt x="29331" y="10766"/>
                    <a:pt x="29306" y="10766"/>
                  </a:cubicBezTo>
                </a:path>
              </a:pathLst>
            </a:custGeom>
            <a:solidFill>
              <a:srgbClr val="33415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93" name="Google Shape;1693;p61"/>
            <p:cNvSpPr/>
            <p:nvPr/>
          </p:nvSpPr>
          <p:spPr>
            <a:xfrm>
              <a:off x="2737293" y="2660904"/>
              <a:ext cx="1482885" cy="569207"/>
            </a:xfrm>
            <a:custGeom>
              <a:rect b="b" l="l" r="r" t="t"/>
              <a:pathLst>
                <a:path extrusionOk="0" h="11900" w="31000">
                  <a:moveTo>
                    <a:pt x="29700" y="10750"/>
                  </a:moveTo>
                  <a:lnTo>
                    <a:pt x="29700" y="8824"/>
                  </a:lnTo>
                  <a:lnTo>
                    <a:pt x="30034" y="8824"/>
                  </a:lnTo>
                  <a:lnTo>
                    <a:pt x="30034" y="9638"/>
                  </a:lnTo>
                  <a:lnTo>
                    <a:pt x="29988" y="9590"/>
                  </a:lnTo>
                  <a:cubicBezTo>
                    <a:pt x="30020" y="9507"/>
                    <a:pt x="30073" y="9443"/>
                    <a:pt x="30147" y="9400"/>
                  </a:cubicBezTo>
                  <a:cubicBezTo>
                    <a:pt x="30221" y="9357"/>
                    <a:pt x="30307" y="9335"/>
                    <a:pt x="30405" y="9335"/>
                  </a:cubicBezTo>
                  <a:cubicBezTo>
                    <a:pt x="30504" y="9335"/>
                    <a:pt x="30598" y="9357"/>
                    <a:pt x="30676" y="9401"/>
                  </a:cubicBezTo>
                  <a:cubicBezTo>
                    <a:pt x="30755" y="9445"/>
                    <a:pt x="30817" y="9507"/>
                    <a:pt x="30861" y="9586"/>
                  </a:cubicBezTo>
                  <a:cubicBezTo>
                    <a:pt x="30905" y="9665"/>
                    <a:pt x="30927" y="9756"/>
                    <a:pt x="30927" y="9860"/>
                  </a:cubicBezTo>
                  <a:lnTo>
                    <a:pt x="30927" y="10750"/>
                  </a:lnTo>
                  <a:lnTo>
                    <a:pt x="30594" y="10750"/>
                  </a:lnTo>
                  <a:lnTo>
                    <a:pt x="30594" y="9938"/>
                  </a:lnTo>
                  <a:cubicBezTo>
                    <a:pt x="30594" y="9877"/>
                    <a:pt x="30582" y="9825"/>
                    <a:pt x="30558" y="9781"/>
                  </a:cubicBezTo>
                  <a:cubicBezTo>
                    <a:pt x="30535" y="9737"/>
                    <a:pt x="30502" y="9702"/>
                    <a:pt x="30460" y="9678"/>
                  </a:cubicBezTo>
                  <a:cubicBezTo>
                    <a:pt x="30419" y="9653"/>
                    <a:pt x="30370" y="9641"/>
                    <a:pt x="30314" y="9641"/>
                  </a:cubicBezTo>
                  <a:cubicBezTo>
                    <a:pt x="30258" y="9641"/>
                    <a:pt x="30211" y="9653"/>
                    <a:pt x="30169" y="9678"/>
                  </a:cubicBezTo>
                  <a:cubicBezTo>
                    <a:pt x="30126" y="9702"/>
                    <a:pt x="30093" y="9737"/>
                    <a:pt x="30070" y="9781"/>
                  </a:cubicBezTo>
                  <a:cubicBezTo>
                    <a:pt x="30046" y="9825"/>
                    <a:pt x="30034" y="9877"/>
                    <a:pt x="30034" y="9938"/>
                  </a:cubicBezTo>
                  <a:lnTo>
                    <a:pt x="30034" y="10750"/>
                  </a:lnTo>
                  <a:lnTo>
                    <a:pt x="29700" y="10750"/>
                  </a:lnTo>
                  <a:lnTo>
                    <a:pt x="29700" y="10750"/>
                  </a:lnTo>
                </a:path>
              </a:pathLst>
            </a:custGeom>
            <a:solidFill>
              <a:srgbClr val="33415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grpSp>
        <p:nvGrpSpPr>
          <p:cNvPr id="1694" name="Google Shape;1694;p61"/>
          <p:cNvGrpSpPr/>
          <p:nvPr/>
        </p:nvGrpSpPr>
        <p:grpSpPr>
          <a:xfrm>
            <a:off x="1143918" y="2923485"/>
            <a:ext cx="1916631" cy="182421"/>
            <a:chOff x="2030433" y="3778779"/>
            <a:chExt cx="1584648" cy="150836"/>
          </a:xfrm>
        </p:grpSpPr>
        <p:sp>
          <p:nvSpPr>
            <p:cNvPr id="1695" name="Google Shape;1695;p61"/>
            <p:cNvSpPr/>
            <p:nvPr/>
          </p:nvSpPr>
          <p:spPr>
            <a:xfrm>
              <a:off x="2030433" y="3778779"/>
              <a:ext cx="1584648" cy="150836"/>
            </a:xfrm>
            <a:custGeom>
              <a:rect b="b" l="l" r="r" t="t"/>
              <a:pathLst>
                <a:path extrusionOk="0" h="8700" w="91400">
                  <a:moveTo>
                    <a:pt x="39641" y="1425"/>
                  </a:moveTo>
                  <a:cubicBezTo>
                    <a:pt x="40787" y="1311"/>
                    <a:pt x="41787" y="2223"/>
                    <a:pt x="42538" y="2946"/>
                  </a:cubicBezTo>
                  <a:cubicBezTo>
                    <a:pt x="44589" y="4919"/>
                    <a:pt x="44531" y="6359"/>
                    <a:pt x="42102" y="7906"/>
                  </a:cubicBezTo>
                  <a:cubicBezTo>
                    <a:pt x="41432" y="8332"/>
                    <a:pt x="41024" y="8525"/>
                    <a:pt x="40228" y="8692"/>
                  </a:cubicBezTo>
                  <a:cubicBezTo>
                    <a:pt x="38838" y="8803"/>
                    <a:pt x="37222" y="7709"/>
                    <a:pt x="36364" y="6676"/>
                  </a:cubicBezTo>
                  <a:cubicBezTo>
                    <a:pt x="36037" y="6283"/>
                    <a:pt x="35906" y="5917"/>
                    <a:pt x="35780" y="5433"/>
                  </a:cubicBezTo>
                  <a:cubicBezTo>
                    <a:pt x="36143" y="3822"/>
                    <a:pt x="38065" y="1870"/>
                    <a:pt x="39641" y="1425"/>
                  </a:cubicBezTo>
                  <a:moveTo>
                    <a:pt x="39920" y="7449"/>
                  </a:moveTo>
                  <a:cubicBezTo>
                    <a:pt x="41058" y="7170"/>
                    <a:pt x="42173" y="6477"/>
                    <a:pt x="42832" y="5494"/>
                  </a:cubicBezTo>
                  <a:cubicBezTo>
                    <a:pt x="42331" y="4527"/>
                    <a:pt x="41029" y="2985"/>
                    <a:pt x="40001" y="2662"/>
                  </a:cubicBezTo>
                  <a:cubicBezTo>
                    <a:pt x="39976" y="2654"/>
                    <a:pt x="39951" y="2647"/>
                    <a:pt x="39926" y="2641"/>
                  </a:cubicBezTo>
                  <a:cubicBezTo>
                    <a:pt x="39146" y="2941"/>
                    <a:pt x="36430" y="5019"/>
                    <a:pt x="37377" y="5982"/>
                  </a:cubicBezTo>
                  <a:cubicBezTo>
                    <a:pt x="37918" y="6532"/>
                    <a:pt x="39139" y="7314"/>
                    <a:pt x="39920" y="7449"/>
                  </a:cubicBezTo>
                </a:path>
              </a:pathLst>
            </a:custGeom>
            <a:solidFill>
              <a:srgbClr val="006BFE"/>
            </a:solidFill>
            <a:ln>
              <a:noFill/>
            </a:ln>
          </p:spPr>
          <p:txBody>
            <a:bodyPr anchorCtr="0" anchor="t" bIns="41450" lIns="82950" spcFirstLastPara="1" rIns="82950" wrap="square" tIns="41450">
              <a:noAutofit/>
            </a:bodyPr>
            <a:lstStyle/>
            <a:p>
              <a:pPr indent="0" lvl="0" marL="0" marR="0" rtl="0" algn="l">
                <a:spcBef>
                  <a:spcPts val="0"/>
                </a:spcBef>
                <a:spcAft>
                  <a:spcPts val="0"/>
                </a:spcAft>
                <a:buNone/>
              </a:pPr>
              <a:r>
                <a:t/>
              </a:r>
              <a:endParaRPr sz="1693">
                <a:solidFill>
                  <a:schemeClr val="dk1"/>
                </a:solidFill>
                <a:latin typeface="Calibri"/>
                <a:ea typeface="Calibri"/>
                <a:cs typeface="Calibri"/>
                <a:sym typeface="Calibri"/>
              </a:endParaRPr>
            </a:p>
          </p:txBody>
        </p:sp>
        <p:sp>
          <p:nvSpPr>
            <p:cNvPr id="1696" name="Google Shape;1696;p61"/>
            <p:cNvSpPr/>
            <p:nvPr/>
          </p:nvSpPr>
          <p:spPr>
            <a:xfrm>
              <a:off x="2030433" y="3778779"/>
              <a:ext cx="1584648" cy="150836"/>
            </a:xfrm>
            <a:custGeom>
              <a:rect b="b" l="l" r="r" t="t"/>
              <a:pathLst>
                <a:path extrusionOk="0" h="8700" w="91400">
                  <a:moveTo>
                    <a:pt x="22708" y="200"/>
                  </a:moveTo>
                  <a:lnTo>
                    <a:pt x="22796" y="240"/>
                  </a:lnTo>
                  <a:cubicBezTo>
                    <a:pt x="22853" y="832"/>
                    <a:pt x="22817" y="2061"/>
                    <a:pt x="22816" y="2700"/>
                  </a:cubicBezTo>
                  <a:cubicBezTo>
                    <a:pt x="22940" y="2595"/>
                    <a:pt x="23074" y="2502"/>
                    <a:pt x="23214" y="2421"/>
                  </a:cubicBezTo>
                  <a:cubicBezTo>
                    <a:pt x="23805" y="2082"/>
                    <a:pt x="24657" y="2042"/>
                    <a:pt x="25301" y="2222"/>
                  </a:cubicBezTo>
                  <a:cubicBezTo>
                    <a:pt x="26951" y="2684"/>
                    <a:pt x="27829" y="4453"/>
                    <a:pt x="27370" y="6069"/>
                  </a:cubicBezTo>
                  <a:cubicBezTo>
                    <a:pt x="27113" y="6972"/>
                    <a:pt x="26552" y="7554"/>
                    <a:pt x="25758" y="7996"/>
                  </a:cubicBezTo>
                  <a:cubicBezTo>
                    <a:pt x="25325" y="8178"/>
                    <a:pt x="24858" y="8265"/>
                    <a:pt x="24388" y="8253"/>
                  </a:cubicBezTo>
                  <a:cubicBezTo>
                    <a:pt x="23608" y="8231"/>
                    <a:pt x="23080" y="7968"/>
                    <a:pt x="22561" y="7415"/>
                  </a:cubicBezTo>
                  <a:lnTo>
                    <a:pt x="22268" y="8133"/>
                  </a:lnTo>
                  <a:lnTo>
                    <a:pt x="21187" y="8133"/>
                  </a:lnTo>
                  <a:lnTo>
                    <a:pt x="21187" y="1096"/>
                  </a:lnTo>
                  <a:cubicBezTo>
                    <a:pt x="21614" y="817"/>
                    <a:pt x="22256" y="465"/>
                    <a:pt x="22708" y="200"/>
                  </a:cubicBezTo>
                  <a:moveTo>
                    <a:pt x="24523" y="6792"/>
                  </a:moveTo>
                  <a:cubicBezTo>
                    <a:pt x="26540" y="6365"/>
                    <a:pt x="26017" y="3353"/>
                    <a:pt x="24158" y="3599"/>
                  </a:cubicBezTo>
                  <a:cubicBezTo>
                    <a:pt x="22218" y="3889"/>
                    <a:pt x="22347" y="6884"/>
                    <a:pt x="24523" y="6792"/>
                  </a:cubicBezTo>
                </a:path>
              </a:pathLst>
            </a:custGeom>
            <a:solidFill>
              <a:srgbClr val="334155"/>
            </a:solidFill>
            <a:ln>
              <a:noFill/>
            </a:ln>
          </p:spPr>
          <p:txBody>
            <a:bodyPr anchorCtr="0" anchor="t" bIns="41450" lIns="82950" spcFirstLastPara="1" rIns="82950" wrap="square" tIns="41450">
              <a:noAutofit/>
            </a:bodyPr>
            <a:lstStyle/>
            <a:p>
              <a:pPr indent="0" lvl="0" marL="0" marR="0" rtl="0" algn="l">
                <a:spcBef>
                  <a:spcPts val="0"/>
                </a:spcBef>
                <a:spcAft>
                  <a:spcPts val="0"/>
                </a:spcAft>
                <a:buNone/>
              </a:pPr>
              <a:r>
                <a:t/>
              </a:r>
              <a:endParaRPr sz="1693">
                <a:solidFill>
                  <a:schemeClr val="dk1"/>
                </a:solidFill>
                <a:latin typeface="Calibri"/>
                <a:ea typeface="Calibri"/>
                <a:cs typeface="Calibri"/>
                <a:sym typeface="Calibri"/>
              </a:endParaRPr>
            </a:p>
          </p:txBody>
        </p:sp>
        <p:sp>
          <p:nvSpPr>
            <p:cNvPr id="1697" name="Google Shape;1697;p61"/>
            <p:cNvSpPr/>
            <p:nvPr/>
          </p:nvSpPr>
          <p:spPr>
            <a:xfrm>
              <a:off x="2030433" y="3778779"/>
              <a:ext cx="1584648" cy="150836"/>
            </a:xfrm>
            <a:custGeom>
              <a:rect b="b" l="l" r="r" t="t"/>
              <a:pathLst>
                <a:path extrusionOk="0" h="8700" w="91400">
                  <a:moveTo>
                    <a:pt x="14753" y="2128"/>
                  </a:moveTo>
                  <a:cubicBezTo>
                    <a:pt x="14795" y="2127"/>
                    <a:pt x="14837" y="2127"/>
                    <a:pt x="14879" y="2129"/>
                  </a:cubicBezTo>
                  <a:cubicBezTo>
                    <a:pt x="15687" y="2170"/>
                    <a:pt x="16103" y="2379"/>
                    <a:pt x="16628" y="2966"/>
                  </a:cubicBezTo>
                  <a:cubicBezTo>
                    <a:pt x="16695" y="2887"/>
                    <a:pt x="16764" y="2810"/>
                    <a:pt x="16835" y="2737"/>
                  </a:cubicBezTo>
                  <a:cubicBezTo>
                    <a:pt x="17956" y="1605"/>
                    <a:pt x="20338" y="2118"/>
                    <a:pt x="20537" y="3760"/>
                  </a:cubicBezTo>
                  <a:cubicBezTo>
                    <a:pt x="20702" y="5117"/>
                    <a:pt x="20616" y="6741"/>
                    <a:pt x="20608" y="8131"/>
                  </a:cubicBezTo>
                  <a:lnTo>
                    <a:pt x="18987" y="8134"/>
                  </a:lnTo>
                  <a:cubicBezTo>
                    <a:pt x="18984" y="7419"/>
                    <a:pt x="19194" y="4177"/>
                    <a:pt x="18643" y="3837"/>
                  </a:cubicBezTo>
                  <a:cubicBezTo>
                    <a:pt x="16470" y="2493"/>
                    <a:pt x="16951" y="6312"/>
                    <a:pt x="16958" y="7452"/>
                  </a:cubicBezTo>
                  <a:lnTo>
                    <a:pt x="16960" y="8133"/>
                  </a:lnTo>
                  <a:lnTo>
                    <a:pt x="15331" y="8134"/>
                  </a:lnTo>
                  <a:cubicBezTo>
                    <a:pt x="15321" y="7050"/>
                    <a:pt x="15358" y="5964"/>
                    <a:pt x="15338" y="4879"/>
                  </a:cubicBezTo>
                  <a:cubicBezTo>
                    <a:pt x="15327" y="4247"/>
                    <a:pt x="15057" y="3554"/>
                    <a:pt x="14316" y="3569"/>
                  </a:cubicBezTo>
                  <a:cubicBezTo>
                    <a:pt x="13143" y="3593"/>
                    <a:pt x="13273" y="4960"/>
                    <a:pt x="13279" y="5786"/>
                  </a:cubicBezTo>
                  <a:cubicBezTo>
                    <a:pt x="13285" y="6564"/>
                    <a:pt x="13285" y="7351"/>
                    <a:pt x="13287" y="8133"/>
                  </a:cubicBezTo>
                  <a:lnTo>
                    <a:pt x="11664" y="8134"/>
                  </a:lnTo>
                  <a:cubicBezTo>
                    <a:pt x="11732" y="6336"/>
                    <a:pt x="11666" y="4085"/>
                    <a:pt x="11666" y="2250"/>
                  </a:cubicBezTo>
                  <a:lnTo>
                    <a:pt x="12746" y="2256"/>
                  </a:lnTo>
                  <a:lnTo>
                    <a:pt x="13059" y="2901"/>
                  </a:lnTo>
                  <a:cubicBezTo>
                    <a:pt x="13600" y="2368"/>
                    <a:pt x="14015" y="2187"/>
                    <a:pt x="14753" y="2128"/>
                  </a:cubicBezTo>
                </a:path>
              </a:pathLst>
            </a:custGeom>
            <a:solidFill>
              <a:srgbClr val="334155"/>
            </a:solidFill>
            <a:ln>
              <a:noFill/>
            </a:ln>
          </p:spPr>
          <p:txBody>
            <a:bodyPr anchorCtr="0" anchor="t" bIns="41450" lIns="82950" spcFirstLastPara="1" rIns="82950" wrap="square" tIns="41450">
              <a:noAutofit/>
            </a:bodyPr>
            <a:lstStyle/>
            <a:p>
              <a:pPr indent="0" lvl="0" marL="0" marR="0" rtl="0" algn="l">
                <a:spcBef>
                  <a:spcPts val="0"/>
                </a:spcBef>
                <a:spcAft>
                  <a:spcPts val="0"/>
                </a:spcAft>
                <a:buNone/>
              </a:pPr>
              <a:r>
                <a:t/>
              </a:r>
              <a:endParaRPr sz="1693">
                <a:solidFill>
                  <a:schemeClr val="dk1"/>
                </a:solidFill>
                <a:latin typeface="Calibri"/>
                <a:ea typeface="Calibri"/>
                <a:cs typeface="Calibri"/>
                <a:sym typeface="Calibri"/>
              </a:endParaRPr>
            </a:p>
          </p:txBody>
        </p:sp>
        <p:sp>
          <p:nvSpPr>
            <p:cNvPr id="1698" name="Google Shape;1698;p61"/>
            <p:cNvSpPr/>
            <p:nvPr/>
          </p:nvSpPr>
          <p:spPr>
            <a:xfrm>
              <a:off x="2030433" y="3778779"/>
              <a:ext cx="1584648" cy="150836"/>
            </a:xfrm>
            <a:custGeom>
              <a:rect b="b" l="l" r="r" t="t"/>
              <a:pathLst>
                <a:path extrusionOk="0" h="8700" w="91400">
                  <a:moveTo>
                    <a:pt x="75698" y="2082"/>
                  </a:moveTo>
                  <a:cubicBezTo>
                    <a:pt x="77407" y="1816"/>
                    <a:pt x="79008" y="2990"/>
                    <a:pt x="79270" y="4701"/>
                  </a:cubicBezTo>
                  <a:cubicBezTo>
                    <a:pt x="79531" y="6413"/>
                    <a:pt x="78354" y="8012"/>
                    <a:pt x="76643" y="8269"/>
                  </a:cubicBezTo>
                  <a:cubicBezTo>
                    <a:pt x="74938" y="8525"/>
                    <a:pt x="73349" y="7352"/>
                    <a:pt x="73088" y="5647"/>
                  </a:cubicBezTo>
                  <a:cubicBezTo>
                    <a:pt x="72828" y="3942"/>
                    <a:pt x="73996" y="2347"/>
                    <a:pt x="75698" y="2082"/>
                  </a:cubicBezTo>
                  <a:moveTo>
                    <a:pt x="76474" y="7037"/>
                  </a:moveTo>
                  <a:cubicBezTo>
                    <a:pt x="77500" y="6873"/>
                    <a:pt x="78198" y="5906"/>
                    <a:pt x="78032" y="4879"/>
                  </a:cubicBezTo>
                  <a:cubicBezTo>
                    <a:pt x="77866" y="3852"/>
                    <a:pt x="76899" y="3155"/>
                    <a:pt x="75873" y="3323"/>
                  </a:cubicBezTo>
                  <a:cubicBezTo>
                    <a:pt x="74850" y="3490"/>
                    <a:pt x="74155" y="4455"/>
                    <a:pt x="74321" y="5480"/>
                  </a:cubicBezTo>
                  <a:cubicBezTo>
                    <a:pt x="74486" y="6504"/>
                    <a:pt x="75450" y="7201"/>
                    <a:pt x="76474" y="7037"/>
                  </a:cubicBezTo>
                </a:path>
              </a:pathLst>
            </a:custGeom>
            <a:solidFill>
              <a:srgbClr val="334155"/>
            </a:solidFill>
            <a:ln>
              <a:noFill/>
            </a:ln>
          </p:spPr>
          <p:txBody>
            <a:bodyPr anchorCtr="0" anchor="t" bIns="41450" lIns="82950" spcFirstLastPara="1" rIns="82950" wrap="square" tIns="41450">
              <a:noAutofit/>
            </a:bodyPr>
            <a:lstStyle/>
            <a:p>
              <a:pPr indent="0" lvl="0" marL="0" marR="0" rtl="0" algn="l">
                <a:spcBef>
                  <a:spcPts val="0"/>
                </a:spcBef>
                <a:spcAft>
                  <a:spcPts val="0"/>
                </a:spcAft>
                <a:buNone/>
              </a:pPr>
              <a:r>
                <a:t/>
              </a:r>
              <a:endParaRPr sz="1693">
                <a:solidFill>
                  <a:schemeClr val="dk1"/>
                </a:solidFill>
                <a:latin typeface="Calibri"/>
                <a:ea typeface="Calibri"/>
                <a:cs typeface="Calibri"/>
                <a:sym typeface="Calibri"/>
              </a:endParaRPr>
            </a:p>
          </p:txBody>
        </p:sp>
        <p:sp>
          <p:nvSpPr>
            <p:cNvPr id="1699" name="Google Shape;1699;p61"/>
            <p:cNvSpPr/>
            <p:nvPr/>
          </p:nvSpPr>
          <p:spPr>
            <a:xfrm>
              <a:off x="2030433" y="3778779"/>
              <a:ext cx="1584648" cy="150836"/>
            </a:xfrm>
            <a:custGeom>
              <a:rect b="b" l="l" r="r" t="t"/>
              <a:pathLst>
                <a:path extrusionOk="0" h="8700" w="91400">
                  <a:moveTo>
                    <a:pt x="30620" y="2128"/>
                  </a:moveTo>
                  <a:cubicBezTo>
                    <a:pt x="30830" y="2135"/>
                    <a:pt x="31092" y="2141"/>
                    <a:pt x="31298" y="2166"/>
                  </a:cubicBezTo>
                  <a:cubicBezTo>
                    <a:pt x="31986" y="2244"/>
                    <a:pt x="32615" y="2595"/>
                    <a:pt x="33043" y="3141"/>
                  </a:cubicBezTo>
                  <a:cubicBezTo>
                    <a:pt x="33625" y="3895"/>
                    <a:pt x="33696" y="4755"/>
                    <a:pt x="33585" y="5658"/>
                  </a:cubicBezTo>
                  <a:cubicBezTo>
                    <a:pt x="32246" y="5630"/>
                    <a:pt x="30777" y="5644"/>
                    <a:pt x="29436" y="5663"/>
                  </a:cubicBezTo>
                  <a:cubicBezTo>
                    <a:pt x="29813" y="7041"/>
                    <a:pt x="31198" y="7261"/>
                    <a:pt x="32089" y="6204"/>
                  </a:cubicBezTo>
                  <a:lnTo>
                    <a:pt x="33033" y="6666"/>
                  </a:lnTo>
                  <a:cubicBezTo>
                    <a:pt x="33132" y="6711"/>
                    <a:pt x="33275" y="6794"/>
                    <a:pt x="33375" y="6848"/>
                  </a:cubicBezTo>
                  <a:cubicBezTo>
                    <a:pt x="32552" y="8247"/>
                    <a:pt x="30904" y="8600"/>
                    <a:pt x="29463" y="7981"/>
                  </a:cubicBezTo>
                  <a:cubicBezTo>
                    <a:pt x="27665" y="7209"/>
                    <a:pt x="27230" y="4572"/>
                    <a:pt x="28484" y="3144"/>
                  </a:cubicBezTo>
                  <a:cubicBezTo>
                    <a:pt x="29087" y="2458"/>
                    <a:pt x="29726" y="2198"/>
                    <a:pt x="30620" y="2128"/>
                  </a:cubicBezTo>
                  <a:moveTo>
                    <a:pt x="29475" y="4438"/>
                  </a:moveTo>
                  <a:lnTo>
                    <a:pt x="31114" y="4443"/>
                  </a:lnTo>
                  <a:lnTo>
                    <a:pt x="31954" y="4438"/>
                  </a:lnTo>
                  <a:cubicBezTo>
                    <a:pt x="31618" y="3558"/>
                    <a:pt x="31326" y="3389"/>
                    <a:pt x="30400" y="3444"/>
                  </a:cubicBezTo>
                  <a:cubicBezTo>
                    <a:pt x="30024" y="3568"/>
                    <a:pt x="29805" y="3755"/>
                    <a:pt x="29624" y="4113"/>
                  </a:cubicBezTo>
                  <a:cubicBezTo>
                    <a:pt x="29570" y="4219"/>
                    <a:pt x="29520" y="4328"/>
                    <a:pt x="29475" y="4438"/>
                  </a:cubicBezTo>
                </a:path>
              </a:pathLst>
            </a:custGeom>
            <a:solidFill>
              <a:srgbClr val="334155"/>
            </a:solidFill>
            <a:ln>
              <a:noFill/>
            </a:ln>
          </p:spPr>
          <p:txBody>
            <a:bodyPr anchorCtr="0" anchor="t" bIns="41450" lIns="82950" spcFirstLastPara="1" rIns="82950" wrap="square" tIns="41450">
              <a:noAutofit/>
            </a:bodyPr>
            <a:lstStyle/>
            <a:p>
              <a:pPr indent="0" lvl="0" marL="0" marR="0" rtl="0" algn="l">
                <a:spcBef>
                  <a:spcPts val="0"/>
                </a:spcBef>
                <a:spcAft>
                  <a:spcPts val="0"/>
                </a:spcAft>
                <a:buNone/>
              </a:pPr>
              <a:r>
                <a:t/>
              </a:r>
              <a:endParaRPr sz="1693">
                <a:solidFill>
                  <a:schemeClr val="dk1"/>
                </a:solidFill>
                <a:latin typeface="Calibri"/>
                <a:ea typeface="Calibri"/>
                <a:cs typeface="Calibri"/>
                <a:sym typeface="Calibri"/>
              </a:endParaRPr>
            </a:p>
          </p:txBody>
        </p:sp>
        <p:sp>
          <p:nvSpPr>
            <p:cNvPr id="1700" name="Google Shape;1700;p61"/>
            <p:cNvSpPr/>
            <p:nvPr/>
          </p:nvSpPr>
          <p:spPr>
            <a:xfrm>
              <a:off x="2030433" y="3778779"/>
              <a:ext cx="1584648" cy="150836"/>
            </a:xfrm>
            <a:custGeom>
              <a:rect b="b" l="l" r="r" t="t"/>
              <a:pathLst>
                <a:path extrusionOk="0" h="8700" w="91400">
                  <a:moveTo>
                    <a:pt x="6720" y="2255"/>
                  </a:moveTo>
                  <a:cubicBezTo>
                    <a:pt x="8081" y="2216"/>
                    <a:pt x="9597" y="2247"/>
                    <a:pt x="10971" y="2245"/>
                  </a:cubicBezTo>
                  <a:cubicBezTo>
                    <a:pt x="11020" y="4093"/>
                    <a:pt x="11005" y="6283"/>
                    <a:pt x="10970" y="8133"/>
                  </a:cubicBezTo>
                  <a:lnTo>
                    <a:pt x="9885" y="8132"/>
                  </a:lnTo>
                  <a:lnTo>
                    <a:pt x="9595" y="7464"/>
                  </a:lnTo>
                  <a:cubicBezTo>
                    <a:pt x="8876" y="8138"/>
                    <a:pt x="8401" y="8262"/>
                    <a:pt x="7450" y="8259"/>
                  </a:cubicBezTo>
                  <a:cubicBezTo>
                    <a:pt x="5946" y="8078"/>
                    <a:pt x="5140" y="6945"/>
                    <a:pt x="5930" y="5575"/>
                  </a:cubicBezTo>
                  <a:cubicBezTo>
                    <a:pt x="6436" y="4698"/>
                    <a:pt x="8460" y="4546"/>
                    <a:pt x="9362" y="4408"/>
                  </a:cubicBezTo>
                  <a:lnTo>
                    <a:pt x="9363" y="3664"/>
                  </a:lnTo>
                  <a:cubicBezTo>
                    <a:pt x="8481" y="3651"/>
                    <a:pt x="7084" y="3606"/>
                    <a:pt x="6240" y="3674"/>
                  </a:cubicBezTo>
                  <a:cubicBezTo>
                    <a:pt x="6381" y="3204"/>
                    <a:pt x="6558" y="2720"/>
                    <a:pt x="6720" y="2255"/>
                  </a:cubicBezTo>
                  <a:moveTo>
                    <a:pt x="7823" y="7074"/>
                  </a:moveTo>
                  <a:cubicBezTo>
                    <a:pt x="8348" y="7059"/>
                    <a:pt x="8665" y="6998"/>
                    <a:pt x="9035" y="6603"/>
                  </a:cubicBezTo>
                  <a:cubicBezTo>
                    <a:pt x="9256" y="6367"/>
                    <a:pt x="9461" y="6074"/>
                    <a:pt x="9303" y="5756"/>
                  </a:cubicBezTo>
                  <a:cubicBezTo>
                    <a:pt x="9103" y="5646"/>
                    <a:pt x="9091" y="5696"/>
                    <a:pt x="8816" y="5731"/>
                  </a:cubicBezTo>
                  <a:cubicBezTo>
                    <a:pt x="8295" y="5798"/>
                    <a:pt x="7218" y="5810"/>
                    <a:pt x="7327" y="6584"/>
                  </a:cubicBezTo>
                  <a:cubicBezTo>
                    <a:pt x="7365" y="6856"/>
                    <a:pt x="7587" y="6987"/>
                    <a:pt x="7823" y="7074"/>
                  </a:cubicBezTo>
                </a:path>
              </a:pathLst>
            </a:custGeom>
            <a:solidFill>
              <a:srgbClr val="334155"/>
            </a:solidFill>
            <a:ln>
              <a:noFill/>
            </a:ln>
          </p:spPr>
          <p:txBody>
            <a:bodyPr anchorCtr="0" anchor="t" bIns="41450" lIns="82950" spcFirstLastPara="1" rIns="82950" wrap="square" tIns="41450">
              <a:noAutofit/>
            </a:bodyPr>
            <a:lstStyle/>
            <a:p>
              <a:pPr indent="0" lvl="0" marL="0" marR="0" rtl="0" algn="l">
                <a:spcBef>
                  <a:spcPts val="0"/>
                </a:spcBef>
                <a:spcAft>
                  <a:spcPts val="0"/>
                </a:spcAft>
                <a:buNone/>
              </a:pPr>
              <a:r>
                <a:t/>
              </a:r>
              <a:endParaRPr sz="1693">
                <a:solidFill>
                  <a:schemeClr val="dk1"/>
                </a:solidFill>
                <a:latin typeface="Calibri"/>
                <a:ea typeface="Calibri"/>
                <a:cs typeface="Calibri"/>
                <a:sym typeface="Calibri"/>
              </a:endParaRPr>
            </a:p>
          </p:txBody>
        </p:sp>
        <p:sp>
          <p:nvSpPr>
            <p:cNvPr id="1701" name="Google Shape;1701;p61"/>
            <p:cNvSpPr/>
            <p:nvPr/>
          </p:nvSpPr>
          <p:spPr>
            <a:xfrm>
              <a:off x="2030433" y="3778779"/>
              <a:ext cx="1584648" cy="150836"/>
            </a:xfrm>
            <a:custGeom>
              <a:rect b="b" l="l" r="r" t="t"/>
              <a:pathLst>
                <a:path extrusionOk="0" h="8700" w="91400">
                  <a:moveTo>
                    <a:pt x="54333" y="2122"/>
                  </a:moveTo>
                  <a:cubicBezTo>
                    <a:pt x="54514" y="2103"/>
                    <a:pt x="54830" y="2107"/>
                    <a:pt x="55016" y="2118"/>
                  </a:cubicBezTo>
                  <a:cubicBezTo>
                    <a:pt x="55733" y="2155"/>
                    <a:pt x="56404" y="2478"/>
                    <a:pt x="56881" y="3014"/>
                  </a:cubicBezTo>
                  <a:cubicBezTo>
                    <a:pt x="57550" y="3770"/>
                    <a:pt x="57614" y="4595"/>
                    <a:pt x="57558" y="5537"/>
                  </a:cubicBezTo>
                  <a:lnTo>
                    <a:pt x="53044" y="5541"/>
                  </a:lnTo>
                  <a:cubicBezTo>
                    <a:pt x="53323" y="7411"/>
                    <a:pt x="55208" y="7678"/>
                    <a:pt x="56374" y="6308"/>
                  </a:cubicBezTo>
                  <a:lnTo>
                    <a:pt x="57390" y="6805"/>
                  </a:lnTo>
                  <a:cubicBezTo>
                    <a:pt x="56570" y="8389"/>
                    <a:pt x="54340" y="8696"/>
                    <a:pt x="52977" y="7698"/>
                  </a:cubicBezTo>
                  <a:cubicBezTo>
                    <a:pt x="52325" y="7214"/>
                    <a:pt x="51892" y="6489"/>
                    <a:pt x="51773" y="5684"/>
                  </a:cubicBezTo>
                  <a:cubicBezTo>
                    <a:pt x="51502" y="3898"/>
                    <a:pt x="52520" y="2394"/>
                    <a:pt x="54333" y="2122"/>
                  </a:cubicBezTo>
                  <a:moveTo>
                    <a:pt x="53063" y="4537"/>
                  </a:moveTo>
                  <a:lnTo>
                    <a:pt x="55213" y="4543"/>
                  </a:lnTo>
                  <a:lnTo>
                    <a:pt x="56250" y="4540"/>
                  </a:lnTo>
                  <a:cubicBezTo>
                    <a:pt x="56011" y="3378"/>
                    <a:pt x="55379" y="3064"/>
                    <a:pt x="54245" y="3179"/>
                  </a:cubicBezTo>
                  <a:cubicBezTo>
                    <a:pt x="53717" y="3412"/>
                    <a:pt x="53408" y="3613"/>
                    <a:pt x="53185" y="4193"/>
                  </a:cubicBezTo>
                  <a:cubicBezTo>
                    <a:pt x="53141" y="4306"/>
                    <a:pt x="53101" y="4421"/>
                    <a:pt x="53063" y="4537"/>
                  </a:cubicBezTo>
                </a:path>
              </a:pathLst>
            </a:custGeom>
            <a:solidFill>
              <a:srgbClr val="334155"/>
            </a:solidFill>
            <a:ln>
              <a:noFill/>
            </a:ln>
          </p:spPr>
          <p:txBody>
            <a:bodyPr anchorCtr="0" anchor="t" bIns="41450" lIns="82950" spcFirstLastPara="1" rIns="82950" wrap="square" tIns="41450">
              <a:noAutofit/>
            </a:bodyPr>
            <a:lstStyle/>
            <a:p>
              <a:pPr indent="0" lvl="0" marL="0" marR="0" rtl="0" algn="l">
                <a:spcBef>
                  <a:spcPts val="0"/>
                </a:spcBef>
                <a:spcAft>
                  <a:spcPts val="0"/>
                </a:spcAft>
                <a:buNone/>
              </a:pPr>
              <a:r>
                <a:t/>
              </a:r>
              <a:endParaRPr sz="1693">
                <a:solidFill>
                  <a:schemeClr val="dk1"/>
                </a:solidFill>
                <a:latin typeface="Calibri"/>
                <a:ea typeface="Calibri"/>
                <a:cs typeface="Calibri"/>
                <a:sym typeface="Calibri"/>
              </a:endParaRPr>
            </a:p>
          </p:txBody>
        </p:sp>
        <p:sp>
          <p:nvSpPr>
            <p:cNvPr id="1702" name="Google Shape;1702;p61"/>
            <p:cNvSpPr/>
            <p:nvPr/>
          </p:nvSpPr>
          <p:spPr>
            <a:xfrm>
              <a:off x="2030433" y="3778779"/>
              <a:ext cx="1584648" cy="150836"/>
            </a:xfrm>
            <a:custGeom>
              <a:rect b="b" l="l" r="r" t="t"/>
              <a:pathLst>
                <a:path extrusionOk="0" h="8700" w="91400">
                  <a:moveTo>
                    <a:pt x="0" y="2257"/>
                  </a:moveTo>
                  <a:cubicBezTo>
                    <a:pt x="582" y="2246"/>
                    <a:pt x="1186" y="2252"/>
                    <a:pt x="1771" y="2252"/>
                  </a:cubicBezTo>
                  <a:cubicBezTo>
                    <a:pt x="2207" y="3451"/>
                    <a:pt x="2537" y="4744"/>
                    <a:pt x="2988" y="5948"/>
                  </a:cubicBezTo>
                  <a:cubicBezTo>
                    <a:pt x="3297" y="4804"/>
                    <a:pt x="3794" y="3395"/>
                    <a:pt x="4164" y="2252"/>
                  </a:cubicBezTo>
                  <a:lnTo>
                    <a:pt x="5950" y="2256"/>
                  </a:lnTo>
                  <a:lnTo>
                    <a:pt x="5364" y="3996"/>
                  </a:lnTo>
                  <a:cubicBezTo>
                    <a:pt x="4891" y="5203"/>
                    <a:pt x="4377" y="6875"/>
                    <a:pt x="3945" y="8135"/>
                  </a:cubicBezTo>
                  <a:lnTo>
                    <a:pt x="1982" y="8131"/>
                  </a:lnTo>
                  <a:cubicBezTo>
                    <a:pt x="1375" y="6174"/>
                    <a:pt x="606" y="4217"/>
                    <a:pt x="0" y="2257"/>
                  </a:cubicBezTo>
                </a:path>
              </a:pathLst>
            </a:custGeom>
            <a:solidFill>
              <a:srgbClr val="334155"/>
            </a:solidFill>
            <a:ln>
              <a:noFill/>
            </a:ln>
          </p:spPr>
          <p:txBody>
            <a:bodyPr anchorCtr="0" anchor="t" bIns="41450" lIns="82950" spcFirstLastPara="1" rIns="82950" wrap="square" tIns="41450">
              <a:noAutofit/>
            </a:bodyPr>
            <a:lstStyle/>
            <a:p>
              <a:pPr indent="0" lvl="0" marL="0" marR="0" rtl="0" algn="l">
                <a:spcBef>
                  <a:spcPts val="0"/>
                </a:spcBef>
                <a:spcAft>
                  <a:spcPts val="0"/>
                </a:spcAft>
                <a:buNone/>
              </a:pPr>
              <a:r>
                <a:t/>
              </a:r>
              <a:endParaRPr sz="1693">
                <a:solidFill>
                  <a:schemeClr val="dk1"/>
                </a:solidFill>
                <a:latin typeface="Calibri"/>
                <a:ea typeface="Calibri"/>
                <a:cs typeface="Calibri"/>
                <a:sym typeface="Calibri"/>
              </a:endParaRPr>
            </a:p>
          </p:txBody>
        </p:sp>
        <p:sp>
          <p:nvSpPr>
            <p:cNvPr id="1703" name="Google Shape;1703;p61"/>
            <p:cNvSpPr/>
            <p:nvPr/>
          </p:nvSpPr>
          <p:spPr>
            <a:xfrm>
              <a:off x="2030433" y="3778779"/>
              <a:ext cx="1584648" cy="150836"/>
            </a:xfrm>
            <a:custGeom>
              <a:rect b="b" l="l" r="r" t="t"/>
              <a:pathLst>
                <a:path extrusionOk="0" h="8700" w="91400">
                  <a:moveTo>
                    <a:pt x="82936" y="2124"/>
                  </a:moveTo>
                  <a:cubicBezTo>
                    <a:pt x="84064" y="1984"/>
                    <a:pt x="85286" y="2632"/>
                    <a:pt x="85432" y="3765"/>
                  </a:cubicBezTo>
                  <a:cubicBezTo>
                    <a:pt x="85603" y="5098"/>
                    <a:pt x="85521" y="6778"/>
                    <a:pt x="85514" y="8132"/>
                  </a:cubicBezTo>
                  <a:lnTo>
                    <a:pt x="84251" y="8135"/>
                  </a:lnTo>
                  <a:cubicBezTo>
                    <a:pt x="84246" y="7570"/>
                    <a:pt x="84249" y="6986"/>
                    <a:pt x="84257" y="6422"/>
                  </a:cubicBezTo>
                  <a:cubicBezTo>
                    <a:pt x="84278" y="5087"/>
                    <a:pt x="84529" y="2757"/>
                    <a:pt x="82378" y="3353"/>
                  </a:cubicBezTo>
                  <a:cubicBezTo>
                    <a:pt x="81549" y="3770"/>
                    <a:pt x="81577" y="4563"/>
                    <a:pt x="81580" y="5380"/>
                  </a:cubicBezTo>
                  <a:cubicBezTo>
                    <a:pt x="81584" y="6298"/>
                    <a:pt x="81590" y="7216"/>
                    <a:pt x="81595" y="8133"/>
                  </a:cubicBezTo>
                  <a:lnTo>
                    <a:pt x="80316" y="8133"/>
                  </a:lnTo>
                  <a:cubicBezTo>
                    <a:pt x="80314" y="6190"/>
                    <a:pt x="80282" y="4159"/>
                    <a:pt x="80327" y="2223"/>
                  </a:cubicBezTo>
                  <a:lnTo>
                    <a:pt x="81532" y="2222"/>
                  </a:lnTo>
                  <a:cubicBezTo>
                    <a:pt x="81529" y="2397"/>
                    <a:pt x="81521" y="2509"/>
                    <a:pt x="81562" y="2683"/>
                  </a:cubicBezTo>
                  <a:cubicBezTo>
                    <a:pt x="81673" y="2729"/>
                    <a:pt x="81828" y="2583"/>
                    <a:pt x="81944" y="2497"/>
                  </a:cubicBezTo>
                  <a:cubicBezTo>
                    <a:pt x="82324" y="2214"/>
                    <a:pt x="82484" y="2190"/>
                    <a:pt x="82936" y="2124"/>
                  </a:cubicBezTo>
                </a:path>
              </a:pathLst>
            </a:custGeom>
            <a:solidFill>
              <a:srgbClr val="334155"/>
            </a:solidFill>
            <a:ln>
              <a:noFill/>
            </a:ln>
          </p:spPr>
          <p:txBody>
            <a:bodyPr anchorCtr="0" anchor="t" bIns="41450" lIns="82950" spcFirstLastPara="1" rIns="82950" wrap="square" tIns="41450">
              <a:noAutofit/>
            </a:bodyPr>
            <a:lstStyle/>
            <a:p>
              <a:pPr indent="0" lvl="0" marL="0" marR="0" rtl="0" algn="l">
                <a:spcBef>
                  <a:spcPts val="0"/>
                </a:spcBef>
                <a:spcAft>
                  <a:spcPts val="0"/>
                </a:spcAft>
                <a:buNone/>
              </a:pPr>
              <a:r>
                <a:t/>
              </a:r>
              <a:endParaRPr sz="1693">
                <a:solidFill>
                  <a:schemeClr val="dk1"/>
                </a:solidFill>
                <a:latin typeface="Calibri"/>
                <a:ea typeface="Calibri"/>
                <a:cs typeface="Calibri"/>
                <a:sym typeface="Calibri"/>
              </a:endParaRPr>
            </a:p>
          </p:txBody>
        </p:sp>
        <p:sp>
          <p:nvSpPr>
            <p:cNvPr id="1704" name="Google Shape;1704;p61"/>
            <p:cNvSpPr/>
            <p:nvPr/>
          </p:nvSpPr>
          <p:spPr>
            <a:xfrm>
              <a:off x="2030433" y="3778779"/>
              <a:ext cx="1584648" cy="150836"/>
            </a:xfrm>
            <a:custGeom>
              <a:rect b="b" l="l" r="r" t="t"/>
              <a:pathLst>
                <a:path extrusionOk="0" h="8700" w="91400">
                  <a:moveTo>
                    <a:pt x="48229" y="2123"/>
                  </a:moveTo>
                  <a:cubicBezTo>
                    <a:pt x="49552" y="2044"/>
                    <a:pt x="50342" y="2417"/>
                    <a:pt x="50981" y="3588"/>
                  </a:cubicBezTo>
                  <a:cubicBezTo>
                    <a:pt x="50674" y="3746"/>
                    <a:pt x="50310" y="3908"/>
                    <a:pt x="49994" y="4059"/>
                  </a:cubicBezTo>
                  <a:cubicBezTo>
                    <a:pt x="49541" y="3291"/>
                    <a:pt x="48589" y="2774"/>
                    <a:pt x="47885" y="3366"/>
                  </a:cubicBezTo>
                  <a:cubicBezTo>
                    <a:pt x="46978" y="4325"/>
                    <a:pt x="49180" y="4689"/>
                    <a:pt x="49631" y="4883"/>
                  </a:cubicBezTo>
                  <a:cubicBezTo>
                    <a:pt x="51950" y="5876"/>
                    <a:pt x="51108" y="8158"/>
                    <a:pt x="48753" y="8250"/>
                  </a:cubicBezTo>
                  <a:cubicBezTo>
                    <a:pt x="48405" y="8254"/>
                    <a:pt x="48059" y="8203"/>
                    <a:pt x="47726" y="8099"/>
                  </a:cubicBezTo>
                  <a:cubicBezTo>
                    <a:pt x="46912" y="7835"/>
                    <a:pt x="46482" y="7331"/>
                    <a:pt x="46111" y="6604"/>
                  </a:cubicBezTo>
                  <a:cubicBezTo>
                    <a:pt x="46434" y="6461"/>
                    <a:pt x="46758" y="6322"/>
                    <a:pt x="47085" y="6188"/>
                  </a:cubicBezTo>
                  <a:cubicBezTo>
                    <a:pt x="48418" y="8318"/>
                    <a:pt x="50979" y="6653"/>
                    <a:pt x="49028" y="5873"/>
                  </a:cubicBezTo>
                  <a:cubicBezTo>
                    <a:pt x="48193" y="5539"/>
                    <a:pt x="46574" y="5389"/>
                    <a:pt x="46411" y="4110"/>
                  </a:cubicBezTo>
                  <a:cubicBezTo>
                    <a:pt x="46262" y="2943"/>
                    <a:pt x="47194" y="2263"/>
                    <a:pt x="48229" y="2123"/>
                  </a:cubicBezTo>
                </a:path>
              </a:pathLst>
            </a:custGeom>
            <a:solidFill>
              <a:srgbClr val="334155"/>
            </a:solidFill>
            <a:ln>
              <a:noFill/>
            </a:ln>
          </p:spPr>
          <p:txBody>
            <a:bodyPr anchorCtr="0" anchor="t" bIns="41450" lIns="82950" spcFirstLastPara="1" rIns="82950" wrap="square" tIns="41450">
              <a:noAutofit/>
            </a:bodyPr>
            <a:lstStyle/>
            <a:p>
              <a:pPr indent="0" lvl="0" marL="0" marR="0" rtl="0" algn="l">
                <a:spcBef>
                  <a:spcPts val="0"/>
                </a:spcBef>
                <a:spcAft>
                  <a:spcPts val="0"/>
                </a:spcAft>
                <a:buNone/>
              </a:pPr>
              <a:r>
                <a:t/>
              </a:r>
              <a:endParaRPr sz="1693">
                <a:solidFill>
                  <a:schemeClr val="dk1"/>
                </a:solidFill>
                <a:latin typeface="Calibri"/>
                <a:ea typeface="Calibri"/>
                <a:cs typeface="Calibri"/>
                <a:sym typeface="Calibri"/>
              </a:endParaRPr>
            </a:p>
          </p:txBody>
        </p:sp>
        <p:sp>
          <p:nvSpPr>
            <p:cNvPr id="1705" name="Google Shape;1705;p61"/>
            <p:cNvSpPr/>
            <p:nvPr/>
          </p:nvSpPr>
          <p:spPr>
            <a:xfrm>
              <a:off x="2030433" y="3778779"/>
              <a:ext cx="1584648" cy="150836"/>
            </a:xfrm>
            <a:custGeom>
              <a:rect b="b" l="l" r="r" t="t"/>
              <a:pathLst>
                <a:path extrusionOk="0" h="8700" w="91400">
                  <a:moveTo>
                    <a:pt x="66022" y="2122"/>
                  </a:moveTo>
                  <a:cubicBezTo>
                    <a:pt x="67192" y="2021"/>
                    <a:pt x="68293" y="2459"/>
                    <a:pt x="68748" y="3608"/>
                  </a:cubicBezTo>
                  <a:lnTo>
                    <a:pt x="67785" y="4059"/>
                  </a:lnTo>
                  <a:cubicBezTo>
                    <a:pt x="67394" y="3407"/>
                    <a:pt x="67100" y="3190"/>
                    <a:pt x="66316" y="3138"/>
                  </a:cubicBezTo>
                  <a:cubicBezTo>
                    <a:pt x="65934" y="3112"/>
                    <a:pt x="65385" y="3463"/>
                    <a:pt x="65438" y="3828"/>
                  </a:cubicBezTo>
                  <a:cubicBezTo>
                    <a:pt x="65538" y="4499"/>
                    <a:pt x="66913" y="4633"/>
                    <a:pt x="67422" y="4882"/>
                  </a:cubicBezTo>
                  <a:cubicBezTo>
                    <a:pt x="68660" y="5375"/>
                    <a:pt x="69257" y="6425"/>
                    <a:pt x="68343" y="7568"/>
                  </a:cubicBezTo>
                  <a:cubicBezTo>
                    <a:pt x="67961" y="8046"/>
                    <a:pt x="67224" y="8218"/>
                    <a:pt x="66605" y="8250"/>
                  </a:cubicBezTo>
                  <a:cubicBezTo>
                    <a:pt x="65304" y="8259"/>
                    <a:pt x="64489" y="7763"/>
                    <a:pt x="63905" y="6604"/>
                  </a:cubicBezTo>
                  <a:cubicBezTo>
                    <a:pt x="64228" y="6458"/>
                    <a:pt x="64553" y="6318"/>
                    <a:pt x="64881" y="6184"/>
                  </a:cubicBezTo>
                  <a:cubicBezTo>
                    <a:pt x="65291" y="6891"/>
                    <a:pt x="65849" y="7275"/>
                    <a:pt x="66694" y="7228"/>
                  </a:cubicBezTo>
                  <a:cubicBezTo>
                    <a:pt x="67241" y="7198"/>
                    <a:pt x="67863" y="6577"/>
                    <a:pt x="67354" y="6175"/>
                  </a:cubicBezTo>
                  <a:cubicBezTo>
                    <a:pt x="66651" y="5600"/>
                    <a:pt x="65151" y="5636"/>
                    <a:pt x="64581" y="4876"/>
                  </a:cubicBezTo>
                  <a:cubicBezTo>
                    <a:pt x="63590" y="3552"/>
                    <a:pt x="64597" y="2313"/>
                    <a:pt x="66022" y="2122"/>
                  </a:cubicBezTo>
                </a:path>
              </a:pathLst>
            </a:custGeom>
            <a:solidFill>
              <a:srgbClr val="334155"/>
            </a:solidFill>
            <a:ln>
              <a:noFill/>
            </a:ln>
          </p:spPr>
          <p:txBody>
            <a:bodyPr anchorCtr="0" anchor="t" bIns="41450" lIns="82950" spcFirstLastPara="1" rIns="82950" wrap="square" tIns="41450">
              <a:noAutofit/>
            </a:bodyPr>
            <a:lstStyle/>
            <a:p>
              <a:pPr indent="0" lvl="0" marL="0" marR="0" rtl="0" algn="l">
                <a:spcBef>
                  <a:spcPts val="0"/>
                </a:spcBef>
                <a:spcAft>
                  <a:spcPts val="0"/>
                </a:spcAft>
                <a:buNone/>
              </a:pPr>
              <a:r>
                <a:t/>
              </a:r>
              <a:endParaRPr sz="1693">
                <a:solidFill>
                  <a:schemeClr val="dk1"/>
                </a:solidFill>
                <a:latin typeface="Calibri"/>
                <a:ea typeface="Calibri"/>
                <a:cs typeface="Calibri"/>
                <a:sym typeface="Calibri"/>
              </a:endParaRPr>
            </a:p>
          </p:txBody>
        </p:sp>
        <p:sp>
          <p:nvSpPr>
            <p:cNvPr id="1706" name="Google Shape;1706;p61"/>
            <p:cNvSpPr/>
            <p:nvPr/>
          </p:nvSpPr>
          <p:spPr>
            <a:xfrm>
              <a:off x="2030433" y="3778779"/>
              <a:ext cx="1584648" cy="150836"/>
            </a:xfrm>
            <a:custGeom>
              <a:rect b="b" l="l" r="r" t="t"/>
              <a:pathLst>
                <a:path extrusionOk="0" h="8700" w="91400">
                  <a:moveTo>
                    <a:pt x="60532" y="2122"/>
                  </a:moveTo>
                  <a:cubicBezTo>
                    <a:pt x="61712" y="2020"/>
                    <a:pt x="62807" y="2451"/>
                    <a:pt x="63266" y="3610"/>
                  </a:cubicBezTo>
                  <a:lnTo>
                    <a:pt x="62298" y="4057"/>
                  </a:lnTo>
                  <a:cubicBezTo>
                    <a:pt x="61939" y="3412"/>
                    <a:pt x="61565" y="3165"/>
                    <a:pt x="60809" y="3138"/>
                  </a:cubicBezTo>
                  <a:cubicBezTo>
                    <a:pt x="60420" y="3124"/>
                    <a:pt x="59950" y="3435"/>
                    <a:pt x="59984" y="3833"/>
                  </a:cubicBezTo>
                  <a:cubicBezTo>
                    <a:pt x="60042" y="4513"/>
                    <a:pt x="61417" y="4637"/>
                    <a:pt x="61905" y="4870"/>
                  </a:cubicBezTo>
                  <a:cubicBezTo>
                    <a:pt x="62252" y="5036"/>
                    <a:pt x="62523" y="5124"/>
                    <a:pt x="62809" y="5397"/>
                  </a:cubicBezTo>
                  <a:cubicBezTo>
                    <a:pt x="63495" y="5948"/>
                    <a:pt x="63402" y="6961"/>
                    <a:pt x="62853" y="7580"/>
                  </a:cubicBezTo>
                  <a:cubicBezTo>
                    <a:pt x="62404" y="8085"/>
                    <a:pt x="61713" y="8225"/>
                    <a:pt x="61040" y="8249"/>
                  </a:cubicBezTo>
                  <a:cubicBezTo>
                    <a:pt x="59794" y="8265"/>
                    <a:pt x="58975" y="7697"/>
                    <a:pt x="58425" y="6606"/>
                  </a:cubicBezTo>
                  <a:cubicBezTo>
                    <a:pt x="58738" y="6458"/>
                    <a:pt x="59079" y="6319"/>
                    <a:pt x="59399" y="6183"/>
                  </a:cubicBezTo>
                  <a:cubicBezTo>
                    <a:pt x="60486" y="8036"/>
                    <a:pt x="62598" y="7045"/>
                    <a:pt x="61931" y="6235"/>
                  </a:cubicBezTo>
                  <a:cubicBezTo>
                    <a:pt x="61425" y="5618"/>
                    <a:pt x="58866" y="5634"/>
                    <a:pt x="58733" y="4103"/>
                  </a:cubicBezTo>
                  <a:cubicBezTo>
                    <a:pt x="58622" y="2833"/>
                    <a:pt x="59509" y="2261"/>
                    <a:pt x="60532" y="2122"/>
                  </a:cubicBezTo>
                </a:path>
              </a:pathLst>
            </a:custGeom>
            <a:solidFill>
              <a:srgbClr val="334155"/>
            </a:solidFill>
            <a:ln>
              <a:noFill/>
            </a:ln>
          </p:spPr>
          <p:txBody>
            <a:bodyPr anchorCtr="0" anchor="t" bIns="41450" lIns="82950" spcFirstLastPara="1" rIns="82950" wrap="square" tIns="41450">
              <a:noAutofit/>
            </a:bodyPr>
            <a:lstStyle/>
            <a:p>
              <a:pPr indent="0" lvl="0" marL="0" marR="0" rtl="0" algn="l">
                <a:spcBef>
                  <a:spcPts val="0"/>
                </a:spcBef>
                <a:spcAft>
                  <a:spcPts val="0"/>
                </a:spcAft>
                <a:buNone/>
              </a:pPr>
              <a:r>
                <a:t/>
              </a:r>
              <a:endParaRPr sz="1693">
                <a:solidFill>
                  <a:schemeClr val="dk1"/>
                </a:solidFill>
                <a:latin typeface="Calibri"/>
                <a:ea typeface="Calibri"/>
                <a:cs typeface="Calibri"/>
                <a:sym typeface="Calibri"/>
              </a:endParaRPr>
            </a:p>
          </p:txBody>
        </p:sp>
        <p:sp>
          <p:nvSpPr>
            <p:cNvPr id="1707" name="Google Shape;1707;p61"/>
            <p:cNvSpPr/>
            <p:nvPr/>
          </p:nvSpPr>
          <p:spPr>
            <a:xfrm>
              <a:off x="2030433" y="3778779"/>
              <a:ext cx="1584648" cy="150836"/>
            </a:xfrm>
            <a:custGeom>
              <a:rect b="b" l="l" r="r" t="t"/>
              <a:pathLst>
                <a:path extrusionOk="0" h="8700" w="91400">
                  <a:moveTo>
                    <a:pt x="88584" y="2122"/>
                  </a:moveTo>
                  <a:cubicBezTo>
                    <a:pt x="89882" y="2067"/>
                    <a:pt x="90729" y="2394"/>
                    <a:pt x="91333" y="3601"/>
                  </a:cubicBezTo>
                  <a:lnTo>
                    <a:pt x="90350" y="4050"/>
                  </a:lnTo>
                  <a:cubicBezTo>
                    <a:pt x="89921" y="3349"/>
                    <a:pt x="89059" y="2745"/>
                    <a:pt x="88210" y="3396"/>
                  </a:cubicBezTo>
                  <a:cubicBezTo>
                    <a:pt x="87833" y="3685"/>
                    <a:pt x="88075" y="4209"/>
                    <a:pt x="88501" y="4376"/>
                  </a:cubicBezTo>
                  <a:cubicBezTo>
                    <a:pt x="89632" y="4821"/>
                    <a:pt x="91718" y="5127"/>
                    <a:pt x="91291" y="6844"/>
                  </a:cubicBezTo>
                  <a:cubicBezTo>
                    <a:pt x="91026" y="7876"/>
                    <a:pt x="90094" y="8213"/>
                    <a:pt x="89095" y="8250"/>
                  </a:cubicBezTo>
                  <a:cubicBezTo>
                    <a:pt x="87858" y="8254"/>
                    <a:pt x="87009" y="7716"/>
                    <a:pt x="86478" y="6603"/>
                  </a:cubicBezTo>
                  <a:lnTo>
                    <a:pt x="87448" y="6174"/>
                  </a:lnTo>
                  <a:cubicBezTo>
                    <a:pt x="88477" y="8012"/>
                    <a:pt x="90628" y="7074"/>
                    <a:pt x="89995" y="6258"/>
                  </a:cubicBezTo>
                  <a:cubicBezTo>
                    <a:pt x="89494" y="5612"/>
                    <a:pt x="86903" y="5635"/>
                    <a:pt x="86775" y="4098"/>
                  </a:cubicBezTo>
                  <a:cubicBezTo>
                    <a:pt x="86670" y="2830"/>
                    <a:pt x="87565" y="2262"/>
                    <a:pt x="88584" y="2122"/>
                  </a:cubicBezTo>
                </a:path>
              </a:pathLst>
            </a:custGeom>
            <a:solidFill>
              <a:srgbClr val="334155"/>
            </a:solidFill>
            <a:ln>
              <a:noFill/>
            </a:ln>
          </p:spPr>
          <p:txBody>
            <a:bodyPr anchorCtr="0" anchor="t" bIns="41450" lIns="82950" spcFirstLastPara="1" rIns="82950" wrap="square" tIns="41450">
              <a:noAutofit/>
            </a:bodyPr>
            <a:lstStyle/>
            <a:p>
              <a:pPr indent="0" lvl="0" marL="0" marR="0" rtl="0" algn="l">
                <a:spcBef>
                  <a:spcPts val="0"/>
                </a:spcBef>
                <a:spcAft>
                  <a:spcPts val="0"/>
                </a:spcAft>
                <a:buNone/>
              </a:pPr>
              <a:r>
                <a:t/>
              </a:r>
              <a:endParaRPr sz="1693">
                <a:solidFill>
                  <a:schemeClr val="dk1"/>
                </a:solidFill>
                <a:latin typeface="Calibri"/>
                <a:ea typeface="Calibri"/>
                <a:cs typeface="Calibri"/>
                <a:sym typeface="Calibri"/>
              </a:endParaRPr>
            </a:p>
          </p:txBody>
        </p:sp>
        <p:sp>
          <p:nvSpPr>
            <p:cNvPr id="1708" name="Google Shape;1708;p61"/>
            <p:cNvSpPr/>
            <p:nvPr/>
          </p:nvSpPr>
          <p:spPr>
            <a:xfrm>
              <a:off x="2030433" y="3778779"/>
              <a:ext cx="1584648" cy="150836"/>
            </a:xfrm>
            <a:custGeom>
              <a:rect b="b" l="l" r="r" t="t"/>
              <a:pathLst>
                <a:path extrusionOk="0" h="8700" w="91400">
                  <a:moveTo>
                    <a:pt x="69618" y="2223"/>
                  </a:moveTo>
                  <a:lnTo>
                    <a:pt x="71809" y="2220"/>
                  </a:lnTo>
                  <a:lnTo>
                    <a:pt x="71811" y="8132"/>
                  </a:lnTo>
                  <a:lnTo>
                    <a:pt x="70545" y="8136"/>
                  </a:lnTo>
                  <a:lnTo>
                    <a:pt x="70547" y="3371"/>
                  </a:lnTo>
                  <a:lnTo>
                    <a:pt x="69617" y="3366"/>
                  </a:lnTo>
                  <a:lnTo>
                    <a:pt x="69618" y="2223"/>
                  </a:lnTo>
                </a:path>
              </a:pathLst>
            </a:custGeom>
            <a:solidFill>
              <a:srgbClr val="334155"/>
            </a:solidFill>
            <a:ln>
              <a:noFill/>
            </a:ln>
          </p:spPr>
          <p:txBody>
            <a:bodyPr anchorCtr="0" anchor="t" bIns="41450" lIns="82950" spcFirstLastPara="1" rIns="82950" wrap="square" tIns="41450">
              <a:noAutofit/>
            </a:bodyPr>
            <a:lstStyle/>
            <a:p>
              <a:pPr indent="0" lvl="0" marL="0" marR="0" rtl="0" algn="l">
                <a:spcBef>
                  <a:spcPts val="0"/>
                </a:spcBef>
                <a:spcAft>
                  <a:spcPts val="0"/>
                </a:spcAft>
                <a:buNone/>
              </a:pPr>
              <a:r>
                <a:t/>
              </a:r>
              <a:endParaRPr sz="1693">
                <a:solidFill>
                  <a:schemeClr val="dk1"/>
                </a:solidFill>
                <a:latin typeface="Calibri"/>
                <a:ea typeface="Calibri"/>
                <a:cs typeface="Calibri"/>
                <a:sym typeface="Calibri"/>
              </a:endParaRPr>
            </a:p>
          </p:txBody>
        </p:sp>
        <p:sp>
          <p:nvSpPr>
            <p:cNvPr id="1709" name="Google Shape;1709;p61"/>
            <p:cNvSpPr/>
            <p:nvPr/>
          </p:nvSpPr>
          <p:spPr>
            <a:xfrm>
              <a:off x="2030433" y="3778779"/>
              <a:ext cx="1584648" cy="150836"/>
            </a:xfrm>
            <a:custGeom>
              <a:rect b="b" l="l" r="r" t="t"/>
              <a:pathLst>
                <a:path extrusionOk="0" h="8700" w="91400">
                  <a:moveTo>
                    <a:pt x="70548" y="0"/>
                  </a:moveTo>
                  <a:lnTo>
                    <a:pt x="71809" y="0"/>
                  </a:lnTo>
                  <a:lnTo>
                    <a:pt x="71809" y="1434"/>
                  </a:lnTo>
                  <a:lnTo>
                    <a:pt x="70545" y="1435"/>
                  </a:lnTo>
                  <a:lnTo>
                    <a:pt x="70548" y="0"/>
                  </a:lnTo>
                </a:path>
              </a:pathLst>
            </a:custGeom>
            <a:solidFill>
              <a:srgbClr val="334155"/>
            </a:solidFill>
            <a:ln>
              <a:noFill/>
            </a:ln>
          </p:spPr>
          <p:txBody>
            <a:bodyPr anchorCtr="0" anchor="t" bIns="41450" lIns="82950" spcFirstLastPara="1" rIns="82950" wrap="square" tIns="41450">
              <a:noAutofit/>
            </a:bodyPr>
            <a:lstStyle/>
            <a:p>
              <a:pPr indent="0" lvl="0" marL="0" marR="0" rtl="0" algn="l">
                <a:spcBef>
                  <a:spcPts val="0"/>
                </a:spcBef>
                <a:spcAft>
                  <a:spcPts val="0"/>
                </a:spcAft>
                <a:buNone/>
              </a:pPr>
              <a:r>
                <a:t/>
              </a:r>
              <a:endParaRPr sz="1693">
                <a:solidFill>
                  <a:schemeClr val="dk1"/>
                </a:solidFill>
                <a:latin typeface="Calibri"/>
                <a:ea typeface="Calibri"/>
                <a:cs typeface="Calibri"/>
                <a:sym typeface="Calibri"/>
              </a:endParaRPr>
            </a:p>
          </p:txBody>
        </p:sp>
      </p:grpSp>
      <p:sp>
        <p:nvSpPr>
          <p:cNvPr id="1710" name="Google Shape;1710;p61"/>
          <p:cNvSpPr/>
          <p:nvPr/>
        </p:nvSpPr>
        <p:spPr>
          <a:xfrm>
            <a:off x="3703753" y="2884479"/>
            <a:ext cx="1584660" cy="217128"/>
          </a:xfrm>
          <a:custGeom>
            <a:rect b="b" l="l" r="r" t="t"/>
            <a:pathLst>
              <a:path extrusionOk="0" h="4700" w="34300">
                <a:moveTo>
                  <a:pt x="34008" y="2924"/>
                </a:moveTo>
                <a:cubicBezTo>
                  <a:pt x="33864" y="2766"/>
                  <a:pt x="33661" y="2650"/>
                  <a:pt x="33401" y="2575"/>
                </a:cubicBezTo>
                <a:lnTo>
                  <a:pt x="32881" y="2421"/>
                </a:lnTo>
                <a:cubicBezTo>
                  <a:pt x="32817" y="2402"/>
                  <a:pt x="32752" y="2377"/>
                  <a:pt x="32685" y="2348"/>
                </a:cubicBezTo>
                <a:cubicBezTo>
                  <a:pt x="32618" y="2318"/>
                  <a:pt x="32562" y="2275"/>
                  <a:pt x="32514" y="2217"/>
                </a:cubicBezTo>
                <a:cubicBezTo>
                  <a:pt x="32466" y="2160"/>
                  <a:pt x="32443" y="2086"/>
                  <a:pt x="32443" y="1995"/>
                </a:cubicBezTo>
                <a:cubicBezTo>
                  <a:pt x="32443" y="1873"/>
                  <a:pt x="32491" y="1772"/>
                  <a:pt x="32585" y="1691"/>
                </a:cubicBezTo>
                <a:cubicBezTo>
                  <a:pt x="32680" y="1610"/>
                  <a:pt x="32808" y="1569"/>
                  <a:pt x="32969" y="1569"/>
                </a:cubicBezTo>
                <a:cubicBezTo>
                  <a:pt x="33147" y="1569"/>
                  <a:pt x="33307" y="1618"/>
                  <a:pt x="33449" y="1715"/>
                </a:cubicBezTo>
                <a:cubicBezTo>
                  <a:pt x="33591" y="1811"/>
                  <a:pt x="33698" y="1943"/>
                  <a:pt x="33768" y="2108"/>
                </a:cubicBezTo>
                <a:lnTo>
                  <a:pt x="34218" y="1901"/>
                </a:lnTo>
                <a:cubicBezTo>
                  <a:pt x="34124" y="1644"/>
                  <a:pt x="33965" y="1446"/>
                  <a:pt x="33742" y="1303"/>
                </a:cubicBezTo>
                <a:cubicBezTo>
                  <a:pt x="33519" y="1161"/>
                  <a:pt x="33267" y="1091"/>
                  <a:pt x="32988" y="1091"/>
                </a:cubicBezTo>
                <a:cubicBezTo>
                  <a:pt x="32778" y="1091"/>
                  <a:pt x="32590" y="1131"/>
                  <a:pt x="32423" y="1209"/>
                </a:cubicBezTo>
                <a:cubicBezTo>
                  <a:pt x="32255" y="1288"/>
                  <a:pt x="32123" y="1398"/>
                  <a:pt x="32026" y="1538"/>
                </a:cubicBezTo>
                <a:cubicBezTo>
                  <a:pt x="31930" y="1677"/>
                  <a:pt x="31881" y="1842"/>
                  <a:pt x="31881" y="2032"/>
                </a:cubicBezTo>
                <a:cubicBezTo>
                  <a:pt x="31881" y="2237"/>
                  <a:pt x="31947" y="2416"/>
                  <a:pt x="32079" y="2570"/>
                </a:cubicBezTo>
                <a:cubicBezTo>
                  <a:pt x="32210" y="2724"/>
                  <a:pt x="32421" y="2843"/>
                  <a:pt x="32709" y="2925"/>
                </a:cubicBezTo>
                <a:lnTo>
                  <a:pt x="33189" y="3061"/>
                </a:lnTo>
                <a:cubicBezTo>
                  <a:pt x="33251" y="3077"/>
                  <a:pt x="33320" y="3102"/>
                  <a:pt x="33396" y="3135"/>
                </a:cubicBezTo>
                <a:cubicBezTo>
                  <a:pt x="33470" y="3169"/>
                  <a:pt x="33534" y="3213"/>
                  <a:pt x="33588" y="3271"/>
                </a:cubicBezTo>
                <a:cubicBezTo>
                  <a:pt x="33641" y="3328"/>
                  <a:pt x="33667" y="3404"/>
                  <a:pt x="33667" y="3500"/>
                </a:cubicBezTo>
                <a:cubicBezTo>
                  <a:pt x="33667" y="3634"/>
                  <a:pt x="33610" y="3742"/>
                  <a:pt x="33495" y="3825"/>
                </a:cubicBezTo>
                <a:cubicBezTo>
                  <a:pt x="33381" y="3908"/>
                  <a:pt x="33238" y="3949"/>
                  <a:pt x="33064" y="3949"/>
                </a:cubicBezTo>
                <a:cubicBezTo>
                  <a:pt x="32870" y="3949"/>
                  <a:pt x="32694" y="3893"/>
                  <a:pt x="32538" y="3783"/>
                </a:cubicBezTo>
                <a:cubicBezTo>
                  <a:pt x="32380" y="3672"/>
                  <a:pt x="32256" y="3522"/>
                  <a:pt x="32165" y="3333"/>
                </a:cubicBezTo>
                <a:lnTo>
                  <a:pt x="31727" y="3545"/>
                </a:lnTo>
                <a:cubicBezTo>
                  <a:pt x="31826" y="3813"/>
                  <a:pt x="31993" y="4027"/>
                  <a:pt x="32231" y="4184"/>
                </a:cubicBezTo>
                <a:cubicBezTo>
                  <a:pt x="32467" y="4342"/>
                  <a:pt x="32746" y="4420"/>
                  <a:pt x="33065" y="4420"/>
                </a:cubicBezTo>
                <a:cubicBezTo>
                  <a:pt x="33293" y="4420"/>
                  <a:pt x="33494" y="4380"/>
                  <a:pt x="33668" y="4302"/>
                </a:cubicBezTo>
                <a:cubicBezTo>
                  <a:pt x="33842" y="4223"/>
                  <a:pt x="33977" y="4112"/>
                  <a:pt x="34076" y="3970"/>
                </a:cubicBezTo>
                <a:cubicBezTo>
                  <a:pt x="34175" y="3828"/>
                  <a:pt x="34224" y="3668"/>
                  <a:pt x="34224" y="3491"/>
                </a:cubicBezTo>
                <a:cubicBezTo>
                  <a:pt x="34224" y="3270"/>
                  <a:pt x="34152" y="3080"/>
                  <a:pt x="34008" y="2923"/>
                </a:cubicBezTo>
                <a:lnTo>
                  <a:pt x="34008" y="2924"/>
                </a:lnTo>
              </a:path>
            </a:pathLst>
          </a:custGeom>
          <a:solidFill>
            <a:srgbClr val="40404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11" name="Google Shape;1711;p61"/>
          <p:cNvSpPr/>
          <p:nvPr/>
        </p:nvSpPr>
        <p:spPr>
          <a:xfrm>
            <a:off x="3703753" y="2884479"/>
            <a:ext cx="1584660" cy="217128"/>
          </a:xfrm>
          <a:custGeom>
            <a:rect b="b" l="l" r="r" t="t"/>
            <a:pathLst>
              <a:path extrusionOk="0" h="4700" w="34300">
                <a:moveTo>
                  <a:pt x="25827" y="4306"/>
                </a:moveTo>
                <a:cubicBezTo>
                  <a:pt x="25988" y="4383"/>
                  <a:pt x="26172" y="4422"/>
                  <a:pt x="26381" y="4422"/>
                </a:cubicBezTo>
                <a:cubicBezTo>
                  <a:pt x="26562" y="4422"/>
                  <a:pt x="26730" y="4395"/>
                  <a:pt x="26884" y="4339"/>
                </a:cubicBezTo>
                <a:cubicBezTo>
                  <a:pt x="27037" y="4283"/>
                  <a:pt x="27171" y="4208"/>
                  <a:pt x="27286" y="4114"/>
                </a:cubicBezTo>
                <a:cubicBezTo>
                  <a:pt x="27351" y="4061"/>
                  <a:pt x="27408" y="4002"/>
                  <a:pt x="27458" y="3938"/>
                </a:cubicBezTo>
                <a:lnTo>
                  <a:pt x="27655" y="4352"/>
                </a:lnTo>
                <a:lnTo>
                  <a:pt x="27996" y="4352"/>
                </a:lnTo>
                <a:lnTo>
                  <a:pt x="27996" y="1162"/>
                </a:lnTo>
                <a:lnTo>
                  <a:pt x="25809" y="1162"/>
                </a:lnTo>
                <a:lnTo>
                  <a:pt x="25631" y="1688"/>
                </a:lnTo>
                <a:lnTo>
                  <a:pt x="27446" y="1688"/>
                </a:lnTo>
                <a:lnTo>
                  <a:pt x="27446" y="2331"/>
                </a:lnTo>
                <a:lnTo>
                  <a:pt x="26358" y="2511"/>
                </a:lnTo>
                <a:cubicBezTo>
                  <a:pt x="26122" y="2551"/>
                  <a:pt x="25925" y="2618"/>
                  <a:pt x="25769" y="2712"/>
                </a:cubicBezTo>
                <a:cubicBezTo>
                  <a:pt x="25614" y="2806"/>
                  <a:pt x="25499" y="2922"/>
                  <a:pt x="25426" y="3059"/>
                </a:cubicBezTo>
                <a:cubicBezTo>
                  <a:pt x="25354" y="3195"/>
                  <a:pt x="25317" y="3347"/>
                  <a:pt x="25317" y="3518"/>
                </a:cubicBezTo>
                <a:cubicBezTo>
                  <a:pt x="25317" y="3688"/>
                  <a:pt x="25363" y="3852"/>
                  <a:pt x="25454" y="3988"/>
                </a:cubicBezTo>
                <a:cubicBezTo>
                  <a:pt x="25544" y="4124"/>
                  <a:pt x="25669" y="4231"/>
                  <a:pt x="25830" y="4307"/>
                </a:cubicBezTo>
                <a:lnTo>
                  <a:pt x="25827" y="4306"/>
                </a:lnTo>
                <a:moveTo>
                  <a:pt x="26035" y="3149"/>
                </a:moveTo>
                <a:cubicBezTo>
                  <a:pt x="26128" y="3055"/>
                  <a:pt x="26277" y="2989"/>
                  <a:pt x="26482" y="2954"/>
                </a:cubicBezTo>
                <a:lnTo>
                  <a:pt x="27446" y="2793"/>
                </a:lnTo>
                <a:lnTo>
                  <a:pt x="27446" y="2996"/>
                </a:lnTo>
                <a:cubicBezTo>
                  <a:pt x="27446" y="3173"/>
                  <a:pt x="27404" y="3336"/>
                  <a:pt x="27319" y="3481"/>
                </a:cubicBezTo>
                <a:cubicBezTo>
                  <a:pt x="27234" y="3627"/>
                  <a:pt x="27118" y="3743"/>
                  <a:pt x="26970" y="3828"/>
                </a:cubicBezTo>
                <a:cubicBezTo>
                  <a:pt x="26823" y="3913"/>
                  <a:pt x="26648" y="3955"/>
                  <a:pt x="26447" y="3955"/>
                </a:cubicBezTo>
                <a:cubicBezTo>
                  <a:pt x="26289" y="3955"/>
                  <a:pt x="26158" y="3912"/>
                  <a:pt x="26053" y="3824"/>
                </a:cubicBezTo>
                <a:cubicBezTo>
                  <a:pt x="25949" y="3738"/>
                  <a:pt x="25897" y="3629"/>
                  <a:pt x="25897" y="3499"/>
                </a:cubicBezTo>
                <a:cubicBezTo>
                  <a:pt x="25897" y="3362"/>
                  <a:pt x="25943" y="3245"/>
                  <a:pt x="26035" y="3151"/>
                </a:cubicBezTo>
                <a:lnTo>
                  <a:pt x="26035" y="3149"/>
                </a:lnTo>
              </a:path>
            </a:pathLst>
          </a:custGeom>
          <a:solidFill>
            <a:srgbClr val="40404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12" name="Google Shape;1712;p61"/>
          <p:cNvSpPr/>
          <p:nvPr/>
        </p:nvSpPr>
        <p:spPr>
          <a:xfrm>
            <a:off x="3703753" y="2884479"/>
            <a:ext cx="1584660" cy="217128"/>
          </a:xfrm>
          <a:custGeom>
            <a:rect b="b" l="l" r="r" t="t"/>
            <a:pathLst>
              <a:path extrusionOk="0" h="4700" w="34300">
                <a:moveTo>
                  <a:pt x="28469" y="1902"/>
                </a:moveTo>
                <a:cubicBezTo>
                  <a:pt x="28330" y="2153"/>
                  <a:pt x="28262" y="2437"/>
                  <a:pt x="28262" y="2758"/>
                </a:cubicBezTo>
                <a:cubicBezTo>
                  <a:pt x="28262" y="3078"/>
                  <a:pt x="28332" y="3352"/>
                  <a:pt x="28469" y="3604"/>
                </a:cubicBezTo>
                <a:cubicBezTo>
                  <a:pt x="28608" y="3856"/>
                  <a:pt x="28795" y="4056"/>
                  <a:pt x="29034" y="4202"/>
                </a:cubicBezTo>
                <a:cubicBezTo>
                  <a:pt x="29272" y="4347"/>
                  <a:pt x="29544" y="4421"/>
                  <a:pt x="29847" y="4421"/>
                </a:cubicBezTo>
                <a:cubicBezTo>
                  <a:pt x="30104" y="4421"/>
                  <a:pt x="30337" y="4364"/>
                  <a:pt x="30548" y="4249"/>
                </a:cubicBezTo>
                <a:cubicBezTo>
                  <a:pt x="30717" y="4158"/>
                  <a:pt x="30853" y="4037"/>
                  <a:pt x="30960" y="3886"/>
                </a:cubicBezTo>
                <a:lnTo>
                  <a:pt x="31179" y="4349"/>
                </a:lnTo>
                <a:lnTo>
                  <a:pt x="31498" y="4349"/>
                </a:lnTo>
                <a:lnTo>
                  <a:pt x="31498" y="315"/>
                </a:lnTo>
                <a:lnTo>
                  <a:pt x="30948" y="0"/>
                </a:lnTo>
                <a:lnTo>
                  <a:pt x="30948" y="1594"/>
                </a:lnTo>
                <a:cubicBezTo>
                  <a:pt x="30840" y="1459"/>
                  <a:pt x="30707" y="1346"/>
                  <a:pt x="30546" y="1258"/>
                </a:cubicBezTo>
                <a:cubicBezTo>
                  <a:pt x="30342" y="1145"/>
                  <a:pt x="30106" y="1090"/>
                  <a:pt x="29842" y="1090"/>
                </a:cubicBezTo>
                <a:cubicBezTo>
                  <a:pt x="29542" y="1090"/>
                  <a:pt x="29272" y="1162"/>
                  <a:pt x="29034" y="1309"/>
                </a:cubicBezTo>
                <a:cubicBezTo>
                  <a:pt x="28795" y="1454"/>
                  <a:pt x="28607" y="1653"/>
                  <a:pt x="28469" y="1903"/>
                </a:cubicBezTo>
                <a:lnTo>
                  <a:pt x="28469" y="1902"/>
                </a:lnTo>
                <a:moveTo>
                  <a:pt x="28847" y="2758"/>
                </a:moveTo>
                <a:cubicBezTo>
                  <a:pt x="28847" y="2537"/>
                  <a:pt x="28892" y="2343"/>
                  <a:pt x="28980" y="2175"/>
                </a:cubicBezTo>
                <a:cubicBezTo>
                  <a:pt x="29069" y="2007"/>
                  <a:pt x="29193" y="1872"/>
                  <a:pt x="29350" y="1772"/>
                </a:cubicBezTo>
                <a:cubicBezTo>
                  <a:pt x="29508" y="1671"/>
                  <a:pt x="29687" y="1621"/>
                  <a:pt x="29888" y="1621"/>
                </a:cubicBezTo>
                <a:cubicBezTo>
                  <a:pt x="30089" y="1621"/>
                  <a:pt x="30270" y="1670"/>
                  <a:pt x="30430" y="1769"/>
                </a:cubicBezTo>
                <a:cubicBezTo>
                  <a:pt x="30590" y="1868"/>
                  <a:pt x="30717" y="2003"/>
                  <a:pt x="30808" y="2175"/>
                </a:cubicBezTo>
                <a:cubicBezTo>
                  <a:pt x="30902" y="2346"/>
                  <a:pt x="30947" y="2540"/>
                  <a:pt x="30947" y="2758"/>
                </a:cubicBezTo>
                <a:cubicBezTo>
                  <a:pt x="30947" y="2975"/>
                  <a:pt x="30900" y="3163"/>
                  <a:pt x="30808" y="3335"/>
                </a:cubicBezTo>
                <a:cubicBezTo>
                  <a:pt x="30715" y="3506"/>
                  <a:pt x="30589" y="3641"/>
                  <a:pt x="30430" y="3740"/>
                </a:cubicBezTo>
                <a:cubicBezTo>
                  <a:pt x="30270" y="3839"/>
                  <a:pt x="30090" y="3888"/>
                  <a:pt x="29888" y="3888"/>
                </a:cubicBezTo>
                <a:cubicBezTo>
                  <a:pt x="29686" y="3888"/>
                  <a:pt x="29508" y="3839"/>
                  <a:pt x="29350" y="3740"/>
                </a:cubicBezTo>
                <a:cubicBezTo>
                  <a:pt x="29192" y="3641"/>
                  <a:pt x="29069" y="3506"/>
                  <a:pt x="28980" y="3335"/>
                </a:cubicBezTo>
                <a:cubicBezTo>
                  <a:pt x="28892" y="3163"/>
                  <a:pt x="28847" y="2971"/>
                  <a:pt x="28847" y="2758"/>
                </a:cubicBezTo>
              </a:path>
            </a:pathLst>
          </a:custGeom>
          <a:solidFill>
            <a:srgbClr val="40404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13" name="Google Shape;1713;p61"/>
          <p:cNvSpPr/>
          <p:nvPr/>
        </p:nvSpPr>
        <p:spPr>
          <a:xfrm>
            <a:off x="3703753" y="2884479"/>
            <a:ext cx="1584660" cy="217128"/>
          </a:xfrm>
          <a:custGeom>
            <a:rect b="b" l="l" r="r" t="t"/>
            <a:pathLst>
              <a:path extrusionOk="0" h="4700" w="34300">
                <a:moveTo>
                  <a:pt x="21820" y="4665"/>
                </a:moveTo>
                <a:cubicBezTo>
                  <a:pt x="21065" y="4665"/>
                  <a:pt x="19578" y="3656"/>
                  <a:pt x="19578" y="2907"/>
                </a:cubicBezTo>
                <a:cubicBezTo>
                  <a:pt x="19578" y="2157"/>
                  <a:pt x="21065" y="676"/>
                  <a:pt x="21820" y="676"/>
                </a:cubicBezTo>
                <a:cubicBezTo>
                  <a:pt x="22574" y="676"/>
                  <a:pt x="24062" y="2156"/>
                  <a:pt x="24062" y="2907"/>
                </a:cubicBezTo>
                <a:cubicBezTo>
                  <a:pt x="24062" y="3658"/>
                  <a:pt x="22574" y="4665"/>
                  <a:pt x="21820" y="4665"/>
                </a:cubicBezTo>
                <a:moveTo>
                  <a:pt x="21820" y="1362"/>
                </a:moveTo>
                <a:cubicBezTo>
                  <a:pt x="21443" y="1362"/>
                  <a:pt x="20268" y="2532"/>
                  <a:pt x="20268" y="2907"/>
                </a:cubicBezTo>
                <a:cubicBezTo>
                  <a:pt x="20268" y="3282"/>
                  <a:pt x="21443" y="3979"/>
                  <a:pt x="21820" y="3979"/>
                </a:cubicBezTo>
                <a:cubicBezTo>
                  <a:pt x="22197" y="3979"/>
                  <a:pt x="23372" y="3282"/>
                  <a:pt x="23372" y="2907"/>
                </a:cubicBezTo>
                <a:cubicBezTo>
                  <a:pt x="23372" y="2532"/>
                  <a:pt x="22197" y="1362"/>
                  <a:pt x="21820" y="1362"/>
                </a:cubicBezTo>
              </a:path>
            </a:pathLst>
          </a:custGeom>
          <a:solidFill>
            <a:srgbClr val="F96F07"/>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14" name="Google Shape;1714;p61"/>
          <p:cNvSpPr/>
          <p:nvPr/>
        </p:nvSpPr>
        <p:spPr>
          <a:xfrm>
            <a:off x="6286639" y="2923482"/>
            <a:ext cx="1584611" cy="182427"/>
          </a:xfrm>
          <a:custGeom>
            <a:rect b="b" l="l" r="r" t="t"/>
            <a:pathLst>
              <a:path extrusionOk="0" h="5100" w="44300">
                <a:moveTo>
                  <a:pt x="44269" y="3468"/>
                </a:moveTo>
                <a:lnTo>
                  <a:pt x="44269" y="3978"/>
                </a:lnTo>
                <a:cubicBezTo>
                  <a:pt x="43904" y="4961"/>
                  <a:pt x="42410" y="5036"/>
                  <a:pt x="41381" y="4558"/>
                </a:cubicBezTo>
                <a:lnTo>
                  <a:pt x="41382" y="3680"/>
                </a:lnTo>
                <a:cubicBezTo>
                  <a:pt x="41558" y="3725"/>
                  <a:pt x="41738" y="3858"/>
                  <a:pt x="41801" y="4017"/>
                </a:cubicBezTo>
                <a:cubicBezTo>
                  <a:pt x="41999" y="4523"/>
                  <a:pt x="42461" y="4729"/>
                  <a:pt x="42991" y="4574"/>
                </a:cubicBezTo>
                <a:cubicBezTo>
                  <a:pt x="43216" y="4509"/>
                  <a:pt x="43412" y="4304"/>
                  <a:pt x="43409" y="4078"/>
                </a:cubicBezTo>
                <a:cubicBezTo>
                  <a:pt x="43406" y="3886"/>
                  <a:pt x="43243" y="3671"/>
                  <a:pt x="43041" y="3600"/>
                </a:cubicBezTo>
                <a:lnTo>
                  <a:pt x="42045" y="3256"/>
                </a:lnTo>
                <a:cubicBezTo>
                  <a:pt x="41622" y="3109"/>
                  <a:pt x="41372" y="2736"/>
                  <a:pt x="41369" y="2350"/>
                </a:cubicBezTo>
                <a:cubicBezTo>
                  <a:pt x="41366" y="1965"/>
                  <a:pt x="41562" y="1606"/>
                  <a:pt x="41954" y="1413"/>
                </a:cubicBezTo>
                <a:cubicBezTo>
                  <a:pt x="42587" y="1101"/>
                  <a:pt x="43330" y="1167"/>
                  <a:pt x="43979" y="1464"/>
                </a:cubicBezTo>
                <a:lnTo>
                  <a:pt x="43911" y="2287"/>
                </a:lnTo>
                <a:cubicBezTo>
                  <a:pt x="43375" y="2072"/>
                  <a:pt x="43462" y="1181"/>
                  <a:pt x="42546" y="1487"/>
                </a:cubicBezTo>
                <a:cubicBezTo>
                  <a:pt x="42373" y="1544"/>
                  <a:pt x="42188" y="1720"/>
                  <a:pt x="42168" y="1887"/>
                </a:cubicBezTo>
                <a:cubicBezTo>
                  <a:pt x="42152" y="2015"/>
                  <a:pt x="42286" y="2295"/>
                  <a:pt x="42423" y="2342"/>
                </a:cubicBezTo>
                <a:lnTo>
                  <a:pt x="43427" y="2687"/>
                </a:lnTo>
                <a:cubicBezTo>
                  <a:pt x="43837" y="2827"/>
                  <a:pt x="44129" y="3072"/>
                  <a:pt x="44270" y="3469"/>
                </a:cubicBezTo>
                <a:lnTo>
                  <a:pt x="44269" y="3468"/>
                </a:lnTo>
              </a:path>
            </a:pathLst>
          </a:custGeom>
          <a:solidFill>
            <a:srgbClr val="00000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15" name="Google Shape;1715;p61"/>
          <p:cNvSpPr/>
          <p:nvPr/>
        </p:nvSpPr>
        <p:spPr>
          <a:xfrm>
            <a:off x="6286639" y="2923482"/>
            <a:ext cx="1584611" cy="182427"/>
          </a:xfrm>
          <a:custGeom>
            <a:rect b="b" l="l" r="r" t="t"/>
            <a:pathLst>
              <a:path extrusionOk="0" h="5100" w="44300">
                <a:moveTo>
                  <a:pt x="10145" y="4715"/>
                </a:moveTo>
                <a:lnTo>
                  <a:pt x="9150" y="4725"/>
                </a:lnTo>
                <a:lnTo>
                  <a:pt x="9151" y="2650"/>
                </a:lnTo>
                <a:cubicBezTo>
                  <a:pt x="9151" y="2305"/>
                  <a:pt x="8911" y="2053"/>
                  <a:pt x="8590" y="2034"/>
                </a:cubicBezTo>
                <a:cubicBezTo>
                  <a:pt x="8296" y="2016"/>
                  <a:pt x="7962" y="2236"/>
                  <a:pt x="7960" y="2585"/>
                </a:cubicBezTo>
                <a:lnTo>
                  <a:pt x="7954" y="4723"/>
                </a:lnTo>
                <a:lnTo>
                  <a:pt x="6964" y="4727"/>
                </a:lnTo>
                <a:lnTo>
                  <a:pt x="6962" y="1247"/>
                </a:lnTo>
                <a:lnTo>
                  <a:pt x="7649" y="1241"/>
                </a:lnTo>
                <a:lnTo>
                  <a:pt x="7813" y="1614"/>
                </a:lnTo>
                <a:cubicBezTo>
                  <a:pt x="8435" y="964"/>
                  <a:pt x="9413" y="1013"/>
                  <a:pt x="9943" y="1656"/>
                </a:cubicBezTo>
                <a:cubicBezTo>
                  <a:pt x="10188" y="1334"/>
                  <a:pt x="10513" y="1190"/>
                  <a:pt x="10885" y="1158"/>
                </a:cubicBezTo>
                <a:cubicBezTo>
                  <a:pt x="11688" y="1088"/>
                  <a:pt x="12323" y="1643"/>
                  <a:pt x="12325" y="2450"/>
                </a:cubicBezTo>
                <a:lnTo>
                  <a:pt x="12329" y="4723"/>
                </a:lnTo>
                <a:lnTo>
                  <a:pt x="11336" y="4726"/>
                </a:lnTo>
                <a:lnTo>
                  <a:pt x="11335" y="2647"/>
                </a:lnTo>
                <a:cubicBezTo>
                  <a:pt x="11335" y="2276"/>
                  <a:pt x="11079" y="2033"/>
                  <a:pt x="10745" y="2031"/>
                </a:cubicBezTo>
                <a:cubicBezTo>
                  <a:pt x="10411" y="2029"/>
                  <a:pt x="10144" y="2282"/>
                  <a:pt x="10143" y="2644"/>
                </a:cubicBezTo>
                <a:lnTo>
                  <a:pt x="10146" y="4716"/>
                </a:lnTo>
                <a:lnTo>
                  <a:pt x="10145" y="4715"/>
                </a:lnTo>
              </a:path>
            </a:pathLst>
          </a:custGeom>
          <a:solidFill>
            <a:srgbClr val="00000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16" name="Google Shape;1716;p61"/>
          <p:cNvSpPr/>
          <p:nvPr/>
        </p:nvSpPr>
        <p:spPr>
          <a:xfrm>
            <a:off x="6286639" y="2923482"/>
            <a:ext cx="1584611" cy="182427"/>
          </a:xfrm>
          <a:custGeom>
            <a:rect b="b" l="l" r="r" t="t"/>
            <a:pathLst>
              <a:path extrusionOk="0" h="5100" w="44300">
                <a:moveTo>
                  <a:pt x="13502" y="4364"/>
                </a:moveTo>
                <a:lnTo>
                  <a:pt x="13297" y="4718"/>
                </a:lnTo>
                <a:lnTo>
                  <a:pt x="12649" y="4715"/>
                </a:lnTo>
                <a:lnTo>
                  <a:pt x="12646" y="559"/>
                </a:lnTo>
                <a:lnTo>
                  <a:pt x="13613" y="0"/>
                </a:lnTo>
                <a:lnTo>
                  <a:pt x="13630" y="1474"/>
                </a:lnTo>
                <a:cubicBezTo>
                  <a:pt x="14242" y="1061"/>
                  <a:pt x="14932" y="1057"/>
                  <a:pt x="15511" y="1382"/>
                </a:cubicBezTo>
                <a:cubicBezTo>
                  <a:pt x="16090" y="1707"/>
                  <a:pt x="16430" y="2293"/>
                  <a:pt x="16430" y="2980"/>
                </a:cubicBezTo>
                <a:cubicBezTo>
                  <a:pt x="16428" y="3671"/>
                  <a:pt x="16057" y="4293"/>
                  <a:pt x="15499" y="4579"/>
                </a:cubicBezTo>
                <a:cubicBezTo>
                  <a:pt x="14860" y="4907"/>
                  <a:pt x="14110" y="4910"/>
                  <a:pt x="13503" y="4364"/>
                </a:cubicBezTo>
                <a:lnTo>
                  <a:pt x="13502" y="4364"/>
                </a:lnTo>
                <a:moveTo>
                  <a:pt x="15409" y="2951"/>
                </a:moveTo>
                <a:cubicBezTo>
                  <a:pt x="15394" y="2392"/>
                  <a:pt x="14983" y="2026"/>
                  <a:pt x="14506" y="2030"/>
                </a:cubicBezTo>
                <a:cubicBezTo>
                  <a:pt x="13986" y="2035"/>
                  <a:pt x="13628" y="2456"/>
                  <a:pt x="13628" y="2980"/>
                </a:cubicBezTo>
                <a:cubicBezTo>
                  <a:pt x="13628" y="3531"/>
                  <a:pt x="14019" y="3947"/>
                  <a:pt x="14571" y="3918"/>
                </a:cubicBezTo>
                <a:cubicBezTo>
                  <a:pt x="15033" y="3894"/>
                  <a:pt x="15424" y="3500"/>
                  <a:pt x="15409" y="2951"/>
                </a:cubicBezTo>
              </a:path>
            </a:pathLst>
          </a:custGeom>
          <a:solidFill>
            <a:srgbClr val="00000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17" name="Google Shape;1717;p61"/>
          <p:cNvSpPr/>
          <p:nvPr/>
        </p:nvSpPr>
        <p:spPr>
          <a:xfrm>
            <a:off x="6286639" y="2923482"/>
            <a:ext cx="1584611" cy="182427"/>
          </a:xfrm>
          <a:custGeom>
            <a:rect b="b" l="l" r="r" t="t"/>
            <a:pathLst>
              <a:path extrusionOk="0" h="5100" w="44300">
                <a:moveTo>
                  <a:pt x="39890" y="4564"/>
                </a:moveTo>
                <a:cubicBezTo>
                  <a:pt x="39034" y="5024"/>
                  <a:pt x="37972" y="4954"/>
                  <a:pt x="37531" y="4114"/>
                </a:cubicBezTo>
                <a:cubicBezTo>
                  <a:pt x="37156" y="3400"/>
                  <a:pt x="37160" y="2440"/>
                  <a:pt x="37682" y="1789"/>
                </a:cubicBezTo>
                <a:cubicBezTo>
                  <a:pt x="38216" y="1125"/>
                  <a:pt x="39139" y="1077"/>
                  <a:pt x="39907" y="1417"/>
                </a:cubicBezTo>
                <a:lnTo>
                  <a:pt x="39938" y="828"/>
                </a:lnTo>
                <a:cubicBezTo>
                  <a:pt x="39952" y="561"/>
                  <a:pt x="39528" y="515"/>
                  <a:pt x="39527" y="518"/>
                </a:cubicBezTo>
                <a:lnTo>
                  <a:pt x="39544" y="353"/>
                </a:lnTo>
                <a:lnTo>
                  <a:pt x="40946" y="54"/>
                </a:lnTo>
                <a:lnTo>
                  <a:pt x="40920" y="4230"/>
                </a:lnTo>
                <a:cubicBezTo>
                  <a:pt x="40919" y="4415"/>
                  <a:pt x="41093" y="4512"/>
                  <a:pt x="41322" y="4716"/>
                </a:cubicBezTo>
                <a:lnTo>
                  <a:pt x="39997" y="4824"/>
                </a:lnTo>
                <a:lnTo>
                  <a:pt x="39890" y="4564"/>
                </a:lnTo>
                <a:lnTo>
                  <a:pt x="39890" y="4564"/>
                </a:lnTo>
                <a:moveTo>
                  <a:pt x="39885" y="4285"/>
                </a:moveTo>
                <a:lnTo>
                  <a:pt x="39880" y="1681"/>
                </a:lnTo>
                <a:cubicBezTo>
                  <a:pt x="39606" y="1519"/>
                  <a:pt x="39311" y="1466"/>
                  <a:pt x="39004" y="1583"/>
                </a:cubicBezTo>
                <a:cubicBezTo>
                  <a:pt x="38366" y="1826"/>
                  <a:pt x="38303" y="2965"/>
                  <a:pt x="38467" y="3784"/>
                </a:cubicBezTo>
                <a:cubicBezTo>
                  <a:pt x="38530" y="4095"/>
                  <a:pt x="38746" y="4351"/>
                  <a:pt x="39006" y="4440"/>
                </a:cubicBezTo>
                <a:cubicBezTo>
                  <a:pt x="39296" y="4539"/>
                  <a:pt x="39630" y="4475"/>
                  <a:pt x="39884" y="4286"/>
                </a:cubicBezTo>
                <a:lnTo>
                  <a:pt x="39885" y="4285"/>
                </a:lnTo>
              </a:path>
            </a:pathLst>
          </a:custGeom>
          <a:solidFill>
            <a:srgbClr val="00000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18" name="Google Shape;1718;p61"/>
          <p:cNvSpPr/>
          <p:nvPr/>
        </p:nvSpPr>
        <p:spPr>
          <a:xfrm>
            <a:off x="6286639" y="2923482"/>
            <a:ext cx="1584611" cy="182427"/>
          </a:xfrm>
          <a:custGeom>
            <a:rect b="b" l="l" r="r" t="t"/>
            <a:pathLst>
              <a:path extrusionOk="0" h="5100" w="44300">
                <a:moveTo>
                  <a:pt x="26071" y="3744"/>
                </a:moveTo>
                <a:cubicBezTo>
                  <a:pt x="25479" y="4496"/>
                  <a:pt x="24285" y="5261"/>
                  <a:pt x="23456" y="5005"/>
                </a:cubicBezTo>
                <a:cubicBezTo>
                  <a:pt x="22397" y="4677"/>
                  <a:pt x="20982" y="3638"/>
                  <a:pt x="21508" y="2672"/>
                </a:cubicBezTo>
                <a:cubicBezTo>
                  <a:pt x="21928" y="1903"/>
                  <a:pt x="22573" y="1274"/>
                  <a:pt x="23354" y="858"/>
                </a:cubicBezTo>
                <a:cubicBezTo>
                  <a:pt x="23673" y="688"/>
                  <a:pt x="24033" y="705"/>
                  <a:pt x="24347" y="873"/>
                </a:cubicBezTo>
                <a:cubicBezTo>
                  <a:pt x="25132" y="1292"/>
                  <a:pt x="25772" y="1923"/>
                  <a:pt x="26184" y="2704"/>
                </a:cubicBezTo>
                <a:cubicBezTo>
                  <a:pt x="26370" y="3057"/>
                  <a:pt x="26317" y="3434"/>
                  <a:pt x="26071" y="3745"/>
                </a:cubicBezTo>
                <a:lnTo>
                  <a:pt x="26071" y="3744"/>
                </a:lnTo>
                <a:moveTo>
                  <a:pt x="25452" y="2910"/>
                </a:moveTo>
                <a:cubicBezTo>
                  <a:pt x="25069" y="2373"/>
                  <a:pt x="24644" y="1952"/>
                  <a:pt x="24095" y="1575"/>
                </a:cubicBezTo>
                <a:cubicBezTo>
                  <a:pt x="23635" y="1259"/>
                  <a:pt x="22680" y="2274"/>
                  <a:pt x="22247" y="2887"/>
                </a:cubicBezTo>
                <a:cubicBezTo>
                  <a:pt x="22136" y="3042"/>
                  <a:pt x="22129" y="3299"/>
                  <a:pt x="22299" y="3440"/>
                </a:cubicBezTo>
                <a:cubicBezTo>
                  <a:pt x="22715" y="3783"/>
                  <a:pt x="23246" y="4265"/>
                  <a:pt x="23835" y="4262"/>
                </a:cubicBezTo>
                <a:cubicBezTo>
                  <a:pt x="24456" y="4258"/>
                  <a:pt x="25796" y="3395"/>
                  <a:pt x="25451" y="2910"/>
                </a:cubicBezTo>
                <a:lnTo>
                  <a:pt x="25452" y="2910"/>
                </a:lnTo>
              </a:path>
            </a:pathLst>
          </a:custGeom>
          <a:solidFill>
            <a:srgbClr val="00000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19" name="Google Shape;1719;p61"/>
          <p:cNvSpPr/>
          <p:nvPr/>
        </p:nvSpPr>
        <p:spPr>
          <a:xfrm>
            <a:off x="6286639" y="2923482"/>
            <a:ext cx="1584611" cy="182427"/>
          </a:xfrm>
          <a:custGeom>
            <a:rect b="b" l="l" r="r" t="t"/>
            <a:pathLst>
              <a:path extrusionOk="0" h="5100" w="44300">
                <a:moveTo>
                  <a:pt x="19139" y="3571"/>
                </a:moveTo>
                <a:lnTo>
                  <a:pt x="19937" y="3927"/>
                </a:lnTo>
                <a:cubicBezTo>
                  <a:pt x="19716" y="4486"/>
                  <a:pt x="19165" y="4732"/>
                  <a:pt x="18586" y="4789"/>
                </a:cubicBezTo>
                <a:cubicBezTo>
                  <a:pt x="17464" y="4900"/>
                  <a:pt x="16563" y="4093"/>
                  <a:pt x="16568" y="2977"/>
                </a:cubicBezTo>
                <a:cubicBezTo>
                  <a:pt x="16570" y="2414"/>
                  <a:pt x="16789" y="1909"/>
                  <a:pt x="17192" y="1567"/>
                </a:cubicBezTo>
                <a:cubicBezTo>
                  <a:pt x="17624" y="1199"/>
                  <a:pt x="18190" y="1083"/>
                  <a:pt x="18784" y="1194"/>
                </a:cubicBezTo>
                <a:cubicBezTo>
                  <a:pt x="19731" y="1371"/>
                  <a:pt x="20256" y="2303"/>
                  <a:pt x="20050" y="3245"/>
                </a:cubicBezTo>
                <a:lnTo>
                  <a:pt x="17600" y="3247"/>
                </a:lnTo>
                <a:cubicBezTo>
                  <a:pt x="17631" y="3595"/>
                  <a:pt x="17877" y="3856"/>
                  <a:pt x="18156" y="3914"/>
                </a:cubicBezTo>
                <a:cubicBezTo>
                  <a:pt x="18531" y="3993"/>
                  <a:pt x="18877" y="3958"/>
                  <a:pt x="19139" y="3571"/>
                </a:cubicBezTo>
                <a:moveTo>
                  <a:pt x="19044" y="2528"/>
                </a:moveTo>
                <a:cubicBezTo>
                  <a:pt x="18990" y="2134"/>
                  <a:pt x="18684" y="1938"/>
                  <a:pt x="18345" y="1937"/>
                </a:cubicBezTo>
                <a:cubicBezTo>
                  <a:pt x="18006" y="1937"/>
                  <a:pt x="17703" y="2145"/>
                  <a:pt x="17628" y="2530"/>
                </a:cubicBezTo>
                <a:lnTo>
                  <a:pt x="19044" y="2528"/>
                </a:lnTo>
              </a:path>
            </a:pathLst>
          </a:custGeom>
          <a:solidFill>
            <a:srgbClr val="00000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20" name="Google Shape;1720;p61"/>
          <p:cNvSpPr/>
          <p:nvPr/>
        </p:nvSpPr>
        <p:spPr>
          <a:xfrm>
            <a:off x="6286639" y="2923482"/>
            <a:ext cx="1584611" cy="182427"/>
          </a:xfrm>
          <a:custGeom>
            <a:rect b="b" l="l" r="r" t="t"/>
            <a:pathLst>
              <a:path extrusionOk="0" h="5100" w="44300">
                <a:moveTo>
                  <a:pt x="4492" y="4793"/>
                </a:moveTo>
                <a:cubicBezTo>
                  <a:pt x="3893" y="4772"/>
                  <a:pt x="3452" y="4456"/>
                  <a:pt x="3384" y="3940"/>
                </a:cubicBezTo>
                <a:cubicBezTo>
                  <a:pt x="3233" y="2784"/>
                  <a:pt x="4468" y="2658"/>
                  <a:pt x="5583" y="2508"/>
                </a:cubicBezTo>
                <a:lnTo>
                  <a:pt x="5585" y="2087"/>
                </a:lnTo>
                <a:lnTo>
                  <a:pt x="3731" y="2084"/>
                </a:lnTo>
                <a:lnTo>
                  <a:pt x="4011" y="1239"/>
                </a:lnTo>
                <a:lnTo>
                  <a:pt x="6579" y="1235"/>
                </a:lnTo>
                <a:lnTo>
                  <a:pt x="6581" y="4713"/>
                </a:lnTo>
                <a:lnTo>
                  <a:pt x="5931" y="4730"/>
                </a:lnTo>
                <a:lnTo>
                  <a:pt x="5717" y="4350"/>
                </a:lnTo>
                <a:cubicBezTo>
                  <a:pt x="5402" y="4699"/>
                  <a:pt x="4994" y="4811"/>
                  <a:pt x="4492" y="4793"/>
                </a:cubicBezTo>
                <a:moveTo>
                  <a:pt x="4531" y="4001"/>
                </a:moveTo>
                <a:cubicBezTo>
                  <a:pt x="4807" y="4141"/>
                  <a:pt x="5111" y="4078"/>
                  <a:pt x="5335" y="3893"/>
                </a:cubicBezTo>
                <a:cubicBezTo>
                  <a:pt x="5489" y="3765"/>
                  <a:pt x="5592" y="3537"/>
                  <a:pt x="5581" y="3256"/>
                </a:cubicBezTo>
                <a:lnTo>
                  <a:pt x="4677" y="3394"/>
                </a:lnTo>
                <a:cubicBezTo>
                  <a:pt x="4585" y="3408"/>
                  <a:pt x="4438" y="3559"/>
                  <a:pt x="4401" y="3640"/>
                </a:cubicBezTo>
                <a:cubicBezTo>
                  <a:pt x="4364" y="3722"/>
                  <a:pt x="4432" y="3950"/>
                  <a:pt x="4531" y="4001"/>
                </a:cubicBezTo>
                <a:lnTo>
                  <a:pt x="4531" y="4001"/>
                </a:lnTo>
              </a:path>
            </a:pathLst>
          </a:custGeom>
          <a:solidFill>
            <a:srgbClr val="00000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21" name="Google Shape;1721;p61"/>
          <p:cNvSpPr/>
          <p:nvPr/>
        </p:nvSpPr>
        <p:spPr>
          <a:xfrm>
            <a:off x="6286639" y="2923482"/>
            <a:ext cx="1584611" cy="182427"/>
          </a:xfrm>
          <a:custGeom>
            <a:rect b="b" l="l" r="r" t="t"/>
            <a:pathLst>
              <a:path extrusionOk="0" h="5100" w="44300">
                <a:moveTo>
                  <a:pt x="34126" y="4597"/>
                </a:moveTo>
                <a:cubicBezTo>
                  <a:pt x="33878" y="4417"/>
                  <a:pt x="33801" y="4103"/>
                  <a:pt x="33843" y="3820"/>
                </a:cubicBezTo>
                <a:cubicBezTo>
                  <a:pt x="33954" y="3095"/>
                  <a:pt x="35078" y="2879"/>
                  <a:pt x="35947" y="2773"/>
                </a:cubicBezTo>
                <a:lnTo>
                  <a:pt x="35898" y="1819"/>
                </a:lnTo>
                <a:cubicBezTo>
                  <a:pt x="35885" y="1554"/>
                  <a:pt x="35578" y="1418"/>
                  <a:pt x="35359" y="1435"/>
                </a:cubicBezTo>
                <a:cubicBezTo>
                  <a:pt x="34811" y="1478"/>
                  <a:pt x="35120" y="2309"/>
                  <a:pt x="34654" y="2482"/>
                </a:cubicBezTo>
                <a:cubicBezTo>
                  <a:pt x="34427" y="2566"/>
                  <a:pt x="34124" y="2503"/>
                  <a:pt x="34034" y="2272"/>
                </a:cubicBezTo>
                <a:cubicBezTo>
                  <a:pt x="33910" y="1953"/>
                  <a:pt x="34110" y="1621"/>
                  <a:pt x="34406" y="1468"/>
                </a:cubicBezTo>
                <a:cubicBezTo>
                  <a:pt x="34936" y="1191"/>
                  <a:pt x="35574" y="1142"/>
                  <a:pt x="36152" y="1297"/>
                </a:cubicBezTo>
                <a:cubicBezTo>
                  <a:pt x="36665" y="1435"/>
                  <a:pt x="36952" y="1872"/>
                  <a:pt x="36956" y="2379"/>
                </a:cubicBezTo>
                <a:lnTo>
                  <a:pt x="36968" y="4228"/>
                </a:lnTo>
                <a:cubicBezTo>
                  <a:pt x="36969" y="4362"/>
                  <a:pt x="37354" y="4420"/>
                  <a:pt x="37533" y="4417"/>
                </a:cubicBezTo>
                <a:cubicBezTo>
                  <a:pt x="37407" y="4735"/>
                  <a:pt x="37055" y="4832"/>
                  <a:pt x="36741" y="4833"/>
                </a:cubicBezTo>
                <a:cubicBezTo>
                  <a:pt x="36364" y="4834"/>
                  <a:pt x="36095" y="4668"/>
                  <a:pt x="35942" y="4319"/>
                </a:cubicBezTo>
                <a:cubicBezTo>
                  <a:pt x="35470" y="4888"/>
                  <a:pt x="34713" y="5022"/>
                  <a:pt x="34126" y="4597"/>
                </a:cubicBezTo>
                <a:moveTo>
                  <a:pt x="35955" y="4036"/>
                </a:moveTo>
                <a:lnTo>
                  <a:pt x="35942" y="2964"/>
                </a:lnTo>
                <a:lnTo>
                  <a:pt x="35273" y="3137"/>
                </a:lnTo>
                <a:cubicBezTo>
                  <a:pt x="35055" y="3194"/>
                  <a:pt x="34877" y="3460"/>
                  <a:pt x="34839" y="3630"/>
                </a:cubicBezTo>
                <a:cubicBezTo>
                  <a:pt x="34790" y="3849"/>
                  <a:pt x="34858" y="4140"/>
                  <a:pt x="35012" y="4279"/>
                </a:cubicBezTo>
                <a:cubicBezTo>
                  <a:pt x="35353" y="4465"/>
                  <a:pt x="35725" y="4308"/>
                  <a:pt x="35955" y="4036"/>
                </a:cubicBezTo>
              </a:path>
            </a:pathLst>
          </a:custGeom>
          <a:solidFill>
            <a:srgbClr val="00000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22" name="Google Shape;1722;p61"/>
          <p:cNvSpPr/>
          <p:nvPr/>
        </p:nvSpPr>
        <p:spPr>
          <a:xfrm>
            <a:off x="6286639" y="2923482"/>
            <a:ext cx="1584611" cy="182427"/>
          </a:xfrm>
          <a:custGeom>
            <a:rect b="b" l="l" r="r" t="t"/>
            <a:pathLst>
              <a:path extrusionOk="0" h="5100" w="44300">
                <a:moveTo>
                  <a:pt x="2495" y="1237"/>
                </a:moveTo>
                <a:lnTo>
                  <a:pt x="3584" y="1240"/>
                </a:lnTo>
                <a:lnTo>
                  <a:pt x="2380" y="4720"/>
                </a:lnTo>
                <a:lnTo>
                  <a:pt x="1206" y="4727"/>
                </a:lnTo>
                <a:lnTo>
                  <a:pt x="0" y="1241"/>
                </a:lnTo>
                <a:lnTo>
                  <a:pt x="1088" y="1237"/>
                </a:lnTo>
                <a:lnTo>
                  <a:pt x="1792" y="3362"/>
                </a:lnTo>
                <a:lnTo>
                  <a:pt x="2495" y="1237"/>
                </a:lnTo>
              </a:path>
            </a:pathLst>
          </a:custGeom>
          <a:solidFill>
            <a:srgbClr val="00000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23" name="Google Shape;1723;p61"/>
          <p:cNvSpPr/>
          <p:nvPr/>
        </p:nvSpPr>
        <p:spPr>
          <a:xfrm>
            <a:off x="6286639" y="2923482"/>
            <a:ext cx="1584611" cy="182427"/>
          </a:xfrm>
          <a:custGeom>
            <a:rect b="b" l="l" r="r" t="t"/>
            <a:pathLst>
              <a:path extrusionOk="0" h="5100" w="44300">
                <a:moveTo>
                  <a:pt x="33277" y="4059"/>
                </a:moveTo>
                <a:cubicBezTo>
                  <a:pt x="33415" y="3932"/>
                  <a:pt x="33500" y="3900"/>
                  <a:pt x="33687" y="3990"/>
                </a:cubicBezTo>
                <a:cubicBezTo>
                  <a:pt x="33408" y="4557"/>
                  <a:pt x="32816" y="4817"/>
                  <a:pt x="32170" y="4844"/>
                </a:cubicBezTo>
                <a:cubicBezTo>
                  <a:pt x="31112" y="4888"/>
                  <a:pt x="30304" y="4163"/>
                  <a:pt x="30275" y="3112"/>
                </a:cubicBezTo>
                <a:cubicBezTo>
                  <a:pt x="30256" y="2368"/>
                  <a:pt x="30621" y="1665"/>
                  <a:pt x="31254" y="1362"/>
                </a:cubicBezTo>
                <a:cubicBezTo>
                  <a:pt x="31940" y="1034"/>
                  <a:pt x="32773" y="1114"/>
                  <a:pt x="33313" y="1636"/>
                </a:cubicBezTo>
                <a:cubicBezTo>
                  <a:pt x="33682" y="1993"/>
                  <a:pt x="33812" y="2481"/>
                  <a:pt x="33792" y="2979"/>
                </a:cubicBezTo>
                <a:lnTo>
                  <a:pt x="31395" y="2982"/>
                </a:lnTo>
                <a:cubicBezTo>
                  <a:pt x="31397" y="3334"/>
                  <a:pt x="31428" y="3731"/>
                  <a:pt x="31674" y="4002"/>
                </a:cubicBezTo>
                <a:cubicBezTo>
                  <a:pt x="32067" y="4436"/>
                  <a:pt x="32835" y="4465"/>
                  <a:pt x="33276" y="4058"/>
                </a:cubicBezTo>
                <a:lnTo>
                  <a:pt x="33277" y="4059"/>
                </a:lnTo>
                <a:moveTo>
                  <a:pt x="32754" y="2761"/>
                </a:moveTo>
                <a:lnTo>
                  <a:pt x="32741" y="2014"/>
                </a:lnTo>
                <a:cubicBezTo>
                  <a:pt x="32736" y="1724"/>
                  <a:pt x="32501" y="1482"/>
                  <a:pt x="32260" y="1445"/>
                </a:cubicBezTo>
                <a:cubicBezTo>
                  <a:pt x="31982" y="1402"/>
                  <a:pt x="31684" y="1511"/>
                  <a:pt x="31565" y="1796"/>
                </a:cubicBezTo>
                <a:cubicBezTo>
                  <a:pt x="31438" y="2101"/>
                  <a:pt x="31398" y="2437"/>
                  <a:pt x="31394" y="2766"/>
                </a:cubicBezTo>
                <a:lnTo>
                  <a:pt x="32754" y="2761"/>
                </a:lnTo>
              </a:path>
            </a:pathLst>
          </a:custGeom>
          <a:solidFill>
            <a:srgbClr val="00000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24" name="Google Shape;1724;p61"/>
          <p:cNvSpPr/>
          <p:nvPr/>
        </p:nvSpPr>
        <p:spPr>
          <a:xfrm>
            <a:off x="6286639" y="2923482"/>
            <a:ext cx="1584611" cy="182427"/>
          </a:xfrm>
          <a:custGeom>
            <a:rect b="b" l="l" r="r" t="t"/>
            <a:pathLst>
              <a:path extrusionOk="0" h="5100" w="44300">
                <a:moveTo>
                  <a:pt x="27389" y="4742"/>
                </a:moveTo>
                <a:lnTo>
                  <a:pt x="27467" y="4545"/>
                </a:lnTo>
                <a:cubicBezTo>
                  <a:pt x="27640" y="4520"/>
                  <a:pt x="27760" y="4392"/>
                  <a:pt x="27760" y="4256"/>
                </a:cubicBezTo>
                <a:lnTo>
                  <a:pt x="27760" y="2102"/>
                </a:lnTo>
                <a:cubicBezTo>
                  <a:pt x="27760" y="2015"/>
                  <a:pt x="27651" y="1835"/>
                  <a:pt x="27571" y="1816"/>
                </a:cubicBezTo>
                <a:lnTo>
                  <a:pt x="27418" y="1778"/>
                </a:lnTo>
                <a:cubicBezTo>
                  <a:pt x="27378" y="1769"/>
                  <a:pt x="27407" y="1614"/>
                  <a:pt x="27444" y="1602"/>
                </a:cubicBezTo>
                <a:lnTo>
                  <a:pt x="28682" y="1203"/>
                </a:lnTo>
                <a:lnTo>
                  <a:pt x="28825" y="1890"/>
                </a:lnTo>
                <a:cubicBezTo>
                  <a:pt x="29071" y="1558"/>
                  <a:pt x="29388" y="1257"/>
                  <a:pt x="29822" y="1214"/>
                </a:cubicBezTo>
                <a:cubicBezTo>
                  <a:pt x="30039" y="1192"/>
                  <a:pt x="30301" y="1289"/>
                  <a:pt x="30388" y="1445"/>
                </a:cubicBezTo>
                <a:cubicBezTo>
                  <a:pt x="30497" y="1641"/>
                  <a:pt x="30485" y="1915"/>
                  <a:pt x="30342" y="2080"/>
                </a:cubicBezTo>
                <a:cubicBezTo>
                  <a:pt x="30226" y="2213"/>
                  <a:pt x="29858" y="2282"/>
                  <a:pt x="29701" y="2173"/>
                </a:cubicBezTo>
                <a:lnTo>
                  <a:pt x="29249" y="1860"/>
                </a:lnTo>
                <a:cubicBezTo>
                  <a:pt x="28998" y="1946"/>
                  <a:pt x="28806" y="2223"/>
                  <a:pt x="28806" y="2511"/>
                </a:cubicBezTo>
                <a:lnTo>
                  <a:pt x="28802" y="4183"/>
                </a:lnTo>
                <a:cubicBezTo>
                  <a:pt x="28802" y="4560"/>
                  <a:pt x="29307" y="4558"/>
                  <a:pt x="29306" y="4579"/>
                </a:cubicBezTo>
                <a:lnTo>
                  <a:pt x="29299" y="4745"/>
                </a:lnTo>
                <a:lnTo>
                  <a:pt x="27391" y="4742"/>
                </a:lnTo>
                <a:lnTo>
                  <a:pt x="27389" y="4742"/>
                </a:lnTo>
              </a:path>
            </a:pathLst>
          </a:custGeom>
          <a:solidFill>
            <a:srgbClr val="00000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25" name="Google Shape;1725;p61"/>
          <p:cNvSpPr/>
          <p:nvPr/>
        </p:nvSpPr>
        <p:spPr>
          <a:xfrm>
            <a:off x="3662605" y="2880936"/>
            <a:ext cx="2021988" cy="267524"/>
          </a:xfrm>
          <a:custGeom>
            <a:rect b="b" l="l" r="r" t="t"/>
            <a:pathLst>
              <a:path extrusionOk="0" h="8600" w="65000">
                <a:moveTo>
                  <a:pt x="5216" y="2904"/>
                </a:moveTo>
                <a:lnTo>
                  <a:pt x="7817" y="2904"/>
                </a:lnTo>
                <a:lnTo>
                  <a:pt x="7817" y="3538"/>
                </a:lnTo>
                <a:lnTo>
                  <a:pt x="6460" y="3757"/>
                </a:lnTo>
                <a:cubicBezTo>
                  <a:pt x="6071" y="3817"/>
                  <a:pt x="5746" y="3919"/>
                  <a:pt x="5485" y="4063"/>
                </a:cubicBezTo>
                <a:cubicBezTo>
                  <a:pt x="5225" y="4207"/>
                  <a:pt x="5032" y="4385"/>
                  <a:pt x="4906" y="4597"/>
                </a:cubicBezTo>
                <a:cubicBezTo>
                  <a:pt x="4780" y="4810"/>
                  <a:pt x="4717" y="5054"/>
                  <a:pt x="4717" y="5329"/>
                </a:cubicBezTo>
                <a:cubicBezTo>
                  <a:pt x="4717" y="5623"/>
                  <a:pt x="4786" y="5876"/>
                  <a:pt x="4924" y="6088"/>
                </a:cubicBezTo>
                <a:cubicBezTo>
                  <a:pt x="5062" y="6301"/>
                  <a:pt x="5259" y="6464"/>
                  <a:pt x="5517" y="6578"/>
                </a:cubicBezTo>
                <a:cubicBezTo>
                  <a:pt x="5774" y="6692"/>
                  <a:pt x="6080" y="6749"/>
                  <a:pt x="6433" y="6749"/>
                </a:cubicBezTo>
                <a:cubicBezTo>
                  <a:pt x="6697" y="6749"/>
                  <a:pt x="6936" y="6714"/>
                  <a:pt x="7152" y="6645"/>
                </a:cubicBezTo>
                <a:cubicBezTo>
                  <a:pt x="7367" y="6577"/>
                  <a:pt x="7562" y="6472"/>
                  <a:pt x="7736" y="6331"/>
                </a:cubicBezTo>
                <a:cubicBezTo>
                  <a:pt x="7830" y="6254"/>
                  <a:pt x="7919" y="6166"/>
                  <a:pt x="8005" y="6067"/>
                </a:cubicBezTo>
                <a:lnTo>
                  <a:pt x="8266" y="6641"/>
                </a:lnTo>
                <a:lnTo>
                  <a:pt x="9164" y="6641"/>
                </a:lnTo>
                <a:lnTo>
                  <a:pt x="9164" y="1736"/>
                </a:lnTo>
                <a:lnTo>
                  <a:pt x="5616" y="1736"/>
                </a:lnTo>
                <a:lnTo>
                  <a:pt x="5216" y="2904"/>
                </a:lnTo>
                <a:lnTo>
                  <a:pt x="5216" y="2904"/>
                </a:lnTo>
                <a:moveTo>
                  <a:pt x="7678" y="5226"/>
                </a:moveTo>
                <a:cubicBezTo>
                  <a:pt x="7585" y="5391"/>
                  <a:pt x="7454" y="5521"/>
                  <a:pt x="7287" y="5617"/>
                </a:cubicBezTo>
                <a:cubicBezTo>
                  <a:pt x="7119" y="5713"/>
                  <a:pt x="6924" y="5761"/>
                  <a:pt x="6703" y="5761"/>
                </a:cubicBezTo>
                <a:cubicBezTo>
                  <a:pt x="6535" y="5761"/>
                  <a:pt x="6394" y="5719"/>
                  <a:pt x="6281" y="5635"/>
                </a:cubicBezTo>
                <a:cubicBezTo>
                  <a:pt x="6167" y="5551"/>
                  <a:pt x="6110" y="5435"/>
                  <a:pt x="6110" y="5285"/>
                </a:cubicBezTo>
                <a:cubicBezTo>
                  <a:pt x="6110" y="5123"/>
                  <a:pt x="6161" y="4999"/>
                  <a:pt x="6263" y="4912"/>
                </a:cubicBezTo>
                <a:cubicBezTo>
                  <a:pt x="6364" y="4825"/>
                  <a:pt x="6511" y="4764"/>
                  <a:pt x="6703" y="4728"/>
                </a:cubicBezTo>
                <a:lnTo>
                  <a:pt x="7817" y="4566"/>
                </a:lnTo>
                <a:lnTo>
                  <a:pt x="7817" y="4683"/>
                </a:lnTo>
                <a:cubicBezTo>
                  <a:pt x="7817" y="4880"/>
                  <a:pt x="7770" y="5062"/>
                  <a:pt x="7678" y="5226"/>
                </a:cubicBezTo>
              </a:path>
            </a:pathLst>
          </a:custGeom>
          <a:solidFill>
            <a:srgbClr val="33415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26" name="Google Shape;1726;p61"/>
          <p:cNvSpPr/>
          <p:nvPr/>
        </p:nvSpPr>
        <p:spPr>
          <a:xfrm>
            <a:off x="3662605" y="2880936"/>
            <a:ext cx="2021988" cy="267524"/>
          </a:xfrm>
          <a:custGeom>
            <a:rect b="b" l="l" r="r" t="t"/>
            <a:pathLst>
              <a:path extrusionOk="0" h="8600" w="65000">
                <a:moveTo>
                  <a:pt x="16325" y="1862"/>
                </a:moveTo>
                <a:cubicBezTo>
                  <a:pt x="16053" y="1706"/>
                  <a:pt x="15740" y="1628"/>
                  <a:pt x="15387" y="1628"/>
                </a:cubicBezTo>
                <a:cubicBezTo>
                  <a:pt x="14985" y="1628"/>
                  <a:pt x="14635" y="1724"/>
                  <a:pt x="14335" y="1916"/>
                </a:cubicBezTo>
                <a:cubicBezTo>
                  <a:pt x="14156" y="2031"/>
                  <a:pt x="14002" y="2184"/>
                  <a:pt x="13872" y="2374"/>
                </a:cubicBezTo>
                <a:cubicBezTo>
                  <a:pt x="13771" y="2205"/>
                  <a:pt x="13631" y="2059"/>
                  <a:pt x="13451" y="1938"/>
                </a:cubicBezTo>
                <a:cubicBezTo>
                  <a:pt x="13142" y="1732"/>
                  <a:pt x="12784" y="1628"/>
                  <a:pt x="12377" y="1628"/>
                </a:cubicBezTo>
                <a:cubicBezTo>
                  <a:pt x="11994" y="1628"/>
                  <a:pt x="11664" y="1718"/>
                  <a:pt x="11389" y="1898"/>
                </a:cubicBezTo>
                <a:cubicBezTo>
                  <a:pt x="11206" y="2017"/>
                  <a:pt x="11026" y="2137"/>
                  <a:pt x="10903" y="2314"/>
                </a:cubicBezTo>
                <a:lnTo>
                  <a:pt x="10644" y="1736"/>
                </a:lnTo>
                <a:lnTo>
                  <a:pt x="9745" y="1736"/>
                </a:lnTo>
                <a:lnTo>
                  <a:pt x="9745" y="6641"/>
                </a:lnTo>
                <a:lnTo>
                  <a:pt x="11092" y="6641"/>
                </a:lnTo>
                <a:lnTo>
                  <a:pt x="11092" y="3775"/>
                </a:lnTo>
                <a:cubicBezTo>
                  <a:pt x="11092" y="3584"/>
                  <a:pt x="11127" y="3419"/>
                  <a:pt x="11196" y="3281"/>
                </a:cubicBezTo>
                <a:cubicBezTo>
                  <a:pt x="11265" y="3143"/>
                  <a:pt x="11364" y="3036"/>
                  <a:pt x="11492" y="2958"/>
                </a:cubicBezTo>
                <a:cubicBezTo>
                  <a:pt x="11621" y="2880"/>
                  <a:pt x="11772" y="2841"/>
                  <a:pt x="11946" y="2841"/>
                </a:cubicBezTo>
                <a:cubicBezTo>
                  <a:pt x="12120" y="2841"/>
                  <a:pt x="12278" y="2880"/>
                  <a:pt x="12404" y="2958"/>
                </a:cubicBezTo>
                <a:cubicBezTo>
                  <a:pt x="12530" y="3036"/>
                  <a:pt x="12627" y="3143"/>
                  <a:pt x="12696" y="3281"/>
                </a:cubicBezTo>
                <a:cubicBezTo>
                  <a:pt x="12765" y="3419"/>
                  <a:pt x="12799" y="3584"/>
                  <a:pt x="12799" y="3775"/>
                </a:cubicBezTo>
                <a:lnTo>
                  <a:pt x="12799" y="6641"/>
                </a:lnTo>
                <a:lnTo>
                  <a:pt x="14147" y="6641"/>
                </a:lnTo>
                <a:lnTo>
                  <a:pt x="14147" y="3775"/>
                </a:lnTo>
                <a:cubicBezTo>
                  <a:pt x="14147" y="3584"/>
                  <a:pt x="14181" y="3419"/>
                  <a:pt x="14250" y="3281"/>
                </a:cubicBezTo>
                <a:cubicBezTo>
                  <a:pt x="14319" y="3143"/>
                  <a:pt x="14418" y="3036"/>
                  <a:pt x="14546" y="2958"/>
                </a:cubicBezTo>
                <a:cubicBezTo>
                  <a:pt x="14675" y="2880"/>
                  <a:pt x="14826" y="2841"/>
                  <a:pt x="15000" y="2841"/>
                </a:cubicBezTo>
                <a:cubicBezTo>
                  <a:pt x="15174" y="2841"/>
                  <a:pt x="15332" y="2880"/>
                  <a:pt x="15458" y="2958"/>
                </a:cubicBezTo>
                <a:cubicBezTo>
                  <a:pt x="15584" y="3036"/>
                  <a:pt x="15681" y="3143"/>
                  <a:pt x="15750" y="3281"/>
                </a:cubicBezTo>
                <a:cubicBezTo>
                  <a:pt x="15819" y="3419"/>
                  <a:pt x="15853" y="3584"/>
                  <a:pt x="15853" y="3775"/>
                </a:cubicBezTo>
                <a:lnTo>
                  <a:pt x="15853" y="6641"/>
                </a:lnTo>
                <a:lnTo>
                  <a:pt x="17201" y="6641"/>
                </a:lnTo>
                <a:lnTo>
                  <a:pt x="17201" y="3488"/>
                </a:lnTo>
                <a:cubicBezTo>
                  <a:pt x="17201" y="3117"/>
                  <a:pt x="17123" y="2792"/>
                  <a:pt x="16967" y="2513"/>
                </a:cubicBezTo>
                <a:cubicBezTo>
                  <a:pt x="16812" y="2235"/>
                  <a:pt x="16598" y="2018"/>
                  <a:pt x="16325" y="1862"/>
                </a:cubicBezTo>
                <a:lnTo>
                  <a:pt x="16325" y="1862"/>
                </a:lnTo>
              </a:path>
            </a:pathLst>
          </a:custGeom>
          <a:solidFill>
            <a:srgbClr val="33415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27" name="Google Shape;1727;p61"/>
          <p:cNvSpPr/>
          <p:nvPr/>
        </p:nvSpPr>
        <p:spPr>
          <a:xfrm>
            <a:off x="3662605" y="2880936"/>
            <a:ext cx="2021988" cy="267524"/>
          </a:xfrm>
          <a:custGeom>
            <a:rect b="b" l="l" r="r" t="t"/>
            <a:pathLst>
              <a:path extrusionOk="0" h="8600" w="65000">
                <a:moveTo>
                  <a:pt x="21710" y="1970"/>
                </a:moveTo>
                <a:cubicBezTo>
                  <a:pt x="21333" y="1742"/>
                  <a:pt x="20911" y="1628"/>
                  <a:pt x="20444" y="1628"/>
                </a:cubicBezTo>
                <a:cubicBezTo>
                  <a:pt x="20084" y="1628"/>
                  <a:pt x="19766" y="1696"/>
                  <a:pt x="19487" y="1831"/>
                </a:cubicBezTo>
                <a:cubicBezTo>
                  <a:pt x="19313" y="1915"/>
                  <a:pt x="19162" y="2021"/>
                  <a:pt x="19033" y="2148"/>
                </a:cubicBezTo>
                <a:lnTo>
                  <a:pt x="19033" y="0"/>
                </a:lnTo>
                <a:lnTo>
                  <a:pt x="17686" y="772"/>
                </a:lnTo>
                <a:lnTo>
                  <a:pt x="17686" y="6641"/>
                </a:lnTo>
                <a:lnTo>
                  <a:pt x="18584" y="6641"/>
                </a:lnTo>
                <a:lnTo>
                  <a:pt x="18827" y="6033"/>
                </a:lnTo>
                <a:cubicBezTo>
                  <a:pt x="19000" y="6267"/>
                  <a:pt x="19226" y="6444"/>
                  <a:pt x="19505" y="6565"/>
                </a:cubicBezTo>
                <a:cubicBezTo>
                  <a:pt x="19790" y="6687"/>
                  <a:pt x="20099" y="6749"/>
                  <a:pt x="20435" y="6749"/>
                </a:cubicBezTo>
                <a:cubicBezTo>
                  <a:pt x="20914" y="6749"/>
                  <a:pt x="21342" y="6635"/>
                  <a:pt x="21719" y="6408"/>
                </a:cubicBezTo>
                <a:cubicBezTo>
                  <a:pt x="22097" y="6180"/>
                  <a:pt x="22395" y="5871"/>
                  <a:pt x="22613" y="5482"/>
                </a:cubicBezTo>
                <a:cubicBezTo>
                  <a:pt x="22832" y="5093"/>
                  <a:pt x="22941" y="4662"/>
                  <a:pt x="22941" y="4189"/>
                </a:cubicBezTo>
                <a:cubicBezTo>
                  <a:pt x="22941" y="3716"/>
                  <a:pt x="22830" y="3277"/>
                  <a:pt x="22609" y="2891"/>
                </a:cubicBezTo>
                <a:cubicBezTo>
                  <a:pt x="22387" y="2504"/>
                  <a:pt x="22088" y="2198"/>
                  <a:pt x="21710" y="1970"/>
                </a:cubicBezTo>
                <a:lnTo>
                  <a:pt x="21710" y="1970"/>
                </a:lnTo>
                <a:moveTo>
                  <a:pt x="21387" y="4889"/>
                </a:moveTo>
                <a:cubicBezTo>
                  <a:pt x="21279" y="5093"/>
                  <a:pt x="21129" y="5252"/>
                  <a:pt x="20938" y="5366"/>
                </a:cubicBezTo>
                <a:cubicBezTo>
                  <a:pt x="20746" y="5479"/>
                  <a:pt x="20525" y="5536"/>
                  <a:pt x="20273" y="5536"/>
                </a:cubicBezTo>
                <a:cubicBezTo>
                  <a:pt x="20022" y="5536"/>
                  <a:pt x="19819" y="5479"/>
                  <a:pt x="19631" y="5366"/>
                </a:cubicBezTo>
                <a:cubicBezTo>
                  <a:pt x="19442" y="5252"/>
                  <a:pt x="19295" y="5093"/>
                  <a:pt x="19190" y="4889"/>
                </a:cubicBezTo>
                <a:cubicBezTo>
                  <a:pt x="19086" y="4686"/>
                  <a:pt x="19033" y="4452"/>
                  <a:pt x="19033" y="4189"/>
                </a:cubicBezTo>
                <a:cubicBezTo>
                  <a:pt x="19033" y="3925"/>
                  <a:pt x="19086" y="3692"/>
                  <a:pt x="19190" y="3488"/>
                </a:cubicBezTo>
                <a:cubicBezTo>
                  <a:pt x="19295" y="3285"/>
                  <a:pt x="19442" y="3126"/>
                  <a:pt x="19631" y="3012"/>
                </a:cubicBezTo>
                <a:cubicBezTo>
                  <a:pt x="19819" y="2898"/>
                  <a:pt x="20033" y="2841"/>
                  <a:pt x="20273" y="2841"/>
                </a:cubicBezTo>
                <a:cubicBezTo>
                  <a:pt x="20525" y="2841"/>
                  <a:pt x="20746" y="2900"/>
                  <a:pt x="20938" y="3016"/>
                </a:cubicBezTo>
                <a:cubicBezTo>
                  <a:pt x="21130" y="3133"/>
                  <a:pt x="21279" y="3292"/>
                  <a:pt x="21387" y="3493"/>
                </a:cubicBezTo>
                <a:cubicBezTo>
                  <a:pt x="21495" y="3693"/>
                  <a:pt x="21549" y="3925"/>
                  <a:pt x="21549" y="4189"/>
                </a:cubicBezTo>
                <a:cubicBezTo>
                  <a:pt x="21549" y="4452"/>
                  <a:pt x="21495" y="4686"/>
                  <a:pt x="21387" y="4889"/>
                </a:cubicBezTo>
              </a:path>
            </a:pathLst>
          </a:custGeom>
          <a:solidFill>
            <a:srgbClr val="33415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28" name="Google Shape;1728;p61"/>
          <p:cNvSpPr/>
          <p:nvPr/>
        </p:nvSpPr>
        <p:spPr>
          <a:xfrm>
            <a:off x="3662605" y="2880936"/>
            <a:ext cx="2021988" cy="267524"/>
          </a:xfrm>
          <a:custGeom>
            <a:rect b="b" l="l" r="r" t="t"/>
            <a:pathLst>
              <a:path extrusionOk="0" h="8600" w="65000">
                <a:moveTo>
                  <a:pt x="27908" y="3097"/>
                </a:moveTo>
                <a:cubicBezTo>
                  <a:pt x="27801" y="2807"/>
                  <a:pt x="27643" y="2551"/>
                  <a:pt x="27437" y="2329"/>
                </a:cubicBezTo>
                <a:cubicBezTo>
                  <a:pt x="27230" y="2108"/>
                  <a:pt x="26977" y="1936"/>
                  <a:pt x="26678" y="1813"/>
                </a:cubicBezTo>
                <a:cubicBezTo>
                  <a:pt x="26378" y="1690"/>
                  <a:pt x="26034" y="1629"/>
                  <a:pt x="25644" y="1629"/>
                </a:cubicBezTo>
                <a:cubicBezTo>
                  <a:pt x="25177" y="1629"/>
                  <a:pt x="24758" y="1740"/>
                  <a:pt x="24387" y="1961"/>
                </a:cubicBezTo>
                <a:cubicBezTo>
                  <a:pt x="24016" y="2183"/>
                  <a:pt x="23720" y="2485"/>
                  <a:pt x="23502" y="2868"/>
                </a:cubicBezTo>
                <a:cubicBezTo>
                  <a:pt x="23283" y="3252"/>
                  <a:pt x="23174" y="3689"/>
                  <a:pt x="23174" y="4180"/>
                </a:cubicBezTo>
                <a:cubicBezTo>
                  <a:pt x="23174" y="4671"/>
                  <a:pt x="23279" y="5084"/>
                  <a:pt x="23489" y="5474"/>
                </a:cubicBezTo>
                <a:cubicBezTo>
                  <a:pt x="23698" y="5863"/>
                  <a:pt x="23995" y="6173"/>
                  <a:pt x="24378" y="6403"/>
                </a:cubicBezTo>
                <a:cubicBezTo>
                  <a:pt x="24761" y="6634"/>
                  <a:pt x="25213" y="6749"/>
                  <a:pt x="25735" y="6749"/>
                </a:cubicBezTo>
                <a:cubicBezTo>
                  <a:pt x="26070" y="6749"/>
                  <a:pt x="26378" y="6700"/>
                  <a:pt x="26660" y="6601"/>
                </a:cubicBezTo>
                <a:cubicBezTo>
                  <a:pt x="26941" y="6502"/>
                  <a:pt x="27185" y="6363"/>
                  <a:pt x="27392" y="6183"/>
                </a:cubicBezTo>
                <a:cubicBezTo>
                  <a:pt x="27598" y="6004"/>
                  <a:pt x="27750" y="5794"/>
                  <a:pt x="27846" y="5554"/>
                </a:cubicBezTo>
                <a:lnTo>
                  <a:pt x="26768" y="5042"/>
                </a:lnTo>
                <a:cubicBezTo>
                  <a:pt x="26672" y="5210"/>
                  <a:pt x="26539" y="5342"/>
                  <a:pt x="26368" y="5438"/>
                </a:cubicBezTo>
                <a:cubicBezTo>
                  <a:pt x="26197" y="5533"/>
                  <a:pt x="25992" y="5581"/>
                  <a:pt x="25752" y="5581"/>
                </a:cubicBezTo>
                <a:cubicBezTo>
                  <a:pt x="25489" y="5581"/>
                  <a:pt x="25264" y="5523"/>
                  <a:pt x="25079" y="5406"/>
                </a:cubicBezTo>
                <a:cubicBezTo>
                  <a:pt x="24893" y="5289"/>
                  <a:pt x="24755" y="5126"/>
                  <a:pt x="24666" y="4916"/>
                </a:cubicBezTo>
                <a:cubicBezTo>
                  <a:pt x="24619" y="4809"/>
                  <a:pt x="24588" y="4692"/>
                  <a:pt x="24572" y="4566"/>
                </a:cubicBezTo>
                <a:lnTo>
                  <a:pt x="28007" y="4566"/>
                </a:lnTo>
                <a:cubicBezTo>
                  <a:pt x="28031" y="4500"/>
                  <a:pt x="28048" y="4421"/>
                  <a:pt x="28057" y="4328"/>
                </a:cubicBezTo>
                <a:cubicBezTo>
                  <a:pt x="28066" y="4235"/>
                  <a:pt x="28070" y="4141"/>
                  <a:pt x="28070" y="4045"/>
                </a:cubicBezTo>
                <a:cubicBezTo>
                  <a:pt x="28070" y="3704"/>
                  <a:pt x="28016" y="3388"/>
                  <a:pt x="27908" y="3097"/>
                </a:cubicBezTo>
                <a:lnTo>
                  <a:pt x="27908" y="3097"/>
                </a:lnTo>
                <a:moveTo>
                  <a:pt x="25043" y="2877"/>
                </a:moveTo>
                <a:cubicBezTo>
                  <a:pt x="25211" y="2764"/>
                  <a:pt x="25411" y="2707"/>
                  <a:pt x="25645" y="2707"/>
                </a:cubicBezTo>
                <a:cubicBezTo>
                  <a:pt x="25878" y="2707"/>
                  <a:pt x="26086" y="2765"/>
                  <a:pt x="26251" y="2882"/>
                </a:cubicBezTo>
                <a:cubicBezTo>
                  <a:pt x="26416" y="2999"/>
                  <a:pt x="26531" y="3157"/>
                  <a:pt x="26597" y="3358"/>
                </a:cubicBezTo>
                <a:cubicBezTo>
                  <a:pt x="26620" y="3428"/>
                  <a:pt x="26635" y="3501"/>
                  <a:pt x="26642" y="3578"/>
                </a:cubicBezTo>
                <a:lnTo>
                  <a:pt x="24608" y="3578"/>
                </a:lnTo>
                <a:cubicBezTo>
                  <a:pt x="24624" y="3509"/>
                  <a:pt x="24642" y="3442"/>
                  <a:pt x="24666" y="3380"/>
                </a:cubicBezTo>
                <a:cubicBezTo>
                  <a:pt x="24749" y="3159"/>
                  <a:pt x="24875" y="2991"/>
                  <a:pt x="25043" y="2877"/>
                </a:cubicBezTo>
                <a:lnTo>
                  <a:pt x="25043" y="2877"/>
                </a:lnTo>
              </a:path>
            </a:pathLst>
          </a:custGeom>
          <a:solidFill>
            <a:srgbClr val="33415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29" name="Google Shape;1729;p61"/>
          <p:cNvSpPr/>
          <p:nvPr/>
        </p:nvSpPr>
        <p:spPr>
          <a:xfrm>
            <a:off x="3662605" y="2880936"/>
            <a:ext cx="2021988" cy="267524"/>
          </a:xfrm>
          <a:custGeom>
            <a:rect b="b" l="l" r="r" t="t"/>
            <a:pathLst>
              <a:path extrusionOk="0" h="8600" w="65000">
                <a:moveTo>
                  <a:pt x="3485" y="1736"/>
                </a:moveTo>
                <a:lnTo>
                  <a:pt x="2487" y="4845"/>
                </a:lnTo>
                <a:lnTo>
                  <a:pt x="1489" y="1736"/>
                </a:lnTo>
                <a:lnTo>
                  <a:pt x="0" y="1736"/>
                </a:lnTo>
                <a:lnTo>
                  <a:pt x="1679" y="6641"/>
                </a:lnTo>
                <a:lnTo>
                  <a:pt x="3296" y="6641"/>
                </a:lnTo>
                <a:lnTo>
                  <a:pt x="4975" y="1736"/>
                </a:lnTo>
                <a:lnTo>
                  <a:pt x="3485" y="1736"/>
                </a:lnTo>
              </a:path>
            </a:pathLst>
          </a:custGeom>
          <a:solidFill>
            <a:srgbClr val="33415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3" name="Shape 1733"/>
        <p:cNvGrpSpPr/>
        <p:nvPr/>
      </p:nvGrpSpPr>
      <p:grpSpPr>
        <a:xfrm>
          <a:off x="0" y="0"/>
          <a:ext cx="0" cy="0"/>
          <a:chOff x="0" y="0"/>
          <a:chExt cx="0" cy="0"/>
        </a:xfrm>
      </p:grpSpPr>
      <p:sp>
        <p:nvSpPr>
          <p:cNvPr id="1734" name="Google Shape;1734;p62"/>
          <p:cNvSpPr/>
          <p:nvPr/>
        </p:nvSpPr>
        <p:spPr>
          <a:xfrm>
            <a:off x="1211498" y="1577340"/>
            <a:ext cx="1783200" cy="1783200"/>
          </a:xfrm>
          <a:prstGeom prst="roundRect">
            <a:avLst>
              <a:gd fmla="val 4000" name="adj"/>
            </a:avLst>
          </a:prstGeom>
          <a:solidFill>
            <a:srgbClr val="F5F5F7"/>
          </a:solidFill>
          <a:ln cap="flat" cmpd="sng" w="7150">
            <a:solidFill>
              <a:srgbClr val="E5E7EB"/>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nvGrpSpPr>
          <p:cNvPr id="1735" name="Google Shape;1735;p62"/>
          <p:cNvGrpSpPr/>
          <p:nvPr/>
        </p:nvGrpSpPr>
        <p:grpSpPr>
          <a:xfrm>
            <a:off x="1334945" y="1716459"/>
            <a:ext cx="1536236" cy="1504848"/>
            <a:chOff x="1334945" y="1716459"/>
            <a:chExt cx="1536236" cy="1504848"/>
          </a:xfrm>
        </p:grpSpPr>
        <p:sp>
          <p:nvSpPr>
            <p:cNvPr id="1736" name="Google Shape;1736;p62"/>
            <p:cNvSpPr/>
            <p:nvPr/>
          </p:nvSpPr>
          <p:spPr>
            <a:xfrm>
              <a:off x="1334945" y="1716459"/>
              <a:ext cx="1536236" cy="1504848"/>
            </a:xfrm>
            <a:custGeom>
              <a:rect b="b" l="l" r="r" t="t"/>
              <a:pathLst>
                <a:path extrusionOk="0" h="4800" w="4900">
                  <a:moveTo>
                    <a:pt x="2408" y="0"/>
                  </a:moveTo>
                  <a:cubicBezTo>
                    <a:pt x="3733" y="0"/>
                    <a:pt x="4815" y="1075"/>
                    <a:pt x="4815" y="2400"/>
                  </a:cubicBezTo>
                  <a:cubicBezTo>
                    <a:pt x="4815" y="3725"/>
                    <a:pt x="3733" y="4800"/>
                    <a:pt x="2408" y="4800"/>
                  </a:cubicBezTo>
                  <a:cubicBezTo>
                    <a:pt x="1082" y="4800"/>
                    <a:pt x="0" y="3725"/>
                    <a:pt x="0" y="2400"/>
                  </a:cubicBezTo>
                  <a:cubicBezTo>
                    <a:pt x="0" y="1075"/>
                    <a:pt x="1082" y="0"/>
                    <a:pt x="2408" y="0"/>
                  </a:cubicBezTo>
                </a:path>
              </a:pathLst>
            </a:custGeom>
            <a:solidFill>
              <a:srgbClr val="437AE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37" name="Google Shape;1737;p62"/>
            <p:cNvSpPr/>
            <p:nvPr/>
          </p:nvSpPr>
          <p:spPr>
            <a:xfrm>
              <a:off x="1334945" y="1716459"/>
              <a:ext cx="1536236" cy="1504848"/>
            </a:xfrm>
            <a:custGeom>
              <a:rect b="b" l="l" r="r" t="t"/>
              <a:pathLst>
                <a:path extrusionOk="0" h="4800" w="4900">
                  <a:moveTo>
                    <a:pt x="2759" y="1339"/>
                  </a:moveTo>
                  <a:cubicBezTo>
                    <a:pt x="2700" y="1281"/>
                    <a:pt x="2606" y="1281"/>
                    <a:pt x="2547" y="1339"/>
                  </a:cubicBezTo>
                  <a:cubicBezTo>
                    <a:pt x="2488" y="1398"/>
                    <a:pt x="2488" y="1493"/>
                    <a:pt x="2547" y="1551"/>
                  </a:cubicBezTo>
                  <a:lnTo>
                    <a:pt x="3246" y="2250"/>
                  </a:lnTo>
                  <a:lnTo>
                    <a:pt x="1200" y="2250"/>
                  </a:lnTo>
                  <a:cubicBezTo>
                    <a:pt x="1117" y="2250"/>
                    <a:pt x="1050" y="2317"/>
                    <a:pt x="1050" y="2400"/>
                  </a:cubicBezTo>
                  <a:cubicBezTo>
                    <a:pt x="1050" y="2483"/>
                    <a:pt x="1117" y="2550"/>
                    <a:pt x="1200" y="2550"/>
                  </a:cubicBezTo>
                  <a:lnTo>
                    <a:pt x="3246" y="2550"/>
                  </a:lnTo>
                  <a:lnTo>
                    <a:pt x="2547" y="3249"/>
                  </a:lnTo>
                  <a:cubicBezTo>
                    <a:pt x="2488" y="3307"/>
                    <a:pt x="2488" y="3402"/>
                    <a:pt x="2547" y="3461"/>
                  </a:cubicBezTo>
                  <a:cubicBezTo>
                    <a:pt x="2606" y="3519"/>
                    <a:pt x="2700" y="3519"/>
                    <a:pt x="2759" y="3461"/>
                  </a:cubicBezTo>
                  <a:lnTo>
                    <a:pt x="3714" y="2506"/>
                  </a:lnTo>
                  <a:cubicBezTo>
                    <a:pt x="3772" y="2447"/>
                    <a:pt x="3772" y="2353"/>
                    <a:pt x="3714" y="2294"/>
                  </a:cubicBezTo>
                  <a:lnTo>
                    <a:pt x="2759" y="1339"/>
                  </a:ln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
        <p:nvSpPr>
          <p:cNvPr id="1738" name="Google Shape;1738;p62"/>
          <p:cNvSpPr txBox="1"/>
          <p:nvPr/>
        </p:nvSpPr>
        <p:spPr>
          <a:xfrm>
            <a:off x="1211498" y="3463290"/>
            <a:ext cx="1783200" cy="169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 sz="1100">
                <a:solidFill>
                  <a:srgbClr val="1A1A1A"/>
                </a:solidFill>
                <a:latin typeface="Arial"/>
                <a:ea typeface="Arial"/>
                <a:cs typeface="Arial"/>
                <a:sym typeface="Arial"/>
              </a:rPr>
              <a:t>flecha</a:t>
            </a:r>
            <a:endParaRPr sz="1100"/>
          </a:p>
        </p:txBody>
      </p:sp>
      <p:sp>
        <p:nvSpPr>
          <p:cNvPr id="1739" name="Google Shape;1739;p62"/>
          <p:cNvSpPr txBox="1"/>
          <p:nvPr/>
        </p:nvSpPr>
        <p:spPr>
          <a:xfrm>
            <a:off x="1211498" y="3682746"/>
            <a:ext cx="1783200" cy="123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 sz="800">
                <a:solidFill>
                  <a:srgbClr val="6B7280"/>
                </a:solidFill>
                <a:latin typeface="Arial"/>
                <a:ea typeface="Arial"/>
                <a:cs typeface="Arial"/>
                <a:sym typeface="Arial"/>
              </a:rPr>
              <a:t>siguiente / continuar</a:t>
            </a:r>
            <a:endParaRPr sz="1100"/>
          </a:p>
        </p:txBody>
      </p:sp>
      <p:sp>
        <p:nvSpPr>
          <p:cNvPr id="1740" name="Google Shape;1740;p62"/>
          <p:cNvSpPr/>
          <p:nvPr/>
        </p:nvSpPr>
        <p:spPr>
          <a:xfrm>
            <a:off x="3680443" y="1577340"/>
            <a:ext cx="1783200" cy="1783200"/>
          </a:xfrm>
          <a:prstGeom prst="roundRect">
            <a:avLst>
              <a:gd fmla="val 4000" name="adj"/>
            </a:avLst>
          </a:prstGeom>
          <a:solidFill>
            <a:srgbClr val="F5F5F7"/>
          </a:solidFill>
          <a:ln cap="flat" cmpd="sng" w="7150">
            <a:solidFill>
              <a:srgbClr val="E5E7EB"/>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41" name="Google Shape;1741;p62"/>
          <p:cNvSpPr txBox="1"/>
          <p:nvPr/>
        </p:nvSpPr>
        <p:spPr>
          <a:xfrm>
            <a:off x="3680443" y="3463290"/>
            <a:ext cx="1783200" cy="169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 sz="1100">
                <a:solidFill>
                  <a:srgbClr val="1A1A1A"/>
                </a:solidFill>
                <a:latin typeface="Arial"/>
                <a:ea typeface="Arial"/>
                <a:cs typeface="Arial"/>
                <a:sym typeface="Arial"/>
              </a:rPr>
              <a:t>check</a:t>
            </a:r>
            <a:endParaRPr sz="1100"/>
          </a:p>
        </p:txBody>
      </p:sp>
      <p:sp>
        <p:nvSpPr>
          <p:cNvPr id="1742" name="Google Shape;1742;p62"/>
          <p:cNvSpPr txBox="1"/>
          <p:nvPr/>
        </p:nvSpPr>
        <p:spPr>
          <a:xfrm>
            <a:off x="3680443" y="3682746"/>
            <a:ext cx="1783200" cy="123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 sz="800">
                <a:solidFill>
                  <a:srgbClr val="6B7280"/>
                </a:solidFill>
                <a:latin typeface="Arial"/>
                <a:ea typeface="Arial"/>
                <a:cs typeface="Arial"/>
                <a:sym typeface="Arial"/>
              </a:rPr>
              <a:t>afirmación / hecho</a:t>
            </a:r>
            <a:endParaRPr sz="1100"/>
          </a:p>
        </p:txBody>
      </p:sp>
      <p:sp>
        <p:nvSpPr>
          <p:cNvPr id="1743" name="Google Shape;1743;p62"/>
          <p:cNvSpPr/>
          <p:nvPr/>
        </p:nvSpPr>
        <p:spPr>
          <a:xfrm>
            <a:off x="6149389" y="1577340"/>
            <a:ext cx="1783200" cy="1783200"/>
          </a:xfrm>
          <a:prstGeom prst="roundRect">
            <a:avLst>
              <a:gd fmla="val 4000" name="adj"/>
            </a:avLst>
          </a:prstGeom>
          <a:solidFill>
            <a:srgbClr val="F5F5F7"/>
          </a:solidFill>
          <a:ln cap="flat" cmpd="sng" w="7150">
            <a:solidFill>
              <a:srgbClr val="E5E7EB"/>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nvGrpSpPr>
          <p:cNvPr id="1744" name="Google Shape;1744;p62"/>
          <p:cNvGrpSpPr/>
          <p:nvPr/>
        </p:nvGrpSpPr>
        <p:grpSpPr>
          <a:xfrm>
            <a:off x="6272836" y="1700784"/>
            <a:ext cx="1536228" cy="1536192"/>
            <a:chOff x="6272836" y="1700784"/>
            <a:chExt cx="1536228" cy="1536192"/>
          </a:xfrm>
        </p:grpSpPr>
        <p:sp>
          <p:nvSpPr>
            <p:cNvPr id="1745" name="Google Shape;1745;p62"/>
            <p:cNvSpPr/>
            <p:nvPr/>
          </p:nvSpPr>
          <p:spPr>
            <a:xfrm>
              <a:off x="6272836" y="1700784"/>
              <a:ext cx="1536228" cy="1536192"/>
            </a:xfrm>
            <a:custGeom>
              <a:rect b="b" l="l" r="r" t="t"/>
              <a:pathLst>
                <a:path extrusionOk="0" h="4800" w="4800">
                  <a:moveTo>
                    <a:pt x="4300" y="0"/>
                  </a:moveTo>
                  <a:cubicBezTo>
                    <a:pt x="4576" y="0"/>
                    <a:pt x="4800" y="224"/>
                    <a:pt x="4800" y="500"/>
                  </a:cubicBezTo>
                  <a:lnTo>
                    <a:pt x="4800" y="4300"/>
                  </a:lnTo>
                  <a:cubicBezTo>
                    <a:pt x="4800" y="4576"/>
                    <a:pt x="4576" y="4800"/>
                    <a:pt x="4300" y="4800"/>
                  </a:cubicBezTo>
                  <a:lnTo>
                    <a:pt x="500" y="4800"/>
                  </a:lnTo>
                  <a:cubicBezTo>
                    <a:pt x="224" y="4800"/>
                    <a:pt x="0" y="4576"/>
                    <a:pt x="0" y="4300"/>
                  </a:cubicBezTo>
                  <a:lnTo>
                    <a:pt x="0" y="500"/>
                  </a:lnTo>
                  <a:cubicBezTo>
                    <a:pt x="0" y="224"/>
                    <a:pt x="224" y="0"/>
                    <a:pt x="500" y="0"/>
                  </a:cubicBezTo>
                  <a:lnTo>
                    <a:pt x="4300" y="0"/>
                  </a:lnTo>
                </a:path>
              </a:pathLst>
            </a:custGeom>
            <a:solidFill>
              <a:srgbClr val="64748B"/>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46" name="Google Shape;1746;p62"/>
            <p:cNvSpPr/>
            <p:nvPr/>
          </p:nvSpPr>
          <p:spPr>
            <a:xfrm>
              <a:off x="6272836" y="1700784"/>
              <a:ext cx="1536228" cy="1536192"/>
            </a:xfrm>
            <a:custGeom>
              <a:rect b="b" l="l" r="r" t="t"/>
              <a:pathLst>
                <a:path extrusionOk="0" h="4800" w="4800">
                  <a:moveTo>
                    <a:pt x="3406" y="1394"/>
                  </a:moveTo>
                  <a:cubicBezTo>
                    <a:pt x="3347" y="1335"/>
                    <a:pt x="3253" y="1335"/>
                    <a:pt x="3194" y="1394"/>
                  </a:cubicBezTo>
                  <a:lnTo>
                    <a:pt x="2400" y="2188"/>
                  </a:lnTo>
                  <a:lnTo>
                    <a:pt x="1606" y="1394"/>
                  </a:lnTo>
                  <a:cubicBezTo>
                    <a:pt x="1547" y="1335"/>
                    <a:pt x="1453" y="1335"/>
                    <a:pt x="1394" y="1394"/>
                  </a:cubicBezTo>
                  <a:cubicBezTo>
                    <a:pt x="1335" y="1453"/>
                    <a:pt x="1335" y="1547"/>
                    <a:pt x="1394" y="1606"/>
                  </a:cubicBezTo>
                  <a:lnTo>
                    <a:pt x="2188" y="2400"/>
                  </a:lnTo>
                  <a:lnTo>
                    <a:pt x="1394" y="3194"/>
                  </a:lnTo>
                  <a:cubicBezTo>
                    <a:pt x="1335" y="3253"/>
                    <a:pt x="1335" y="3347"/>
                    <a:pt x="1394" y="3406"/>
                  </a:cubicBezTo>
                  <a:cubicBezTo>
                    <a:pt x="1453" y="3465"/>
                    <a:pt x="1547" y="3465"/>
                    <a:pt x="1606" y="3406"/>
                  </a:cubicBezTo>
                  <a:lnTo>
                    <a:pt x="2400" y="2612"/>
                  </a:lnTo>
                  <a:lnTo>
                    <a:pt x="3194" y="3406"/>
                  </a:lnTo>
                  <a:cubicBezTo>
                    <a:pt x="3253" y="3465"/>
                    <a:pt x="3347" y="3465"/>
                    <a:pt x="3406" y="3406"/>
                  </a:cubicBezTo>
                  <a:cubicBezTo>
                    <a:pt x="3465" y="3347"/>
                    <a:pt x="3465" y="3253"/>
                    <a:pt x="3406" y="3194"/>
                  </a:cubicBezTo>
                  <a:lnTo>
                    <a:pt x="2612" y="2400"/>
                  </a:lnTo>
                  <a:lnTo>
                    <a:pt x="3406" y="1606"/>
                  </a:lnTo>
                  <a:cubicBezTo>
                    <a:pt x="3465" y="1547"/>
                    <a:pt x="3465" y="1453"/>
                    <a:pt x="3406" y="1394"/>
                  </a:cubicBezTo>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
        <p:nvSpPr>
          <p:cNvPr id="1747" name="Google Shape;1747;p62"/>
          <p:cNvSpPr txBox="1"/>
          <p:nvPr/>
        </p:nvSpPr>
        <p:spPr>
          <a:xfrm>
            <a:off x="6149389" y="3463290"/>
            <a:ext cx="1783200" cy="169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 sz="1100">
                <a:solidFill>
                  <a:srgbClr val="1A1A1A"/>
                </a:solidFill>
                <a:latin typeface="Arial"/>
                <a:ea typeface="Arial"/>
                <a:cs typeface="Arial"/>
                <a:sym typeface="Arial"/>
              </a:rPr>
              <a:t>negativo</a:t>
            </a:r>
            <a:endParaRPr sz="1100"/>
          </a:p>
        </p:txBody>
      </p:sp>
      <p:sp>
        <p:nvSpPr>
          <p:cNvPr id="1748" name="Google Shape;1748;p62"/>
          <p:cNvSpPr txBox="1"/>
          <p:nvPr/>
        </p:nvSpPr>
        <p:spPr>
          <a:xfrm>
            <a:off x="6149389" y="3682746"/>
            <a:ext cx="1783200" cy="123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 sz="800">
                <a:solidFill>
                  <a:srgbClr val="6B7280"/>
                </a:solidFill>
                <a:latin typeface="Arial"/>
                <a:ea typeface="Arial"/>
                <a:cs typeface="Arial"/>
                <a:sym typeface="Arial"/>
              </a:rPr>
              <a:t>rechazo / cerrar</a:t>
            </a:r>
            <a:endParaRPr sz="1100"/>
          </a:p>
        </p:txBody>
      </p:sp>
      <p:grpSp>
        <p:nvGrpSpPr>
          <p:cNvPr id="1749" name="Google Shape;1749;p62"/>
          <p:cNvGrpSpPr/>
          <p:nvPr/>
        </p:nvGrpSpPr>
        <p:grpSpPr>
          <a:xfrm>
            <a:off x="4018315" y="1915232"/>
            <a:ext cx="1107467" cy="1107441"/>
            <a:chOff x="3803891" y="1700784"/>
            <a:chExt cx="1536228" cy="1536192"/>
          </a:xfrm>
        </p:grpSpPr>
        <p:sp>
          <p:nvSpPr>
            <p:cNvPr id="1750" name="Google Shape;1750;p62"/>
            <p:cNvSpPr/>
            <p:nvPr/>
          </p:nvSpPr>
          <p:spPr>
            <a:xfrm>
              <a:off x="3803891" y="1700784"/>
              <a:ext cx="1536228" cy="1536192"/>
            </a:xfrm>
            <a:custGeom>
              <a:rect b="b" l="l" r="r" t="t"/>
              <a:pathLst>
                <a:path extrusionOk="0" h="4800" w="4800">
                  <a:moveTo>
                    <a:pt x="500" y="0"/>
                  </a:moveTo>
                  <a:lnTo>
                    <a:pt x="4300" y="0"/>
                  </a:lnTo>
                  <a:cubicBezTo>
                    <a:pt x="4576" y="0"/>
                    <a:pt x="4800" y="224"/>
                    <a:pt x="4800" y="500"/>
                  </a:cubicBezTo>
                  <a:lnTo>
                    <a:pt x="4800" y="4300"/>
                  </a:lnTo>
                  <a:cubicBezTo>
                    <a:pt x="4800" y="4576"/>
                    <a:pt x="4576" y="4800"/>
                    <a:pt x="4300" y="4800"/>
                  </a:cubicBezTo>
                  <a:lnTo>
                    <a:pt x="500" y="4800"/>
                  </a:lnTo>
                  <a:cubicBezTo>
                    <a:pt x="224" y="4800"/>
                    <a:pt x="0" y="4576"/>
                    <a:pt x="0" y="4300"/>
                  </a:cubicBezTo>
                  <a:lnTo>
                    <a:pt x="0" y="500"/>
                  </a:lnTo>
                  <a:cubicBezTo>
                    <a:pt x="0" y="224"/>
                    <a:pt x="224" y="0"/>
                    <a:pt x="500" y="0"/>
                  </a:cubicBezTo>
                  <a:close/>
                </a:path>
              </a:pathLst>
            </a:custGeom>
            <a:solidFill>
              <a:srgbClr val="437AEF"/>
            </a:solidFill>
            <a:ln>
              <a:noFill/>
            </a:ln>
          </p:spPr>
          <p:txBody>
            <a:bodyPr anchorCtr="0" anchor="t" bIns="24775" lIns="49425" spcFirstLastPara="1" rIns="49425" wrap="square" tIns="24775">
              <a:noAutofit/>
            </a:bodyPr>
            <a:lstStyle/>
            <a:p>
              <a:pPr indent="0" lvl="0" marL="0" marR="0" rtl="0" algn="l">
                <a:spcBef>
                  <a:spcPts val="0"/>
                </a:spcBef>
                <a:spcAft>
                  <a:spcPts val="0"/>
                </a:spcAft>
                <a:buNone/>
              </a:pPr>
              <a:r>
                <a:t/>
              </a:r>
              <a:endParaRPr sz="1009">
                <a:solidFill>
                  <a:schemeClr val="dk1"/>
                </a:solidFill>
                <a:latin typeface="Calibri"/>
                <a:ea typeface="Calibri"/>
                <a:cs typeface="Calibri"/>
                <a:sym typeface="Calibri"/>
              </a:endParaRPr>
            </a:p>
          </p:txBody>
        </p:sp>
        <p:sp>
          <p:nvSpPr>
            <p:cNvPr id="1751" name="Google Shape;1751;p62"/>
            <p:cNvSpPr/>
            <p:nvPr/>
          </p:nvSpPr>
          <p:spPr>
            <a:xfrm>
              <a:off x="3803891" y="1700784"/>
              <a:ext cx="1536228" cy="1536192"/>
            </a:xfrm>
            <a:custGeom>
              <a:rect b="b" l="l" r="r" t="t"/>
              <a:pathLst>
                <a:path extrusionOk="0" fill="none" h="4800" w="4800">
                  <a:moveTo>
                    <a:pt x="1300" y="2300"/>
                  </a:moveTo>
                  <a:lnTo>
                    <a:pt x="2072" y="3200"/>
                  </a:lnTo>
                  <a:lnTo>
                    <a:pt x="3500" y="1400"/>
                  </a:lnTo>
                </a:path>
              </a:pathLst>
            </a:custGeom>
            <a:noFill/>
            <a:ln cap="rnd" cmpd="sng" w="69250">
              <a:solidFill>
                <a:srgbClr val="FFFFFF"/>
              </a:solidFill>
              <a:prstDash val="solid"/>
              <a:round/>
              <a:headEnd len="sm" w="sm" type="none"/>
              <a:tailEnd len="sm" w="sm" type="none"/>
            </a:ln>
          </p:spPr>
          <p:txBody>
            <a:bodyPr anchorCtr="0" anchor="t" bIns="24775" lIns="49425" spcFirstLastPara="1" rIns="49425" wrap="square" tIns="24775">
              <a:noAutofit/>
            </a:bodyPr>
            <a:lstStyle/>
            <a:p>
              <a:pPr indent="0" lvl="0" marL="0" marR="0" rtl="0" algn="l">
                <a:spcBef>
                  <a:spcPts val="0"/>
                </a:spcBef>
                <a:spcAft>
                  <a:spcPts val="0"/>
                </a:spcAft>
                <a:buNone/>
              </a:pPr>
              <a:r>
                <a:t/>
              </a:r>
              <a:endParaRPr sz="1009">
                <a:solidFill>
                  <a:schemeClr val="dk1"/>
                </a:solidFill>
                <a:latin typeface="Calibri"/>
                <a:ea typeface="Calibri"/>
                <a:cs typeface="Calibri"/>
                <a:sym typeface="Calibri"/>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